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8.jpg" ContentType="image/jpe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9.jpg" ContentType="image/jpeg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17" r:id="rId3"/>
    <p:sldId id="259" r:id="rId4"/>
    <p:sldId id="404" r:id="rId5"/>
    <p:sldId id="268" r:id="rId6"/>
    <p:sldId id="405" r:id="rId7"/>
    <p:sldId id="260" r:id="rId8"/>
    <p:sldId id="261" r:id="rId9"/>
    <p:sldId id="313" r:id="rId10"/>
    <p:sldId id="314" r:id="rId11"/>
    <p:sldId id="301" r:id="rId12"/>
    <p:sldId id="315" r:id="rId13"/>
    <p:sldId id="316" r:id="rId14"/>
    <p:sldId id="304" r:id="rId1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26"/>
    <p:restoredTop sz="97030"/>
  </p:normalViewPr>
  <p:slideViewPr>
    <p:cSldViewPr>
      <p:cViewPr varScale="1">
        <p:scale>
          <a:sx n="208" d="100"/>
          <a:sy n="208" d="100"/>
        </p:scale>
        <p:origin x="336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2/25/25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Advanced </a:t>
            </a:r>
            <a:b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использованием модели среды (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rl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)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4018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Model-based,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часть 2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8836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Иерархическое 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2" y="353654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Выбор темы и организация проектной работы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539514" y="1950988"/>
            <a:ext cx="95446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65424" y="2225078"/>
            <a:ext cx="150264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991334" y="2499169"/>
            <a:ext cx="2050829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68062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1" y="408472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 err="1">
                <a:solidFill>
                  <a:srgbClr val="1F1F1F"/>
                </a:solidFill>
                <a:latin typeface="Google Sans"/>
                <a:sym typeface="Roboto"/>
              </a:rPr>
              <a:t>Многоагентное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 обучение и кооперация агентов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17243" y="2773259"/>
            <a:ext cx="2599009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DFE4BD41-9927-E140-AC4F-48E39676A188}"/>
              </a:ext>
            </a:extLst>
          </p:cNvPr>
          <p:cNvSpPr/>
          <p:nvPr/>
        </p:nvSpPr>
        <p:spPr>
          <a:xfrm>
            <a:off x="2226710" y="463290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Decision transformers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588923E-D2E7-FB40-8553-A8CD8BDE147A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443153" y="3047350"/>
            <a:ext cx="3147189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5837" y="12001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2DE358-A5F5-3942-ADDE-A90DFC363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166877"/>
            <a:ext cx="2641744" cy="13257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666750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Формирование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Обоснование выбора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Прогресс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25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02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17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4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9" name="object 22">
            <a:extLst>
              <a:ext uri="{FF2B5EF4-FFF2-40B4-BE49-F238E27FC236}">
                <a16:creationId xmlns:a16="http://schemas.microsoft.com/office/drawing/2014/main" id="{EF229706-DE66-8E47-8018-514387F4B921}"/>
              </a:ext>
            </a:extLst>
          </p:cNvPr>
          <p:cNvSpPr txBox="1"/>
          <p:nvPr/>
        </p:nvSpPr>
        <p:spPr>
          <a:xfrm>
            <a:off x="1233721" y="2973886"/>
            <a:ext cx="59507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16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4</a:t>
            </a:r>
            <a:r>
              <a:rPr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?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1" name="object 22">
            <a:extLst>
              <a:ext uri="{FF2B5EF4-FFF2-40B4-BE49-F238E27FC236}">
                <a16:creationId xmlns:a16="http://schemas.microsoft.com/office/drawing/2014/main" id="{EF2DA713-AEF4-954B-8B47-5E276B7667F1}"/>
              </a:ext>
            </a:extLst>
          </p:cNvPr>
          <p:cNvSpPr txBox="1"/>
          <p:nvPr/>
        </p:nvSpPr>
        <p:spPr>
          <a:xfrm>
            <a:off x="1227882" y="2477676"/>
            <a:ext cx="59507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01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4</a:t>
            </a:r>
            <a:r>
              <a:rPr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?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Описание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Выбор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Графики прогресса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374</TotalTime>
  <Words>549</Words>
  <Application>Microsoft Macintosh PowerPoint</Application>
  <PresentationFormat>On-screen Show (16:9)</PresentationFormat>
  <Paragraphs>144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AkayaTelivigala</vt:lpstr>
      <vt:lpstr>Arial</vt:lpstr>
      <vt:lpstr>Bradley Hand</vt:lpstr>
      <vt:lpstr>Calibri</vt:lpstr>
      <vt:lpstr>Google Sans</vt:lpstr>
      <vt:lpstr>Roboto</vt:lpstr>
      <vt:lpstr>Trebuchet MS</vt:lpstr>
      <vt:lpstr>Office Theme</vt:lpstr>
      <vt:lpstr>Reinforcement learning Course project</vt:lpstr>
      <vt:lpstr>Проверить, идет ли запись</vt:lpstr>
      <vt:lpstr>Правила вебинара</vt:lpstr>
      <vt:lpstr>Reinforcement learning Course project</vt:lpstr>
      <vt:lpstr>Карта курса</vt:lpstr>
      <vt:lpstr>Программа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14</cp:revision>
  <dcterms:created xsi:type="dcterms:W3CDTF">2024-07-23T07:20:56Z</dcterms:created>
  <dcterms:modified xsi:type="dcterms:W3CDTF">2025-02-25T12:06:49Z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