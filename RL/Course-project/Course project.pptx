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18.jpg" ContentType="image/jpe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19.jpg" ContentType="image/jpeg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317" r:id="rId3"/>
    <p:sldId id="259" r:id="rId4"/>
    <p:sldId id="404" r:id="rId5"/>
    <p:sldId id="268" r:id="rId6"/>
    <p:sldId id="405" r:id="rId7"/>
    <p:sldId id="260" r:id="rId8"/>
    <p:sldId id="261" r:id="rId9"/>
    <p:sldId id="313" r:id="rId10"/>
    <p:sldId id="314" r:id="rId11"/>
    <p:sldId id="301" r:id="rId12"/>
    <p:sldId id="315" r:id="rId13"/>
    <p:sldId id="316" r:id="rId14"/>
    <p:sldId id="304" r:id="rId1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7030"/>
  </p:normalViewPr>
  <p:slideViewPr>
    <p:cSldViewPr>
      <p:cViewPr varScale="1">
        <p:scale>
          <a:sx n="297" d="100"/>
          <a:sy n="297" d="100"/>
        </p:scale>
        <p:origin x="1264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12/18/25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20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5805200" y="627325"/>
            <a:ext cx="3034000" cy="57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847675"/>
            <a:ext cx="24732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847803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Advanced </a:t>
            </a:r>
            <a:b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Reinforcement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325417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 в реальных задачах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2137325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15325"/>
            <a:ext cx="3495512" cy="93235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767838" y="4137347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40636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309689" y="3543819"/>
            <a:ext cx="1831145" cy="593527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820139" y="128322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8000141" y="125700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6444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43822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685179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658957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Reinforcement Learning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использованием модели среды (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rl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)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4018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Model-based,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часть 2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8836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Иерархическое 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2" y="353654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Выбор темы и организация проектной работы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539514" y="1950988"/>
            <a:ext cx="95446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65424" y="2225078"/>
            <a:ext cx="150264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991334" y="2499169"/>
            <a:ext cx="2050829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68062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6AAFEF18-6AF7-D742-BED8-1EE0FB9F9DFF}"/>
              </a:ext>
            </a:extLst>
          </p:cNvPr>
          <p:cNvSpPr/>
          <p:nvPr/>
        </p:nvSpPr>
        <p:spPr>
          <a:xfrm>
            <a:off x="2226711" y="408472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 err="1">
                <a:solidFill>
                  <a:srgbClr val="1F1F1F"/>
                </a:solidFill>
                <a:latin typeface="Google Sans"/>
                <a:sym typeface="Roboto"/>
              </a:rPr>
              <a:t>Многоагентное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 обучение и кооперация агентов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87453B9F-3AC2-D04F-AE18-4F58FD4BFF65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717243" y="2773259"/>
            <a:ext cx="2599009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DFE4BD41-9927-E140-AC4F-48E39676A188}"/>
              </a:ext>
            </a:extLst>
          </p:cNvPr>
          <p:cNvSpPr/>
          <p:nvPr/>
        </p:nvSpPr>
        <p:spPr>
          <a:xfrm>
            <a:off x="2226710" y="463290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Decision transformers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588923E-D2E7-FB40-8553-A8CD8BDE147A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443153" y="3047350"/>
            <a:ext cx="3147189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1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5837" y="12001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2DE358-A5F5-3942-ADDE-A90DFC363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2166877"/>
            <a:ext cx="2641744" cy="13257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666750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Формирование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Обоснование выбора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Прогресс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 +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18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ru-RU" sz="1400" dirty="0">
                <a:latin typeface="Calibri"/>
                <a:cs typeface="Calibri"/>
              </a:rPr>
              <a:t>12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27882" y="4024318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25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3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940332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3425784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059318" y="2458132"/>
            <a:ext cx="1992240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802044" y="2715406"/>
            <a:ext cx="2506788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8FFE73-08C7-6147-B60A-390BA5C5E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50559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9" name="object 22">
            <a:extLst>
              <a:ext uri="{FF2B5EF4-FFF2-40B4-BE49-F238E27FC236}">
                <a16:creationId xmlns:a16="http://schemas.microsoft.com/office/drawing/2014/main" id="{EF229706-DE66-8E47-8018-514387F4B921}"/>
              </a:ext>
            </a:extLst>
          </p:cNvPr>
          <p:cNvSpPr txBox="1"/>
          <p:nvPr/>
        </p:nvSpPr>
        <p:spPr>
          <a:xfrm>
            <a:off x="685800" y="2973886"/>
            <a:ext cx="1059788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12.03 / 13.03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1" name="object 22">
            <a:extLst>
              <a:ext uri="{FF2B5EF4-FFF2-40B4-BE49-F238E27FC236}">
                <a16:creationId xmlns:a16="http://schemas.microsoft.com/office/drawing/2014/main" id="{EF2DA713-AEF4-954B-8B47-5E276B7667F1}"/>
              </a:ext>
            </a:extLst>
          </p:cNvPr>
          <p:cNvSpPr txBox="1"/>
          <p:nvPr/>
        </p:nvSpPr>
        <p:spPr>
          <a:xfrm>
            <a:off x="838200" y="2477676"/>
            <a:ext cx="984761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18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02</a:t>
            </a:r>
            <a:r>
              <a:rPr sz="1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400" spc="-50" dirty="0">
                <a:solidFill>
                  <a:srgbClr val="FF0000"/>
                </a:solidFill>
                <a:latin typeface="Calibri"/>
                <a:cs typeface="Calibri"/>
              </a:rPr>
              <a:t>/ 20.02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65A0849-BB03-E046-8A1C-FF655C8D321D}"/>
              </a:ext>
            </a:extLst>
          </p:cNvPr>
          <p:cNvSpPr/>
          <p:nvPr/>
        </p:nvSpPr>
        <p:spPr>
          <a:xfrm>
            <a:off x="2225089" y="2911236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Предзащита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AF011DD3-9B99-C64A-8471-D77E4A53FB4F}"/>
              </a:ext>
            </a:extLst>
          </p:cNvPr>
          <p:cNvSpPr txBox="1"/>
          <p:nvPr/>
        </p:nvSpPr>
        <p:spPr>
          <a:xfrm>
            <a:off x="738335" y="3504400"/>
            <a:ext cx="100141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20.03 / 24.03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Описание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Выбор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Графики прогресса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en-US" sz="1150" kern="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/>
              <a:t>С++)</a:t>
            </a:r>
            <a:endParaRPr lang="ru-RU" sz="1150" kern="0" dirty="0"/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396</TotalTime>
  <Words>545</Words>
  <Application>Microsoft Macintosh PowerPoint</Application>
  <PresentationFormat>On-screen Show (16:9)</PresentationFormat>
  <Paragraphs>146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AkayaTelivigala</vt:lpstr>
      <vt:lpstr>Arial</vt:lpstr>
      <vt:lpstr>Bradley Hand</vt:lpstr>
      <vt:lpstr>Calibri</vt:lpstr>
      <vt:lpstr>Google Sans</vt:lpstr>
      <vt:lpstr>Roboto</vt:lpstr>
      <vt:lpstr>Trebuchet MS</vt:lpstr>
      <vt:lpstr>Office Theme</vt:lpstr>
      <vt:lpstr>Reinforcement learning Course project</vt:lpstr>
      <vt:lpstr>Проверить, идет ли запись</vt:lpstr>
      <vt:lpstr>Правила вебинара</vt:lpstr>
      <vt:lpstr>Reinforcement learning Course project</vt:lpstr>
      <vt:lpstr>Карта курса</vt:lpstr>
      <vt:lpstr>Программа курса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17</cp:revision>
  <dcterms:created xsi:type="dcterms:W3CDTF">2024-07-23T07:20:56Z</dcterms:created>
  <dcterms:modified xsi:type="dcterms:W3CDTF">2025-12-18T15:30:56Z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