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4.jpg" ContentType="image/jpeg"/>
  <Override PartName="/ppt/notesSlides/notesSlide6.xml" ContentType="application/vnd.openxmlformats-officedocument.presentationml.notesSlide+xml"/>
  <Override PartName="/ppt/media/image25.jp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317" r:id="rId3"/>
    <p:sldId id="259" r:id="rId4"/>
    <p:sldId id="404" r:id="rId5"/>
    <p:sldId id="474" r:id="rId6"/>
    <p:sldId id="260" r:id="rId7"/>
    <p:sldId id="261" r:id="rId8"/>
    <p:sldId id="313" r:id="rId9"/>
    <p:sldId id="314" r:id="rId10"/>
    <p:sldId id="301" r:id="rId11"/>
    <p:sldId id="315" r:id="rId12"/>
    <p:sldId id="316" r:id="rId13"/>
    <p:sldId id="304" r:id="rId14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23"/>
    <p:restoredTop sz="97030"/>
  </p:normalViewPr>
  <p:slideViewPr>
    <p:cSldViewPr>
      <p:cViewPr varScale="1">
        <p:scale>
          <a:sx n="208" d="100"/>
          <a:sy n="208" d="100"/>
        </p:scale>
        <p:origin x="360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12/3/24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jp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ru-RU" dirty="0"/>
            </a:b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505600"/>
            <a:ext cx="322966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1520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2795249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6.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7.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61508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16914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343670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7457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напутствие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492367" y="127393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089" y="1027296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Beginner's Python Financial Analysis Walk-through— Part 1 | by Keith Chan |  Analytics Vidhya | Medium">
            <a:extLst>
              <a:ext uri="{FF2B5EF4-FFF2-40B4-BE49-F238E27FC236}">
                <a16:creationId xmlns:a16="http://schemas.microsoft.com/office/drawing/2014/main" id="{EADC1BD0-2E07-034B-AFDC-CD035D082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57349"/>
            <a:ext cx="2699403" cy="162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Обратное тестирование;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Обогащение модели - ансамбль;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Результаты итогового ансамбля;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(+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репозиторий) – опционально.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55768" y="3369867"/>
            <a:ext cx="3051175" cy="175244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0" y="17802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12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0" y="3943986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4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2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860000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87" y="335197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88" y="2209806"/>
            <a:ext cx="5356225" cy="522361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Работа с реальными данными и создание </a:t>
            </a:r>
            <a:r>
              <a:rPr lang="en-US" sz="1400" dirty="0">
                <a:solidFill>
                  <a:schemeClr val="tx1"/>
                </a:solidFill>
              </a:rPr>
              <a:t>ML-</a:t>
            </a:r>
            <a:r>
              <a:rPr lang="ru-RU" sz="1400" dirty="0">
                <a:solidFill>
                  <a:schemeClr val="tx1"/>
                </a:solidFill>
              </a:rPr>
              <a:t>моделей для проекта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89" y="170178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Планирование и разработка проекта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921319" y="1596132"/>
            <a:ext cx="268238" cy="3393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635776" y="1881674"/>
            <a:ext cx="839323" cy="33930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96222" y="2421229"/>
            <a:ext cx="1918431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42210" y="2675240"/>
            <a:ext cx="2426456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CA9C855-8405-1042-A7A3-03DDDAF8EC9D}"/>
              </a:ext>
            </a:extLst>
          </p:cNvPr>
          <p:cNvSpPr/>
          <p:nvPr/>
        </p:nvSpPr>
        <p:spPr>
          <a:xfrm>
            <a:off x="2225087" y="2843951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Оценка результатов и практическое внедрение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48D2B90B-95B9-2D45-9468-A9C29C9DE3B3}"/>
              </a:ext>
            </a:extLst>
          </p:cNvPr>
          <p:cNvCxnSpPr>
            <a:cxnSpLocks/>
            <a:stCxn id="14" idx="2"/>
            <a:endCxn id="30" idx="1"/>
          </p:cNvCxnSpPr>
          <p:nvPr/>
        </p:nvCxnSpPr>
        <p:spPr>
          <a:xfrm rot="16200000" flipH="1">
            <a:off x="1350234" y="2167217"/>
            <a:ext cx="1410407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object 20">
            <a:extLst>
              <a:ext uri="{FF2B5EF4-FFF2-40B4-BE49-F238E27FC236}">
                <a16:creationId xmlns:a16="http://schemas.microsoft.com/office/drawing/2014/main" id="{3D488BA4-8866-3346-8D85-02959C3E2194}"/>
              </a:ext>
            </a:extLst>
          </p:cNvPr>
          <p:cNvSpPr txBox="1"/>
          <p:nvPr/>
        </p:nvSpPr>
        <p:spPr>
          <a:xfrm>
            <a:off x="1233719" y="2333812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04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12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Сбор, 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 – предварительная оценка идеи;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Ансамбль – архитектура, модели;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b="1" spc="-50">
                <a:latin typeface="Trebuchet MS"/>
                <a:cs typeface="Trebuchet MS"/>
              </a:rPr>
              <a:t>Приходите</a:t>
            </a:r>
            <a:r>
              <a:rPr lang="ru-RU" sz="3200" b="1" spc="-190">
                <a:latin typeface="Trebuchet MS"/>
                <a:cs typeface="Trebuchet MS"/>
              </a:rPr>
              <a:t> </a:t>
            </a:r>
            <a:r>
              <a:rPr lang="ru-RU" sz="3200" b="1" spc="-20">
                <a:latin typeface="Trebuchet MS"/>
                <a:cs typeface="Trebuchet MS"/>
              </a:rPr>
              <a:t>на</a:t>
            </a:r>
            <a:r>
              <a:rPr lang="ru-RU" sz="3200" b="1" spc="-180">
                <a:latin typeface="Trebuchet MS"/>
                <a:cs typeface="Trebuchet MS"/>
              </a:rPr>
              <a:t> </a:t>
            </a:r>
            <a:r>
              <a:rPr lang="ru-RU" sz="3200" b="1" spc="-30">
                <a:latin typeface="Trebuchet MS"/>
                <a:cs typeface="Trebuchet MS"/>
              </a:rPr>
              <a:t>следующие</a:t>
            </a:r>
            <a:r>
              <a:rPr lang="ru-RU" sz="3200" b="1" spc="-185">
                <a:latin typeface="Trebuchet MS"/>
                <a:cs typeface="Trebuchet MS"/>
              </a:rPr>
              <a:t> </a:t>
            </a:r>
            <a:r>
              <a:rPr lang="ru-RU" sz="3200" b="1" spc="-10">
                <a:latin typeface="Trebuchet MS"/>
                <a:cs typeface="Trebuchet MS"/>
              </a:rPr>
              <a:t>вебинары</a:t>
            </a:r>
            <a:endParaRPr lang="ru-RU" sz="32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502</TotalTime>
  <Words>574</Words>
  <Application>Microsoft Macintosh PowerPoint</Application>
  <PresentationFormat>On-screen Show (16:9)</PresentationFormat>
  <Paragraphs>134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Apple Chancery</vt:lpstr>
      <vt:lpstr>Arial</vt:lpstr>
      <vt:lpstr>Calibri</vt:lpstr>
      <vt:lpstr>Roboto</vt:lpstr>
      <vt:lpstr>Trebuchet MS</vt:lpstr>
      <vt:lpstr>Office Theme</vt:lpstr>
      <vt:lpstr>ML для финансового анализа Course project</vt:lpstr>
      <vt:lpstr>Проверить, идет ли запись</vt:lpstr>
      <vt:lpstr>Правила вебинара</vt:lpstr>
      <vt:lpstr>ML для финансового анализа Course project</vt:lpstr>
      <vt:lpstr>Карта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14</cp:revision>
  <dcterms:created xsi:type="dcterms:W3CDTF">2024-07-23T07:20:56Z</dcterms:created>
  <dcterms:modified xsi:type="dcterms:W3CDTF">2024-12-03T11:40:42Z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