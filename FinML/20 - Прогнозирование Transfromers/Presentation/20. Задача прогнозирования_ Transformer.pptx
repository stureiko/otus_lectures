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Lst>
  <p:notesMasterIdLst>
    <p:notesMasterId r:id="rId56"/>
  </p:notesMasterIdLst>
  <p:sldIdLst>
    <p:sldId id="256" r:id="rId3"/>
    <p:sldId id="257" r:id="rId4"/>
    <p:sldId id="312" r:id="rId5"/>
    <p:sldId id="259" r:id="rId6"/>
    <p:sldId id="260" r:id="rId7"/>
    <p:sldId id="261" r:id="rId8"/>
    <p:sldId id="442"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5" r:id="rId22"/>
    <p:sldId id="276" r:id="rId23"/>
    <p:sldId id="277" r:id="rId24"/>
    <p:sldId id="278" r:id="rId25"/>
    <p:sldId id="279" r:id="rId26"/>
    <p:sldId id="280" r:id="rId27"/>
    <p:sldId id="281" r:id="rId28"/>
    <p:sldId id="282" r:id="rId29"/>
    <p:sldId id="283" r:id="rId30"/>
    <p:sldId id="284" r:id="rId31"/>
    <p:sldId id="285" r:id="rId32"/>
    <p:sldId id="445" r:id="rId33"/>
    <p:sldId id="286" r:id="rId34"/>
    <p:sldId id="287" r:id="rId35"/>
    <p:sldId id="289" r:id="rId36"/>
    <p:sldId id="290" r:id="rId37"/>
    <p:sldId id="291" r:id="rId38"/>
    <p:sldId id="292" r:id="rId39"/>
    <p:sldId id="293" r:id="rId40"/>
    <p:sldId id="294" r:id="rId41"/>
    <p:sldId id="295" r:id="rId42"/>
    <p:sldId id="296" r:id="rId43"/>
    <p:sldId id="297" r:id="rId44"/>
    <p:sldId id="298" r:id="rId45"/>
    <p:sldId id="451" r:id="rId46"/>
    <p:sldId id="444" r:id="rId47"/>
    <p:sldId id="299" r:id="rId48"/>
    <p:sldId id="288" r:id="rId49"/>
    <p:sldId id="300" r:id="rId50"/>
    <p:sldId id="301" r:id="rId51"/>
    <p:sldId id="302" r:id="rId52"/>
    <p:sldId id="303" r:id="rId53"/>
    <p:sldId id="304" r:id="rId54"/>
    <p:sldId id="339" r:id="rId55"/>
  </p:sldIdLst>
  <p:sldSz cx="9144000" cy="5143500" type="screen16x9"/>
  <p:notesSz cx="6858000" cy="9144000"/>
  <p:embeddedFontLst>
    <p:embeddedFont>
      <p:font typeface="Fira Sans" panose="020B0503050000020004" pitchFamily="34" charset="0"/>
      <p:regular r:id="rId57"/>
      <p:bold r:id="rId58"/>
      <p:italic r:id="rId59"/>
      <p:boldItalic r:id="rId60"/>
    </p:embeddedFont>
    <p:embeddedFont>
      <p:font typeface="Roboto" panose="02000000000000000000" pitchFamily="2"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533">
          <p15:clr>
            <a:srgbClr val="A4A3A4"/>
          </p15:clr>
        </p15:guide>
        <p15:guide id="2" pos="1002">
          <p15:clr>
            <a:srgbClr val="9AA0A6"/>
          </p15:clr>
        </p15:guide>
        <p15:guide id="3" orient="horz" pos="179">
          <p15:clr>
            <a:srgbClr val="9AA0A6"/>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hevxR7cXbAy/Jamqs4DJ1BopafY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EBACB3-E1FC-4536-85BA-FA88EEA8D802}">
  <a:tblStyle styleId="{74EBACB3-E1FC-4536-85BA-FA88EEA8D802}"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94681"/>
  </p:normalViewPr>
  <p:slideViewPr>
    <p:cSldViewPr snapToGrid="0">
      <p:cViewPr varScale="1">
        <p:scale>
          <a:sx n="280" d="100"/>
          <a:sy n="280" d="100"/>
        </p:scale>
        <p:origin x="1088" y="184"/>
      </p:cViewPr>
      <p:guideLst>
        <p:guide pos="5533"/>
        <p:guide pos="1002"/>
        <p:guide orient="horz" pos="1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7.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2.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5.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3.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4.fntdata"/><Relationship Id="rId65"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e823becd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e823becd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6ae3d6f989_0_8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36ae3d6f989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6ae3d6f989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6ae3d6f989_0_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6ae3d6f989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6ae3d6f989_0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6ae3d6f989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6ae3d6f989_0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6ae3d6f989_0_10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g36ae3d6f989_0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6ae3d6f989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6ae3d6f989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6ae3d6f989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36ae3d6f989_0_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6ae3d6f989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g36ae3d6f989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6ae3d6f989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g36ae3d6f989_0_2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6ae3d6f989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g36ae3d6f989_0_2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6ae3d6f989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36ae3d6f989_0_3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6ae3d6f989_0_183: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36ae3d6f989_0_1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6ae3d6f989_0_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g36ae3d6f98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6ae3d6f989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6ae3d6f989_0_1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6ae3d6f989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g36ae3d6f989_0_3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6ae3d6f989_0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6" name="Google Shape;316;g36ae3d6f989_0_3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6ae3d6f989_0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36ae3d6f989_0_3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6ae3d6f989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g36ae3d6f989_0_3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6ae3d6f989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36ae3d6f989_0_3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ae3d6f989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0" name="Google Shape;340;g36ae3d6f989_0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6ae3d6f989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g36ae3d6f989_0_3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6ae3d6f989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g36ae3d6f989_0_3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6ae3d6f989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g36ae3d6f989_0_3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766845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6ae3d6f989_0_45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g36ae3d6f989_0_4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6ae3d6f989_0_46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g36ae3d6f989_0_4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6ae3d6f989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8" name="Google Shape;378;g36ae3d6f989_0_3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6ae3d6f989_0_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g36ae3d6f989_0_3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6ae3d6f989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g36ae3d6f989_0_3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6ae3d6f989_0_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g36ae3d6f989_0_3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6ae3d6f989_0_4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g36ae3d6f989_0_4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6ae3d6f989_0_4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g36ae3d6f989_0_4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6ae3d6f989_0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g36ae3d6f989_0_4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6ae3d6f989_0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5" name="Google Shape;435;g36ae3d6f989_0_4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6ae3d6f989_0_4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2" name="Google Shape;442;g36ae3d6f989_0_4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6ae3d6f989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9" name="Google Shape;449;g36ae3d6f989_0_3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2: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6ae3d6f989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g36ae3d6f989_0_1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3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5" name="Google Shape;465;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3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0" name="Google Shape;470;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7: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5" name="Google Shape;475;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3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4" name="Google Shape;484;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8" name="Google Shape;498;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6" name="Google Shape;746;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42"/>
          <p:cNvPicPr preferRelativeResize="0"/>
          <p:nvPr/>
        </p:nvPicPr>
        <p:blipFill rotWithShape="1">
          <a:blip r:embed="rId2">
            <a:alphaModFix/>
          </a:blip>
          <a:srcRect l="98" r="97"/>
          <a:stretch/>
        </p:blipFill>
        <p:spPr>
          <a:xfrm>
            <a:off x="-17925" y="-10075"/>
            <a:ext cx="9194726" cy="5182151"/>
          </a:xfrm>
          <a:prstGeom prst="rect">
            <a:avLst/>
          </a:prstGeom>
          <a:noFill/>
          <a:ln>
            <a:noFill/>
          </a:ln>
        </p:spPr>
      </p:pic>
      <p:sp>
        <p:nvSpPr>
          <p:cNvPr id="11" name="Google Shape;11;p42"/>
          <p:cNvSpPr txBox="1">
            <a:spLocks noGrp="1"/>
          </p:cNvSpPr>
          <p:nvPr>
            <p:ph type="subTitle" idx="1"/>
          </p:nvPr>
        </p:nvSpPr>
        <p:spPr>
          <a:xfrm>
            <a:off x="944650" y="4350425"/>
            <a:ext cx="8293200" cy="480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800"/>
              <a:buNone/>
              <a:defRPr sz="1800" b="1">
                <a:solidFill>
                  <a:schemeClr val="l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12" name="Google Shape;12;p42"/>
          <p:cNvSpPr txBox="1">
            <a:spLocks noGrp="1"/>
          </p:cNvSpPr>
          <p:nvPr>
            <p:ph type="title"/>
          </p:nvPr>
        </p:nvSpPr>
        <p:spPr>
          <a:xfrm>
            <a:off x="944650" y="1769200"/>
            <a:ext cx="7379700" cy="23754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lt1"/>
              </a:buClr>
              <a:buSzPts val="5600"/>
              <a:buNone/>
              <a:defRPr sz="5600">
                <a:solidFill>
                  <a:schemeClr val="lt1"/>
                </a:solidFill>
              </a:defRPr>
            </a:lvl1pPr>
            <a:lvl2pPr lvl="1" algn="l">
              <a:lnSpc>
                <a:spcPct val="90000"/>
              </a:lnSpc>
              <a:spcBef>
                <a:spcPts val="0"/>
              </a:spcBef>
              <a:spcAft>
                <a:spcPts val="0"/>
              </a:spcAft>
              <a:buSzPts val="6000"/>
              <a:buNone/>
              <a:defRPr sz="6000"/>
            </a:lvl2pPr>
            <a:lvl3pPr lvl="2" algn="l">
              <a:lnSpc>
                <a:spcPct val="90000"/>
              </a:lnSpc>
              <a:spcBef>
                <a:spcPts val="0"/>
              </a:spcBef>
              <a:spcAft>
                <a:spcPts val="0"/>
              </a:spcAft>
              <a:buSzPts val="6000"/>
              <a:buNone/>
              <a:defRPr sz="6000"/>
            </a:lvl3pPr>
            <a:lvl4pPr lvl="3" algn="l">
              <a:lnSpc>
                <a:spcPct val="90000"/>
              </a:lnSpc>
              <a:spcBef>
                <a:spcPts val="0"/>
              </a:spcBef>
              <a:spcAft>
                <a:spcPts val="0"/>
              </a:spcAft>
              <a:buSzPts val="6000"/>
              <a:buNone/>
              <a:defRPr sz="6000"/>
            </a:lvl4pPr>
            <a:lvl5pPr lvl="4" algn="l">
              <a:lnSpc>
                <a:spcPct val="90000"/>
              </a:lnSpc>
              <a:spcBef>
                <a:spcPts val="0"/>
              </a:spcBef>
              <a:spcAft>
                <a:spcPts val="0"/>
              </a:spcAft>
              <a:buSzPts val="6000"/>
              <a:buNone/>
              <a:defRPr sz="6000"/>
            </a:lvl5pPr>
            <a:lvl6pPr lvl="5" algn="l">
              <a:lnSpc>
                <a:spcPct val="90000"/>
              </a:lnSpc>
              <a:spcBef>
                <a:spcPts val="0"/>
              </a:spcBef>
              <a:spcAft>
                <a:spcPts val="0"/>
              </a:spcAft>
              <a:buSzPts val="6000"/>
              <a:buNone/>
              <a:defRPr sz="6000"/>
            </a:lvl6pPr>
            <a:lvl7pPr lvl="6" algn="l">
              <a:lnSpc>
                <a:spcPct val="90000"/>
              </a:lnSpc>
              <a:spcBef>
                <a:spcPts val="0"/>
              </a:spcBef>
              <a:spcAft>
                <a:spcPts val="0"/>
              </a:spcAft>
              <a:buSzPts val="6000"/>
              <a:buNone/>
              <a:defRPr sz="6000"/>
            </a:lvl7pPr>
            <a:lvl8pPr lvl="7" algn="l">
              <a:lnSpc>
                <a:spcPct val="90000"/>
              </a:lnSpc>
              <a:spcBef>
                <a:spcPts val="0"/>
              </a:spcBef>
              <a:spcAft>
                <a:spcPts val="0"/>
              </a:spcAft>
              <a:buSzPts val="6000"/>
              <a:buNone/>
              <a:defRPr sz="6000"/>
            </a:lvl8pPr>
            <a:lvl9pPr lvl="8" algn="l">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3"/>
        <p:cNvGrpSpPr/>
        <p:nvPr/>
      </p:nvGrpSpPr>
      <p:grpSpPr>
        <a:xfrm>
          <a:off x="0" y="0"/>
          <a:ext cx="0" cy="0"/>
          <a:chOff x="0" y="0"/>
          <a:chExt cx="0" cy="0"/>
        </a:xfrm>
      </p:grpSpPr>
      <p:sp>
        <p:nvSpPr>
          <p:cNvPr id="14" name="Google Shape;14;p43"/>
          <p:cNvSpPr txBox="1">
            <a:spLocks noGrp="1"/>
          </p:cNvSpPr>
          <p:nvPr>
            <p:ph type="title"/>
          </p:nvPr>
        </p:nvSpPr>
        <p:spPr>
          <a:xfrm>
            <a:off x="500550" y="1784775"/>
            <a:ext cx="7935300" cy="1145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5" name="Google Shape;15;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16"/>
        <p:cNvGrpSpPr/>
        <p:nvPr/>
      </p:nvGrpSpPr>
      <p:grpSpPr>
        <a:xfrm>
          <a:off x="0" y="0"/>
          <a:ext cx="0" cy="0"/>
          <a:chOff x="0" y="0"/>
          <a:chExt cx="0" cy="0"/>
        </a:xfrm>
      </p:grpSpPr>
      <p:sp>
        <p:nvSpPr>
          <p:cNvPr id="17" name="Google Shape;17;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
        <p:nvSpPr>
          <p:cNvPr id="18" name="Google Shape;18;p44"/>
          <p:cNvSpPr txBox="1">
            <a:spLocks noGrp="1"/>
          </p:cNvSpPr>
          <p:nvPr>
            <p:ph type="title"/>
          </p:nvPr>
        </p:nvSpPr>
        <p:spPr>
          <a:xfrm>
            <a:off x="500550" y="821213"/>
            <a:ext cx="8520600" cy="198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44"/>
          <p:cNvSpPr txBox="1">
            <a:spLocks noGrp="1"/>
          </p:cNvSpPr>
          <p:nvPr>
            <p:ph type="subTitle" idx="1"/>
          </p:nvPr>
        </p:nvSpPr>
        <p:spPr>
          <a:xfrm>
            <a:off x="500550" y="457313"/>
            <a:ext cx="77967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FF9900"/>
              </a:buClr>
              <a:buSzPts val="1500"/>
              <a:buNone/>
              <a:defRPr sz="1500">
                <a:solidFill>
                  <a:srgbClr val="FF9900"/>
                </a:solidFill>
              </a:defRPr>
            </a:lvl1pPr>
            <a:lvl2pPr lvl="1" algn="l">
              <a:lnSpc>
                <a:spcPct val="100000"/>
              </a:lnSpc>
              <a:spcBef>
                <a:spcPts val="0"/>
              </a:spcBef>
              <a:spcAft>
                <a:spcPts val="0"/>
              </a:spcAft>
              <a:buClr>
                <a:srgbClr val="013D85"/>
              </a:buClr>
              <a:buSzPts val="2300"/>
              <a:buNone/>
              <a:defRPr sz="2300">
                <a:solidFill>
                  <a:srgbClr val="013D85"/>
                </a:solidFill>
              </a:defRPr>
            </a:lvl2pPr>
            <a:lvl3pPr lvl="2" algn="l">
              <a:lnSpc>
                <a:spcPct val="100000"/>
              </a:lnSpc>
              <a:spcBef>
                <a:spcPts val="0"/>
              </a:spcBef>
              <a:spcAft>
                <a:spcPts val="0"/>
              </a:spcAft>
              <a:buClr>
                <a:srgbClr val="013D85"/>
              </a:buClr>
              <a:buSzPts val="2300"/>
              <a:buNone/>
              <a:defRPr sz="2300">
                <a:solidFill>
                  <a:srgbClr val="013D85"/>
                </a:solidFill>
              </a:defRPr>
            </a:lvl3pPr>
            <a:lvl4pPr lvl="3" algn="l">
              <a:lnSpc>
                <a:spcPct val="100000"/>
              </a:lnSpc>
              <a:spcBef>
                <a:spcPts val="0"/>
              </a:spcBef>
              <a:spcAft>
                <a:spcPts val="0"/>
              </a:spcAft>
              <a:buClr>
                <a:srgbClr val="013D85"/>
              </a:buClr>
              <a:buSzPts val="2300"/>
              <a:buNone/>
              <a:defRPr sz="2300">
                <a:solidFill>
                  <a:srgbClr val="013D85"/>
                </a:solidFill>
              </a:defRPr>
            </a:lvl4pPr>
            <a:lvl5pPr lvl="4" algn="l">
              <a:lnSpc>
                <a:spcPct val="100000"/>
              </a:lnSpc>
              <a:spcBef>
                <a:spcPts val="0"/>
              </a:spcBef>
              <a:spcAft>
                <a:spcPts val="0"/>
              </a:spcAft>
              <a:buClr>
                <a:srgbClr val="013D85"/>
              </a:buClr>
              <a:buSzPts val="2300"/>
              <a:buNone/>
              <a:defRPr sz="2300">
                <a:solidFill>
                  <a:srgbClr val="013D85"/>
                </a:solidFill>
              </a:defRPr>
            </a:lvl5pPr>
            <a:lvl6pPr lvl="5" algn="l">
              <a:lnSpc>
                <a:spcPct val="100000"/>
              </a:lnSpc>
              <a:spcBef>
                <a:spcPts val="0"/>
              </a:spcBef>
              <a:spcAft>
                <a:spcPts val="0"/>
              </a:spcAft>
              <a:buClr>
                <a:srgbClr val="013D85"/>
              </a:buClr>
              <a:buSzPts val="2300"/>
              <a:buNone/>
              <a:defRPr sz="2300">
                <a:solidFill>
                  <a:srgbClr val="013D85"/>
                </a:solidFill>
              </a:defRPr>
            </a:lvl6pPr>
            <a:lvl7pPr lvl="6" algn="l">
              <a:lnSpc>
                <a:spcPct val="100000"/>
              </a:lnSpc>
              <a:spcBef>
                <a:spcPts val="0"/>
              </a:spcBef>
              <a:spcAft>
                <a:spcPts val="0"/>
              </a:spcAft>
              <a:buClr>
                <a:srgbClr val="013D85"/>
              </a:buClr>
              <a:buSzPts val="2300"/>
              <a:buNone/>
              <a:defRPr sz="2300">
                <a:solidFill>
                  <a:srgbClr val="013D85"/>
                </a:solidFill>
              </a:defRPr>
            </a:lvl7pPr>
            <a:lvl8pPr lvl="7" algn="l">
              <a:lnSpc>
                <a:spcPct val="100000"/>
              </a:lnSpc>
              <a:spcBef>
                <a:spcPts val="0"/>
              </a:spcBef>
              <a:spcAft>
                <a:spcPts val="0"/>
              </a:spcAft>
              <a:buClr>
                <a:srgbClr val="013D85"/>
              </a:buClr>
              <a:buSzPts val="2300"/>
              <a:buNone/>
              <a:defRPr sz="2300">
                <a:solidFill>
                  <a:srgbClr val="013D85"/>
                </a:solidFill>
              </a:defRPr>
            </a:lvl8pPr>
            <a:lvl9pPr lvl="8" algn="l">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0" name="Google Shape;20;p44"/>
          <p:cNvSpPr txBox="1">
            <a:spLocks noGrp="1"/>
          </p:cNvSpPr>
          <p:nvPr>
            <p:ph type="subTitle" idx="2"/>
          </p:nvPr>
        </p:nvSpPr>
        <p:spPr>
          <a:xfrm>
            <a:off x="3135425" y="2978831"/>
            <a:ext cx="5856300" cy="58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500"/>
              <a:buNone/>
              <a:defRPr sz="1500" b="1"/>
            </a:lvl1pPr>
            <a:lvl2pPr lvl="1" algn="l">
              <a:lnSpc>
                <a:spcPct val="100000"/>
              </a:lnSpc>
              <a:spcBef>
                <a:spcPts val="0"/>
              </a:spcBef>
              <a:spcAft>
                <a:spcPts val="0"/>
              </a:spcAft>
              <a:buClr>
                <a:srgbClr val="013D85"/>
              </a:buClr>
              <a:buSzPts val="2300"/>
              <a:buNone/>
              <a:defRPr sz="2300" b="1">
                <a:solidFill>
                  <a:srgbClr val="013D85"/>
                </a:solidFill>
              </a:defRPr>
            </a:lvl2pPr>
            <a:lvl3pPr lvl="2" algn="l">
              <a:lnSpc>
                <a:spcPct val="100000"/>
              </a:lnSpc>
              <a:spcBef>
                <a:spcPts val="0"/>
              </a:spcBef>
              <a:spcAft>
                <a:spcPts val="0"/>
              </a:spcAft>
              <a:buClr>
                <a:srgbClr val="013D85"/>
              </a:buClr>
              <a:buSzPts val="2300"/>
              <a:buNone/>
              <a:defRPr sz="2300" b="1">
                <a:solidFill>
                  <a:srgbClr val="013D85"/>
                </a:solidFill>
              </a:defRPr>
            </a:lvl3pPr>
            <a:lvl4pPr lvl="3" algn="l">
              <a:lnSpc>
                <a:spcPct val="100000"/>
              </a:lnSpc>
              <a:spcBef>
                <a:spcPts val="0"/>
              </a:spcBef>
              <a:spcAft>
                <a:spcPts val="0"/>
              </a:spcAft>
              <a:buClr>
                <a:srgbClr val="013D85"/>
              </a:buClr>
              <a:buSzPts val="2300"/>
              <a:buNone/>
              <a:defRPr sz="2300" b="1">
                <a:solidFill>
                  <a:srgbClr val="013D85"/>
                </a:solidFill>
              </a:defRPr>
            </a:lvl4pPr>
            <a:lvl5pPr lvl="4" algn="l">
              <a:lnSpc>
                <a:spcPct val="100000"/>
              </a:lnSpc>
              <a:spcBef>
                <a:spcPts val="0"/>
              </a:spcBef>
              <a:spcAft>
                <a:spcPts val="0"/>
              </a:spcAft>
              <a:buClr>
                <a:srgbClr val="013D85"/>
              </a:buClr>
              <a:buSzPts val="2300"/>
              <a:buNone/>
              <a:defRPr sz="2300" b="1">
                <a:solidFill>
                  <a:srgbClr val="013D85"/>
                </a:solidFill>
              </a:defRPr>
            </a:lvl5pPr>
            <a:lvl6pPr lvl="5" algn="l">
              <a:lnSpc>
                <a:spcPct val="100000"/>
              </a:lnSpc>
              <a:spcBef>
                <a:spcPts val="0"/>
              </a:spcBef>
              <a:spcAft>
                <a:spcPts val="0"/>
              </a:spcAft>
              <a:buClr>
                <a:srgbClr val="013D85"/>
              </a:buClr>
              <a:buSzPts val="2300"/>
              <a:buNone/>
              <a:defRPr sz="2300" b="1">
                <a:solidFill>
                  <a:srgbClr val="013D85"/>
                </a:solidFill>
              </a:defRPr>
            </a:lvl6pPr>
            <a:lvl7pPr lvl="6" algn="l">
              <a:lnSpc>
                <a:spcPct val="100000"/>
              </a:lnSpc>
              <a:spcBef>
                <a:spcPts val="0"/>
              </a:spcBef>
              <a:spcAft>
                <a:spcPts val="0"/>
              </a:spcAft>
              <a:buClr>
                <a:srgbClr val="013D85"/>
              </a:buClr>
              <a:buSzPts val="2300"/>
              <a:buNone/>
              <a:defRPr sz="2300" b="1">
                <a:solidFill>
                  <a:srgbClr val="013D85"/>
                </a:solidFill>
              </a:defRPr>
            </a:lvl7pPr>
            <a:lvl8pPr lvl="7" algn="l">
              <a:lnSpc>
                <a:spcPct val="100000"/>
              </a:lnSpc>
              <a:spcBef>
                <a:spcPts val="0"/>
              </a:spcBef>
              <a:spcAft>
                <a:spcPts val="0"/>
              </a:spcAft>
              <a:buClr>
                <a:srgbClr val="013D85"/>
              </a:buClr>
              <a:buSzPts val="2300"/>
              <a:buNone/>
              <a:defRPr sz="2300" b="1">
                <a:solidFill>
                  <a:srgbClr val="013D85"/>
                </a:solidFill>
              </a:defRPr>
            </a:lvl8pPr>
            <a:lvl9pPr lvl="8" algn="l">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1" name="Google Shape;21;p44"/>
          <p:cNvSpPr txBox="1">
            <a:spLocks noGrp="1"/>
          </p:cNvSpPr>
          <p:nvPr>
            <p:ph type="subTitle" idx="3"/>
          </p:nvPr>
        </p:nvSpPr>
        <p:spPr>
          <a:xfrm>
            <a:off x="3135425" y="3278981"/>
            <a:ext cx="58563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
        <p:nvSpPr>
          <p:cNvPr id="22" name="Google Shape;22;p44"/>
          <p:cNvSpPr txBox="1">
            <a:spLocks noGrp="1"/>
          </p:cNvSpPr>
          <p:nvPr>
            <p:ph type="subTitle" idx="4"/>
          </p:nvPr>
        </p:nvSpPr>
        <p:spPr>
          <a:xfrm>
            <a:off x="3135425" y="3662550"/>
            <a:ext cx="5856300" cy="10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23"/>
        <p:cNvGrpSpPr/>
        <p:nvPr/>
      </p:nvGrpSpPr>
      <p:grpSpPr>
        <a:xfrm>
          <a:off x="0" y="0"/>
          <a:ext cx="0" cy="0"/>
          <a:chOff x="0" y="0"/>
          <a:chExt cx="0" cy="0"/>
        </a:xfrm>
      </p:grpSpPr>
      <p:sp>
        <p:nvSpPr>
          <p:cNvPr id="24" name="Google Shape;24;p45"/>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5"/>
        <p:cNvGrpSpPr/>
        <p:nvPr/>
      </p:nvGrpSpPr>
      <p:grpSpPr>
        <a:xfrm>
          <a:off x="0" y="0"/>
          <a:ext cx="0" cy="0"/>
          <a:chOff x="0" y="0"/>
          <a:chExt cx="0" cy="0"/>
        </a:xfrm>
      </p:grpSpPr>
      <p:sp>
        <p:nvSpPr>
          <p:cNvPr id="26" name="Google Shape;26;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pic>
        <p:nvPicPr>
          <p:cNvPr id="27" name="Google Shape;27;p4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8" name="Google Shape;28;p46"/>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4600"/>
              <a:buNone/>
              <a:defRPr sz="4600">
                <a:solidFill>
                  <a:schemeClr val="lt1"/>
                </a:solidFill>
              </a:defRPr>
            </a:lvl1pPr>
            <a:lvl2pPr lvl="1" algn="l">
              <a:lnSpc>
                <a:spcPct val="100000"/>
              </a:lnSpc>
              <a:spcBef>
                <a:spcPts val="0"/>
              </a:spcBef>
              <a:spcAft>
                <a:spcPts val="0"/>
              </a:spcAft>
              <a:buSzPts val="5000"/>
              <a:buNone/>
              <a:defRPr sz="5000"/>
            </a:lvl2pPr>
            <a:lvl3pPr lvl="2" algn="l">
              <a:lnSpc>
                <a:spcPct val="100000"/>
              </a:lnSpc>
              <a:spcBef>
                <a:spcPts val="0"/>
              </a:spcBef>
              <a:spcAft>
                <a:spcPts val="0"/>
              </a:spcAft>
              <a:buSzPts val="5000"/>
              <a:buNone/>
              <a:defRPr sz="5000"/>
            </a:lvl3pPr>
            <a:lvl4pPr lvl="3" algn="l">
              <a:lnSpc>
                <a:spcPct val="100000"/>
              </a:lnSpc>
              <a:spcBef>
                <a:spcPts val="0"/>
              </a:spcBef>
              <a:spcAft>
                <a:spcPts val="0"/>
              </a:spcAft>
              <a:buSzPts val="5000"/>
              <a:buNone/>
              <a:defRPr sz="5000"/>
            </a:lvl4pPr>
            <a:lvl5pPr lvl="4" algn="l">
              <a:lnSpc>
                <a:spcPct val="100000"/>
              </a:lnSpc>
              <a:spcBef>
                <a:spcPts val="0"/>
              </a:spcBef>
              <a:spcAft>
                <a:spcPts val="0"/>
              </a:spcAft>
              <a:buSzPts val="5000"/>
              <a:buNone/>
              <a:defRPr sz="5000"/>
            </a:lvl5pPr>
            <a:lvl6pPr lvl="5" algn="l">
              <a:lnSpc>
                <a:spcPct val="100000"/>
              </a:lnSpc>
              <a:spcBef>
                <a:spcPts val="0"/>
              </a:spcBef>
              <a:spcAft>
                <a:spcPts val="0"/>
              </a:spcAft>
              <a:buSzPts val="5000"/>
              <a:buNone/>
              <a:defRPr sz="5000"/>
            </a:lvl6pPr>
            <a:lvl7pPr lvl="6" algn="l">
              <a:lnSpc>
                <a:spcPct val="100000"/>
              </a:lnSpc>
              <a:spcBef>
                <a:spcPts val="0"/>
              </a:spcBef>
              <a:spcAft>
                <a:spcPts val="0"/>
              </a:spcAft>
              <a:buSzPts val="5000"/>
              <a:buNone/>
              <a:defRPr sz="5000"/>
            </a:lvl7pPr>
            <a:lvl8pPr lvl="7" algn="l">
              <a:lnSpc>
                <a:spcPct val="100000"/>
              </a:lnSpc>
              <a:spcBef>
                <a:spcPts val="0"/>
              </a:spcBef>
              <a:spcAft>
                <a:spcPts val="0"/>
              </a:spcAft>
              <a:buSzPts val="5000"/>
              <a:buNone/>
              <a:defRPr sz="5000"/>
            </a:lvl8pPr>
            <a:lvl9pPr lvl="8" algn="l">
              <a:lnSpc>
                <a:spcPct val="100000"/>
              </a:lnSpc>
              <a:spcBef>
                <a:spcPts val="0"/>
              </a:spcBef>
              <a:spcAft>
                <a:spcPts val="0"/>
              </a:spcAft>
              <a:buSzPts val="5000"/>
              <a:buNone/>
              <a:defRPr sz="5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47"/>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 name="Google Shape;31;p47"/>
          <p:cNvSpPr txBox="1">
            <a:spLocks noGrp="1"/>
          </p:cNvSpPr>
          <p:nvPr>
            <p:ph type="body" idx="1"/>
          </p:nvPr>
        </p:nvSpPr>
        <p:spPr>
          <a:xfrm>
            <a:off x="500550" y="1426469"/>
            <a:ext cx="8520600" cy="3416400"/>
          </a:xfrm>
          <a:prstGeom prst="rect">
            <a:avLst/>
          </a:prstGeom>
          <a:noFill/>
          <a:ln>
            <a:noFill/>
          </a:ln>
        </p:spPr>
        <p:txBody>
          <a:bodyPr spcFirstLastPara="1" wrap="square" lIns="91425" tIns="91425" rIns="91425" bIns="91425" anchor="t" anchorCtr="0">
            <a:normAutofit/>
          </a:bodyPr>
          <a:lstStyle>
            <a:lvl1pPr marL="457200" lvl="0" indent="-323850" algn="l">
              <a:lnSpc>
                <a:spcPct val="120000"/>
              </a:lnSpc>
              <a:spcBef>
                <a:spcPts val="300"/>
              </a:spcBef>
              <a:spcAft>
                <a:spcPts val="0"/>
              </a:spcAft>
              <a:buSzPts val="1500"/>
              <a:buChar char="●"/>
              <a:defRPr sz="1500"/>
            </a:lvl1pPr>
            <a:lvl2pPr marL="914400" lvl="1" indent="-311150" algn="l">
              <a:lnSpc>
                <a:spcPct val="120000"/>
              </a:lnSpc>
              <a:spcBef>
                <a:spcPts val="300"/>
              </a:spcBef>
              <a:spcAft>
                <a:spcPts val="0"/>
              </a:spcAft>
              <a:buSzPts val="1300"/>
              <a:buChar char="○"/>
              <a:defRPr sz="1300"/>
            </a:lvl2pPr>
            <a:lvl3pPr marL="1371600" lvl="2" indent="-311150" algn="l">
              <a:lnSpc>
                <a:spcPct val="120000"/>
              </a:lnSpc>
              <a:spcBef>
                <a:spcPts val="300"/>
              </a:spcBef>
              <a:spcAft>
                <a:spcPts val="0"/>
              </a:spcAft>
              <a:buSzPts val="1300"/>
              <a:buChar char="■"/>
              <a:defRPr sz="1300"/>
            </a:lvl3pPr>
            <a:lvl4pPr marL="1828800" lvl="3" indent="-311150" algn="l">
              <a:lnSpc>
                <a:spcPct val="120000"/>
              </a:lnSpc>
              <a:spcBef>
                <a:spcPts val="300"/>
              </a:spcBef>
              <a:spcAft>
                <a:spcPts val="0"/>
              </a:spcAft>
              <a:buSzPts val="1300"/>
              <a:buChar char="●"/>
              <a:defRPr sz="1300"/>
            </a:lvl4pPr>
            <a:lvl5pPr marL="2286000" lvl="4" indent="-311150" algn="l">
              <a:lnSpc>
                <a:spcPct val="120000"/>
              </a:lnSpc>
              <a:spcBef>
                <a:spcPts val="0"/>
              </a:spcBef>
              <a:spcAft>
                <a:spcPts val="0"/>
              </a:spcAft>
              <a:buSzPts val="1300"/>
              <a:buChar char="○"/>
              <a:defRPr sz="1300"/>
            </a:lvl5pPr>
            <a:lvl6pPr marL="2743200" lvl="5" indent="-311150" algn="l">
              <a:lnSpc>
                <a:spcPct val="120000"/>
              </a:lnSpc>
              <a:spcBef>
                <a:spcPts val="300"/>
              </a:spcBef>
              <a:spcAft>
                <a:spcPts val="0"/>
              </a:spcAft>
              <a:buSzPts val="1300"/>
              <a:buChar char="■"/>
              <a:defRPr sz="1300"/>
            </a:lvl6pPr>
            <a:lvl7pPr marL="3200400" lvl="6" indent="-311150" algn="l">
              <a:lnSpc>
                <a:spcPct val="120000"/>
              </a:lnSpc>
              <a:spcBef>
                <a:spcPts val="300"/>
              </a:spcBef>
              <a:spcAft>
                <a:spcPts val="0"/>
              </a:spcAft>
              <a:buSzPts val="1300"/>
              <a:buChar char="●"/>
              <a:defRPr sz="1300"/>
            </a:lvl7pPr>
            <a:lvl8pPr marL="3657600" lvl="7" indent="-311150" algn="l">
              <a:lnSpc>
                <a:spcPct val="120000"/>
              </a:lnSpc>
              <a:spcBef>
                <a:spcPts val="300"/>
              </a:spcBef>
              <a:spcAft>
                <a:spcPts val="0"/>
              </a:spcAft>
              <a:buSzPts val="1300"/>
              <a:buChar char="○"/>
              <a:defRPr sz="1300"/>
            </a:lvl8pPr>
            <a:lvl9pPr marL="4114800" lvl="8" indent="-311150" algn="l">
              <a:lnSpc>
                <a:spcPct val="120000"/>
              </a:lnSpc>
              <a:spcBef>
                <a:spcPts val="300"/>
              </a:spcBef>
              <a:spcAft>
                <a:spcPts val="0"/>
              </a:spcAft>
              <a:buSzPts val="1300"/>
              <a:buChar char="■"/>
              <a:defRPr sz="1300"/>
            </a:lvl9pPr>
          </a:lstStyle>
          <a:p>
            <a:endParaRPr/>
          </a:p>
        </p:txBody>
      </p:sp>
      <p:sp>
        <p:nvSpPr>
          <p:cNvPr id="32" name="Google Shape;32;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Слайд с кодом 1">
  <p:cSld name="CUSTOM_2">
    <p:spTree>
      <p:nvGrpSpPr>
        <p:cNvPr id="1" name="Shape 33"/>
        <p:cNvGrpSpPr/>
        <p:nvPr/>
      </p:nvGrpSpPr>
      <p:grpSpPr>
        <a:xfrm>
          <a:off x="0" y="0"/>
          <a:ext cx="0" cy="0"/>
          <a:chOff x="0" y="0"/>
          <a:chExt cx="0" cy="0"/>
        </a:xfrm>
      </p:grpSpPr>
      <p:sp>
        <p:nvSpPr>
          <p:cNvPr id="34" name="Google Shape;34;p50"/>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5" name="Google Shape;35;p50"/>
          <p:cNvSpPr/>
          <p:nvPr/>
        </p:nvSpPr>
        <p:spPr>
          <a:xfrm>
            <a:off x="590475" y="1364975"/>
            <a:ext cx="7988400" cy="3412500"/>
          </a:xfrm>
          <a:prstGeom prst="rect">
            <a:avLst/>
          </a:prstGeom>
          <a:solidFill>
            <a:srgbClr val="FBFBF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0"/>
          <p:cNvSpPr txBox="1">
            <a:spLocks noGrp="1"/>
          </p:cNvSpPr>
          <p:nvPr>
            <p:ph type="subTitle" idx="1"/>
          </p:nvPr>
        </p:nvSpPr>
        <p:spPr>
          <a:xfrm>
            <a:off x="754725" y="1516446"/>
            <a:ext cx="8226300" cy="34551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algn="l">
              <a:lnSpc>
                <a:spcPct val="115000"/>
              </a:lnSpc>
              <a:spcBef>
                <a:spcPts val="0"/>
              </a:spcBef>
              <a:spcAft>
                <a:spcPts val="0"/>
              </a:spcAft>
              <a:buSzPts val="1700"/>
              <a:buNone/>
              <a:defRPr sz="1700"/>
            </a:lvl2pPr>
            <a:lvl3pPr lvl="2" algn="l">
              <a:lnSpc>
                <a:spcPct val="115000"/>
              </a:lnSpc>
              <a:spcBef>
                <a:spcPts val="0"/>
              </a:spcBef>
              <a:spcAft>
                <a:spcPts val="0"/>
              </a:spcAft>
              <a:buSzPts val="1700"/>
              <a:buNone/>
              <a:defRPr sz="1700"/>
            </a:lvl3pPr>
            <a:lvl4pPr lvl="3" algn="l">
              <a:lnSpc>
                <a:spcPct val="115000"/>
              </a:lnSpc>
              <a:spcBef>
                <a:spcPts val="0"/>
              </a:spcBef>
              <a:spcAft>
                <a:spcPts val="0"/>
              </a:spcAft>
              <a:buSzPts val="1700"/>
              <a:buNone/>
              <a:defRPr sz="1700"/>
            </a:lvl4pPr>
            <a:lvl5pPr lvl="4" algn="l">
              <a:lnSpc>
                <a:spcPct val="115000"/>
              </a:lnSpc>
              <a:spcBef>
                <a:spcPts val="0"/>
              </a:spcBef>
              <a:spcAft>
                <a:spcPts val="0"/>
              </a:spcAft>
              <a:buSzPts val="1700"/>
              <a:buNone/>
              <a:defRPr sz="1700"/>
            </a:lvl5pPr>
            <a:lvl6pPr lvl="5" algn="l">
              <a:lnSpc>
                <a:spcPct val="115000"/>
              </a:lnSpc>
              <a:spcBef>
                <a:spcPts val="0"/>
              </a:spcBef>
              <a:spcAft>
                <a:spcPts val="0"/>
              </a:spcAft>
              <a:buSzPts val="1700"/>
              <a:buNone/>
              <a:defRPr sz="1700"/>
            </a:lvl6pPr>
            <a:lvl7pPr lvl="6" algn="l">
              <a:lnSpc>
                <a:spcPct val="115000"/>
              </a:lnSpc>
              <a:spcBef>
                <a:spcPts val="0"/>
              </a:spcBef>
              <a:spcAft>
                <a:spcPts val="0"/>
              </a:spcAft>
              <a:buSzPts val="1700"/>
              <a:buNone/>
              <a:defRPr sz="1700"/>
            </a:lvl7pPr>
            <a:lvl8pPr lvl="7" algn="l">
              <a:lnSpc>
                <a:spcPct val="115000"/>
              </a:lnSpc>
              <a:spcBef>
                <a:spcPts val="0"/>
              </a:spcBef>
              <a:spcAft>
                <a:spcPts val="0"/>
              </a:spcAft>
              <a:buSzPts val="1700"/>
              <a:buNone/>
              <a:defRPr sz="1700"/>
            </a:lvl8pPr>
            <a:lvl9pPr lvl="8" algn="l">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Слайд с кодом 2">
  <p:cSld name="CUSTOM_2_1">
    <p:spTree>
      <p:nvGrpSpPr>
        <p:cNvPr id="1" name="Shape 37"/>
        <p:cNvGrpSpPr/>
        <p:nvPr/>
      </p:nvGrpSpPr>
      <p:grpSpPr>
        <a:xfrm>
          <a:off x="0" y="0"/>
          <a:ext cx="0" cy="0"/>
          <a:chOff x="0" y="0"/>
          <a:chExt cx="0" cy="0"/>
        </a:xfrm>
      </p:grpSpPr>
      <p:sp>
        <p:nvSpPr>
          <p:cNvPr id="38" name="Google Shape;38;p5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51"/>
          <p:cNvSpPr/>
          <p:nvPr/>
        </p:nvSpPr>
        <p:spPr>
          <a:xfrm>
            <a:off x="590475" y="1364975"/>
            <a:ext cx="7988400" cy="3412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51"/>
          <p:cNvSpPr txBox="1">
            <a:spLocks noGrp="1"/>
          </p:cNvSpPr>
          <p:nvPr>
            <p:ph type="subTitle" idx="1"/>
          </p:nvPr>
        </p:nvSpPr>
        <p:spPr>
          <a:xfrm>
            <a:off x="754725" y="1516446"/>
            <a:ext cx="8226300" cy="34551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algn="l">
              <a:lnSpc>
                <a:spcPct val="115000"/>
              </a:lnSpc>
              <a:spcBef>
                <a:spcPts val="0"/>
              </a:spcBef>
              <a:spcAft>
                <a:spcPts val="0"/>
              </a:spcAft>
              <a:buClr>
                <a:schemeClr val="lt1"/>
              </a:buClr>
              <a:buSzPts val="1700"/>
              <a:buNone/>
              <a:defRPr sz="1700">
                <a:solidFill>
                  <a:schemeClr val="lt1"/>
                </a:solidFill>
              </a:defRPr>
            </a:lvl2pPr>
            <a:lvl3pPr lvl="2" algn="l">
              <a:lnSpc>
                <a:spcPct val="115000"/>
              </a:lnSpc>
              <a:spcBef>
                <a:spcPts val="0"/>
              </a:spcBef>
              <a:spcAft>
                <a:spcPts val="0"/>
              </a:spcAft>
              <a:buClr>
                <a:schemeClr val="lt1"/>
              </a:buClr>
              <a:buSzPts val="1700"/>
              <a:buNone/>
              <a:defRPr sz="1700">
                <a:solidFill>
                  <a:schemeClr val="lt1"/>
                </a:solidFill>
              </a:defRPr>
            </a:lvl3pPr>
            <a:lvl4pPr lvl="3" algn="l">
              <a:lnSpc>
                <a:spcPct val="115000"/>
              </a:lnSpc>
              <a:spcBef>
                <a:spcPts val="0"/>
              </a:spcBef>
              <a:spcAft>
                <a:spcPts val="0"/>
              </a:spcAft>
              <a:buClr>
                <a:schemeClr val="lt1"/>
              </a:buClr>
              <a:buSzPts val="1700"/>
              <a:buNone/>
              <a:defRPr sz="1700">
                <a:solidFill>
                  <a:schemeClr val="lt1"/>
                </a:solidFill>
              </a:defRPr>
            </a:lvl4pPr>
            <a:lvl5pPr lvl="4" algn="l">
              <a:lnSpc>
                <a:spcPct val="115000"/>
              </a:lnSpc>
              <a:spcBef>
                <a:spcPts val="0"/>
              </a:spcBef>
              <a:spcAft>
                <a:spcPts val="0"/>
              </a:spcAft>
              <a:buClr>
                <a:schemeClr val="lt1"/>
              </a:buClr>
              <a:buSzPts val="1700"/>
              <a:buNone/>
              <a:defRPr sz="1700">
                <a:solidFill>
                  <a:schemeClr val="lt1"/>
                </a:solidFill>
              </a:defRPr>
            </a:lvl5pPr>
            <a:lvl6pPr lvl="5" algn="l">
              <a:lnSpc>
                <a:spcPct val="115000"/>
              </a:lnSpc>
              <a:spcBef>
                <a:spcPts val="0"/>
              </a:spcBef>
              <a:spcAft>
                <a:spcPts val="0"/>
              </a:spcAft>
              <a:buClr>
                <a:schemeClr val="lt1"/>
              </a:buClr>
              <a:buSzPts val="1700"/>
              <a:buNone/>
              <a:defRPr sz="1700">
                <a:solidFill>
                  <a:schemeClr val="lt1"/>
                </a:solidFill>
              </a:defRPr>
            </a:lvl6pPr>
            <a:lvl7pPr lvl="6" algn="l">
              <a:lnSpc>
                <a:spcPct val="115000"/>
              </a:lnSpc>
              <a:spcBef>
                <a:spcPts val="0"/>
              </a:spcBef>
              <a:spcAft>
                <a:spcPts val="0"/>
              </a:spcAft>
              <a:buClr>
                <a:schemeClr val="lt1"/>
              </a:buClr>
              <a:buSzPts val="1700"/>
              <a:buNone/>
              <a:defRPr sz="1700">
                <a:solidFill>
                  <a:schemeClr val="lt1"/>
                </a:solidFill>
              </a:defRPr>
            </a:lvl7pPr>
            <a:lvl8pPr lvl="7" algn="l">
              <a:lnSpc>
                <a:spcPct val="115000"/>
              </a:lnSpc>
              <a:spcBef>
                <a:spcPts val="0"/>
              </a:spcBef>
              <a:spcAft>
                <a:spcPts val="0"/>
              </a:spcAft>
              <a:buClr>
                <a:schemeClr val="lt1"/>
              </a:buClr>
              <a:buSzPts val="1700"/>
              <a:buNone/>
              <a:defRPr sz="1700">
                <a:solidFill>
                  <a:schemeClr val="lt1"/>
                </a:solidFill>
              </a:defRPr>
            </a:lvl8pPr>
            <a:lvl9pPr lvl="8" algn="l">
              <a:lnSpc>
                <a:spcPct val="115000"/>
              </a:lnSpc>
              <a:spcBef>
                <a:spcPts val="0"/>
              </a:spcBef>
              <a:spcAft>
                <a:spcPts val="0"/>
              </a:spcAft>
              <a:buClr>
                <a:schemeClr val="lt1"/>
              </a:buClr>
              <a:buSzPts val="1700"/>
              <a:buNone/>
              <a:defRPr sz="1700">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Shape 41"/>
        <p:cNvGrpSpPr/>
        <p:nvPr/>
      </p:nvGrpSpPr>
      <p:grpSpPr>
        <a:xfrm>
          <a:off x="0" y="0"/>
          <a:ext cx="0" cy="0"/>
          <a:chOff x="0" y="0"/>
          <a:chExt cx="0" cy="0"/>
        </a:xfrm>
      </p:grpSpPr>
      <p:sp>
        <p:nvSpPr>
          <p:cNvPr id="42" name="Google Shape;42;p52"/>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52"/>
          <p:cNvSpPr txBox="1">
            <a:spLocks noGrp="1"/>
          </p:cNvSpPr>
          <p:nvPr>
            <p:ph type="subTitle" idx="1"/>
          </p:nvPr>
        </p:nvSpPr>
        <p:spPr>
          <a:xfrm>
            <a:off x="544050" y="1350425"/>
            <a:ext cx="5316300" cy="904200"/>
          </a:xfrm>
          <a:prstGeom prst="rect">
            <a:avLst/>
          </a:prstGeom>
          <a:noFill/>
          <a:ln>
            <a:noFill/>
          </a:ln>
        </p:spPr>
        <p:txBody>
          <a:bodyPr spcFirstLastPara="1" wrap="square" lIns="91425" tIns="91425" rIns="91425" bIns="91425" anchor="t" anchorCtr="0">
            <a:normAutofit/>
          </a:bodyPr>
          <a:lstStyle>
            <a:lvl1pPr lvl="0" algn="l">
              <a:lnSpc>
                <a:spcPct val="12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
        <p:nvSpPr>
          <p:cNvPr id="44" name="Google Shape;44;p52"/>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52"/>
          <p:cNvSpPr txBox="1">
            <a:spLocks noGrp="1"/>
          </p:cNvSpPr>
          <p:nvPr>
            <p:ph type="subTitle" idx="2"/>
          </p:nvPr>
        </p:nvSpPr>
        <p:spPr>
          <a:xfrm>
            <a:off x="795050" y="2220038"/>
            <a:ext cx="7568100" cy="23637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gn="l">
              <a:lnSpc>
                <a:spcPct val="115000"/>
              </a:lnSpc>
              <a:spcBef>
                <a:spcPts val="0"/>
              </a:spcBef>
              <a:spcAft>
                <a:spcPts val="0"/>
              </a:spcAft>
              <a:buSzPts val="1700"/>
              <a:buNone/>
              <a:defRPr sz="1700"/>
            </a:lvl2pPr>
            <a:lvl3pPr lvl="2" algn="l">
              <a:lnSpc>
                <a:spcPct val="115000"/>
              </a:lnSpc>
              <a:spcBef>
                <a:spcPts val="0"/>
              </a:spcBef>
              <a:spcAft>
                <a:spcPts val="0"/>
              </a:spcAft>
              <a:buSzPts val="1700"/>
              <a:buNone/>
              <a:defRPr sz="1700"/>
            </a:lvl3pPr>
            <a:lvl4pPr lvl="3" algn="l">
              <a:lnSpc>
                <a:spcPct val="115000"/>
              </a:lnSpc>
              <a:spcBef>
                <a:spcPts val="0"/>
              </a:spcBef>
              <a:spcAft>
                <a:spcPts val="0"/>
              </a:spcAft>
              <a:buSzPts val="1700"/>
              <a:buNone/>
              <a:defRPr sz="1700"/>
            </a:lvl4pPr>
            <a:lvl5pPr lvl="4" algn="l">
              <a:lnSpc>
                <a:spcPct val="115000"/>
              </a:lnSpc>
              <a:spcBef>
                <a:spcPts val="0"/>
              </a:spcBef>
              <a:spcAft>
                <a:spcPts val="0"/>
              </a:spcAft>
              <a:buSzPts val="1700"/>
              <a:buNone/>
              <a:defRPr sz="1700"/>
            </a:lvl5pPr>
            <a:lvl6pPr lvl="5" algn="l">
              <a:lnSpc>
                <a:spcPct val="115000"/>
              </a:lnSpc>
              <a:spcBef>
                <a:spcPts val="0"/>
              </a:spcBef>
              <a:spcAft>
                <a:spcPts val="0"/>
              </a:spcAft>
              <a:buSzPts val="1700"/>
              <a:buNone/>
              <a:defRPr sz="1700"/>
            </a:lvl6pPr>
            <a:lvl7pPr lvl="6" algn="l">
              <a:lnSpc>
                <a:spcPct val="115000"/>
              </a:lnSpc>
              <a:spcBef>
                <a:spcPts val="0"/>
              </a:spcBef>
              <a:spcAft>
                <a:spcPts val="0"/>
              </a:spcAft>
              <a:buSzPts val="1700"/>
              <a:buNone/>
              <a:defRPr sz="1700"/>
            </a:lvl7pPr>
            <a:lvl8pPr lvl="7" algn="l">
              <a:lnSpc>
                <a:spcPct val="115000"/>
              </a:lnSpc>
              <a:spcBef>
                <a:spcPts val="0"/>
              </a:spcBef>
              <a:spcAft>
                <a:spcPts val="0"/>
              </a:spcAft>
              <a:buSzPts val="1700"/>
              <a:buNone/>
              <a:defRPr sz="1700"/>
            </a:lvl8pPr>
            <a:lvl9pPr lvl="8" algn="l">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Shape 46"/>
        <p:cNvGrpSpPr/>
        <p:nvPr/>
      </p:nvGrpSpPr>
      <p:grpSpPr>
        <a:xfrm>
          <a:off x="0" y="0"/>
          <a:ext cx="0" cy="0"/>
          <a:chOff x="0" y="0"/>
          <a:chExt cx="0" cy="0"/>
        </a:xfrm>
      </p:grpSpPr>
      <p:sp>
        <p:nvSpPr>
          <p:cNvPr id="47" name="Google Shape;47;p53"/>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8" name="Google Shape;48;p53"/>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53"/>
          <p:cNvSpPr txBox="1">
            <a:spLocks noGrp="1"/>
          </p:cNvSpPr>
          <p:nvPr>
            <p:ph type="subTitle" idx="1"/>
          </p:nvPr>
        </p:nvSpPr>
        <p:spPr>
          <a:xfrm>
            <a:off x="500550" y="1474819"/>
            <a:ext cx="4428600" cy="34551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gn="l">
              <a:lnSpc>
                <a:spcPct val="115000"/>
              </a:lnSpc>
              <a:spcBef>
                <a:spcPts val="0"/>
              </a:spcBef>
              <a:spcAft>
                <a:spcPts val="0"/>
              </a:spcAft>
              <a:buSzPts val="1300"/>
              <a:buNone/>
              <a:defRPr sz="1300"/>
            </a:lvl2pPr>
            <a:lvl3pPr lvl="2" algn="l">
              <a:lnSpc>
                <a:spcPct val="115000"/>
              </a:lnSpc>
              <a:spcBef>
                <a:spcPts val="0"/>
              </a:spcBef>
              <a:spcAft>
                <a:spcPts val="0"/>
              </a:spcAft>
              <a:buSzPts val="1300"/>
              <a:buNone/>
              <a:defRPr/>
            </a:lvl3pPr>
            <a:lvl4pPr lvl="3" algn="l">
              <a:lnSpc>
                <a:spcPct val="115000"/>
              </a:lnSpc>
              <a:spcBef>
                <a:spcPts val="0"/>
              </a:spcBef>
              <a:spcAft>
                <a:spcPts val="0"/>
              </a:spcAft>
              <a:buSzPts val="1300"/>
              <a:buNone/>
              <a:defRPr/>
            </a:lvl4pPr>
            <a:lvl5pPr lvl="4" algn="l">
              <a:lnSpc>
                <a:spcPct val="115000"/>
              </a:lnSpc>
              <a:spcBef>
                <a:spcPts val="0"/>
              </a:spcBef>
              <a:spcAft>
                <a:spcPts val="0"/>
              </a:spcAft>
              <a:buSzPts val="1300"/>
              <a:buNone/>
              <a:defRPr/>
            </a:lvl5pPr>
            <a:lvl6pPr lvl="5" algn="l">
              <a:lnSpc>
                <a:spcPct val="115000"/>
              </a:lnSpc>
              <a:spcBef>
                <a:spcPts val="0"/>
              </a:spcBef>
              <a:spcAft>
                <a:spcPts val="0"/>
              </a:spcAft>
              <a:buSzPts val="1300"/>
              <a:buNone/>
              <a:defRPr/>
            </a:lvl6pPr>
            <a:lvl7pPr lvl="6" algn="l">
              <a:lnSpc>
                <a:spcPct val="115000"/>
              </a:lnSpc>
              <a:spcBef>
                <a:spcPts val="0"/>
              </a:spcBef>
              <a:spcAft>
                <a:spcPts val="0"/>
              </a:spcAft>
              <a:buSzPts val="1300"/>
              <a:buNone/>
              <a:defRPr/>
            </a:lvl7pPr>
            <a:lvl8pPr lvl="7" algn="l">
              <a:lnSpc>
                <a:spcPct val="115000"/>
              </a:lnSpc>
              <a:spcBef>
                <a:spcPts val="0"/>
              </a:spcBef>
              <a:spcAft>
                <a:spcPts val="0"/>
              </a:spcAft>
              <a:buSzPts val="1300"/>
              <a:buNone/>
              <a:defRPr/>
            </a:lvl8pPr>
            <a:lvl9pPr lvl="8" algn="l">
              <a:lnSpc>
                <a:spcPct val="115000"/>
              </a:lnSpc>
              <a:spcBef>
                <a:spcPts val="0"/>
              </a:spcBef>
              <a:spcAft>
                <a:spcPts val="0"/>
              </a:spcAft>
              <a:buSzPts val="1300"/>
              <a:buNone/>
              <a:defRPr/>
            </a:lvl9pPr>
          </a:lstStyle>
          <a:p>
            <a:endParaRPr/>
          </a:p>
        </p:txBody>
      </p:sp>
      <p:sp>
        <p:nvSpPr>
          <p:cNvPr id="50" name="Google Shape;50;p53"/>
          <p:cNvSpPr txBox="1">
            <a:spLocks noGrp="1"/>
          </p:cNvSpPr>
          <p:nvPr>
            <p:ph type="subTitle" idx="2"/>
          </p:nvPr>
        </p:nvSpPr>
        <p:spPr>
          <a:xfrm>
            <a:off x="5555275" y="1474819"/>
            <a:ext cx="3151200" cy="3261300"/>
          </a:xfrm>
          <a:prstGeom prst="rect">
            <a:avLst/>
          </a:prstGeom>
          <a:noFill/>
          <a:ln>
            <a:noFill/>
          </a:ln>
        </p:spPr>
        <p:txBody>
          <a:bodyPr spcFirstLastPara="1" wrap="square" lIns="91425" tIns="91425" rIns="91425" bIns="91425" anchor="t" anchorCtr="0">
            <a:normAutofit/>
          </a:bodyPr>
          <a:lstStyle>
            <a:lvl1pPr lvl="0" algn="l">
              <a:lnSpc>
                <a:spcPct val="12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53"/>
        <p:cNvGrpSpPr/>
        <p:nvPr/>
      </p:nvGrpSpPr>
      <p:grpSpPr>
        <a:xfrm>
          <a:off x="0" y="0"/>
          <a:ext cx="0" cy="0"/>
          <a:chOff x="0" y="0"/>
          <a:chExt cx="0" cy="0"/>
        </a:xfrm>
      </p:grpSpPr>
      <p:sp>
        <p:nvSpPr>
          <p:cNvPr id="54" name="Google Shape;54;p55"/>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55"/>
        <p:cNvGrpSpPr/>
        <p:nvPr/>
      </p:nvGrpSpPr>
      <p:grpSpPr>
        <a:xfrm>
          <a:off x="0" y="0"/>
          <a:ext cx="0" cy="0"/>
          <a:chOff x="0" y="0"/>
          <a:chExt cx="0" cy="0"/>
        </a:xfrm>
      </p:grpSpPr>
      <p:sp>
        <p:nvSpPr>
          <p:cNvPr id="56" name="Google Shape;56;p56"/>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7" name="Google Shape;57;p56"/>
          <p:cNvSpPr txBox="1">
            <a:spLocks noGrp="1"/>
          </p:cNvSpPr>
          <p:nvPr>
            <p:ph type="subTitle" idx="1"/>
          </p:nvPr>
        </p:nvSpPr>
        <p:spPr>
          <a:xfrm>
            <a:off x="3891775" y="1716281"/>
            <a:ext cx="4391700" cy="58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b="1"/>
            </a:lvl1pPr>
            <a:lvl2pPr lvl="1" algn="l">
              <a:lnSpc>
                <a:spcPct val="100000"/>
              </a:lnSpc>
              <a:spcBef>
                <a:spcPts val="0"/>
              </a:spcBef>
              <a:spcAft>
                <a:spcPts val="0"/>
              </a:spcAft>
              <a:buClr>
                <a:schemeClr val="dk1"/>
              </a:buClr>
              <a:buSzPts val="2300"/>
              <a:buNone/>
              <a:defRPr sz="2300" b="1">
                <a:solidFill>
                  <a:schemeClr val="dk1"/>
                </a:solidFill>
              </a:defRPr>
            </a:lvl2pPr>
            <a:lvl3pPr lvl="2" algn="l">
              <a:lnSpc>
                <a:spcPct val="100000"/>
              </a:lnSpc>
              <a:spcBef>
                <a:spcPts val="0"/>
              </a:spcBef>
              <a:spcAft>
                <a:spcPts val="0"/>
              </a:spcAft>
              <a:buClr>
                <a:schemeClr val="dk1"/>
              </a:buClr>
              <a:buSzPts val="2300"/>
              <a:buNone/>
              <a:defRPr sz="2300" b="1">
                <a:solidFill>
                  <a:schemeClr val="dk1"/>
                </a:solidFill>
              </a:defRPr>
            </a:lvl3pPr>
            <a:lvl4pPr lvl="3" algn="l">
              <a:lnSpc>
                <a:spcPct val="100000"/>
              </a:lnSpc>
              <a:spcBef>
                <a:spcPts val="0"/>
              </a:spcBef>
              <a:spcAft>
                <a:spcPts val="0"/>
              </a:spcAft>
              <a:buClr>
                <a:schemeClr val="dk1"/>
              </a:buClr>
              <a:buSzPts val="2300"/>
              <a:buNone/>
              <a:defRPr sz="2300" b="1">
                <a:solidFill>
                  <a:schemeClr val="dk1"/>
                </a:solidFill>
              </a:defRPr>
            </a:lvl4pPr>
            <a:lvl5pPr lvl="4" algn="l">
              <a:lnSpc>
                <a:spcPct val="100000"/>
              </a:lnSpc>
              <a:spcBef>
                <a:spcPts val="0"/>
              </a:spcBef>
              <a:spcAft>
                <a:spcPts val="0"/>
              </a:spcAft>
              <a:buClr>
                <a:schemeClr val="dk1"/>
              </a:buClr>
              <a:buSzPts val="2300"/>
              <a:buNone/>
              <a:defRPr sz="2300" b="1">
                <a:solidFill>
                  <a:schemeClr val="dk1"/>
                </a:solidFill>
              </a:defRPr>
            </a:lvl5pPr>
            <a:lvl6pPr lvl="5" algn="l">
              <a:lnSpc>
                <a:spcPct val="100000"/>
              </a:lnSpc>
              <a:spcBef>
                <a:spcPts val="0"/>
              </a:spcBef>
              <a:spcAft>
                <a:spcPts val="0"/>
              </a:spcAft>
              <a:buClr>
                <a:schemeClr val="dk1"/>
              </a:buClr>
              <a:buSzPts val="2300"/>
              <a:buNone/>
              <a:defRPr sz="2300" b="1">
                <a:solidFill>
                  <a:schemeClr val="dk1"/>
                </a:solidFill>
              </a:defRPr>
            </a:lvl6pPr>
            <a:lvl7pPr lvl="6" algn="l">
              <a:lnSpc>
                <a:spcPct val="100000"/>
              </a:lnSpc>
              <a:spcBef>
                <a:spcPts val="0"/>
              </a:spcBef>
              <a:spcAft>
                <a:spcPts val="0"/>
              </a:spcAft>
              <a:buClr>
                <a:schemeClr val="dk1"/>
              </a:buClr>
              <a:buSzPts val="2300"/>
              <a:buNone/>
              <a:defRPr sz="2300" b="1">
                <a:solidFill>
                  <a:schemeClr val="dk1"/>
                </a:solidFill>
              </a:defRPr>
            </a:lvl7pPr>
            <a:lvl8pPr lvl="7" algn="l">
              <a:lnSpc>
                <a:spcPct val="100000"/>
              </a:lnSpc>
              <a:spcBef>
                <a:spcPts val="0"/>
              </a:spcBef>
              <a:spcAft>
                <a:spcPts val="0"/>
              </a:spcAft>
              <a:buClr>
                <a:schemeClr val="dk1"/>
              </a:buClr>
              <a:buSzPts val="2300"/>
              <a:buNone/>
              <a:defRPr sz="2300" b="1">
                <a:solidFill>
                  <a:schemeClr val="dk1"/>
                </a:solidFill>
              </a:defRPr>
            </a:lvl8pPr>
            <a:lvl9pPr lvl="8" algn="l">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58" name="Google Shape;58;p56"/>
          <p:cNvSpPr txBox="1">
            <a:spLocks noGrp="1"/>
          </p:cNvSpPr>
          <p:nvPr>
            <p:ph type="subTitle" idx="2"/>
          </p:nvPr>
        </p:nvSpPr>
        <p:spPr>
          <a:xfrm>
            <a:off x="3891775" y="2252801"/>
            <a:ext cx="5095200" cy="2511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59"/>
        <p:cNvGrpSpPr/>
        <p:nvPr/>
      </p:nvGrpSpPr>
      <p:grpSpPr>
        <a:xfrm>
          <a:off x="0" y="0"/>
          <a:ext cx="0" cy="0"/>
          <a:chOff x="0" y="0"/>
          <a:chExt cx="0" cy="0"/>
        </a:xfrm>
      </p:grpSpPr>
      <p:sp>
        <p:nvSpPr>
          <p:cNvPr id="60" name="Google Shape;60;p57"/>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57"/>
          <p:cNvSpPr txBox="1">
            <a:spLocks noGrp="1"/>
          </p:cNvSpPr>
          <p:nvPr>
            <p:ph type="title"/>
          </p:nvPr>
        </p:nvSpPr>
        <p:spPr>
          <a:xfrm>
            <a:off x="609075" y="1220875"/>
            <a:ext cx="4045200" cy="1482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62" name="Google Shape;62;p57"/>
          <p:cNvSpPr txBox="1">
            <a:spLocks noGrp="1"/>
          </p:cNvSpPr>
          <p:nvPr>
            <p:ph type="subTitle" idx="1"/>
          </p:nvPr>
        </p:nvSpPr>
        <p:spPr>
          <a:xfrm>
            <a:off x="609075" y="2916213"/>
            <a:ext cx="4045200" cy="1235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700"/>
              <a:buNone/>
              <a:defRPr sz="1700"/>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a:endParaRPr/>
          </a:p>
        </p:txBody>
      </p:sp>
      <p:sp>
        <p:nvSpPr>
          <p:cNvPr id="63" name="Google Shape;63;p5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36550" algn="l">
              <a:lnSpc>
                <a:spcPct val="120000"/>
              </a:lnSpc>
              <a:spcBef>
                <a:spcPts val="0"/>
              </a:spcBef>
              <a:spcAft>
                <a:spcPts val="0"/>
              </a:spcAft>
              <a:buSzPts val="1700"/>
              <a:buChar char="●"/>
              <a:defRPr/>
            </a:lvl1pPr>
            <a:lvl2pPr marL="914400" lvl="1" indent="-323850" algn="l">
              <a:lnSpc>
                <a:spcPct val="120000"/>
              </a:lnSpc>
              <a:spcBef>
                <a:spcPts val="0"/>
              </a:spcBef>
              <a:spcAft>
                <a:spcPts val="0"/>
              </a:spcAft>
              <a:buSzPts val="1500"/>
              <a:buChar char="○"/>
              <a:defRPr/>
            </a:lvl2pPr>
            <a:lvl3pPr marL="1371600" lvl="2" indent="-311150" algn="l">
              <a:lnSpc>
                <a:spcPct val="120000"/>
              </a:lnSpc>
              <a:spcBef>
                <a:spcPts val="0"/>
              </a:spcBef>
              <a:spcAft>
                <a:spcPts val="0"/>
              </a:spcAft>
              <a:buSzPts val="1300"/>
              <a:buChar char="■"/>
              <a:defRPr/>
            </a:lvl3pPr>
            <a:lvl4pPr marL="1828800" lvl="3" indent="-311150" algn="l">
              <a:lnSpc>
                <a:spcPct val="120000"/>
              </a:lnSpc>
              <a:spcBef>
                <a:spcPts val="0"/>
              </a:spcBef>
              <a:spcAft>
                <a:spcPts val="0"/>
              </a:spcAft>
              <a:buSzPts val="1300"/>
              <a:buChar char="●"/>
              <a:defRPr/>
            </a:lvl4pPr>
            <a:lvl5pPr marL="2286000" lvl="4" indent="-311150" algn="l">
              <a:lnSpc>
                <a:spcPct val="120000"/>
              </a:lnSpc>
              <a:spcBef>
                <a:spcPts val="0"/>
              </a:spcBef>
              <a:spcAft>
                <a:spcPts val="0"/>
              </a:spcAft>
              <a:buSzPts val="1300"/>
              <a:buChar char="○"/>
              <a:defRPr/>
            </a:lvl5pPr>
            <a:lvl6pPr marL="2743200" lvl="5" indent="-311150" algn="l">
              <a:lnSpc>
                <a:spcPct val="120000"/>
              </a:lnSpc>
              <a:spcBef>
                <a:spcPts val="0"/>
              </a:spcBef>
              <a:spcAft>
                <a:spcPts val="0"/>
              </a:spcAft>
              <a:buSzPts val="1300"/>
              <a:buChar char="■"/>
              <a:defRPr/>
            </a:lvl6pPr>
            <a:lvl7pPr marL="3200400" lvl="6" indent="-311150" algn="l">
              <a:lnSpc>
                <a:spcPct val="120000"/>
              </a:lnSpc>
              <a:spcBef>
                <a:spcPts val="0"/>
              </a:spcBef>
              <a:spcAft>
                <a:spcPts val="0"/>
              </a:spcAft>
              <a:buSzPts val="1300"/>
              <a:buChar char="●"/>
              <a:defRPr/>
            </a:lvl7pPr>
            <a:lvl8pPr marL="3657600" lvl="7" indent="-311150" algn="l">
              <a:lnSpc>
                <a:spcPct val="120000"/>
              </a:lnSpc>
              <a:spcBef>
                <a:spcPts val="0"/>
              </a:spcBef>
              <a:spcAft>
                <a:spcPts val="0"/>
              </a:spcAft>
              <a:buSzPts val="1300"/>
              <a:buChar char="○"/>
              <a:defRPr/>
            </a:lvl8pPr>
            <a:lvl9pPr marL="4114800" lvl="8" indent="-311150" algn="l">
              <a:lnSpc>
                <a:spcPct val="120000"/>
              </a:lnSpc>
              <a:spcBef>
                <a:spcPts val="0"/>
              </a:spcBef>
              <a:spcAft>
                <a:spcPts val="0"/>
              </a:spcAft>
              <a:buSzPts val="1300"/>
              <a:buChar char="■"/>
              <a:defRPr/>
            </a:lvl9pPr>
          </a:lstStyle>
          <a:p>
            <a:endParaRPr/>
          </a:p>
        </p:txBody>
      </p:sp>
      <p:sp>
        <p:nvSpPr>
          <p:cNvPr id="64" name="Google Shape;64;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69"/>
        <p:cNvGrpSpPr/>
        <p:nvPr/>
      </p:nvGrpSpPr>
      <p:grpSpPr>
        <a:xfrm>
          <a:off x="0" y="0"/>
          <a:ext cx="0" cy="0"/>
          <a:chOff x="0" y="0"/>
          <a:chExt cx="0" cy="0"/>
        </a:xfrm>
      </p:grpSpPr>
      <p:sp>
        <p:nvSpPr>
          <p:cNvPr id="70" name="Google Shape;70;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pic>
        <p:nvPicPr>
          <p:cNvPr id="71" name="Google Shape;71;p49"/>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72" name="Google Shape;72;p49"/>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4600"/>
              <a:buNone/>
              <a:defRPr sz="4600">
                <a:solidFill>
                  <a:schemeClr val="lt1"/>
                </a:solidFill>
              </a:defRPr>
            </a:lvl1pPr>
            <a:lvl2pPr lvl="1" algn="l">
              <a:lnSpc>
                <a:spcPct val="100000"/>
              </a:lnSpc>
              <a:spcBef>
                <a:spcPts val="0"/>
              </a:spcBef>
              <a:spcAft>
                <a:spcPts val="0"/>
              </a:spcAft>
              <a:buSzPts val="5000"/>
              <a:buNone/>
              <a:defRPr sz="5000"/>
            </a:lvl2pPr>
            <a:lvl3pPr lvl="2" algn="l">
              <a:lnSpc>
                <a:spcPct val="100000"/>
              </a:lnSpc>
              <a:spcBef>
                <a:spcPts val="0"/>
              </a:spcBef>
              <a:spcAft>
                <a:spcPts val="0"/>
              </a:spcAft>
              <a:buSzPts val="5000"/>
              <a:buNone/>
              <a:defRPr sz="5000"/>
            </a:lvl3pPr>
            <a:lvl4pPr lvl="3" algn="l">
              <a:lnSpc>
                <a:spcPct val="100000"/>
              </a:lnSpc>
              <a:spcBef>
                <a:spcPts val="0"/>
              </a:spcBef>
              <a:spcAft>
                <a:spcPts val="0"/>
              </a:spcAft>
              <a:buSzPts val="5000"/>
              <a:buNone/>
              <a:defRPr sz="5000"/>
            </a:lvl4pPr>
            <a:lvl5pPr lvl="4" algn="l">
              <a:lnSpc>
                <a:spcPct val="100000"/>
              </a:lnSpc>
              <a:spcBef>
                <a:spcPts val="0"/>
              </a:spcBef>
              <a:spcAft>
                <a:spcPts val="0"/>
              </a:spcAft>
              <a:buSzPts val="5000"/>
              <a:buNone/>
              <a:defRPr sz="5000"/>
            </a:lvl5pPr>
            <a:lvl6pPr lvl="5" algn="l">
              <a:lnSpc>
                <a:spcPct val="100000"/>
              </a:lnSpc>
              <a:spcBef>
                <a:spcPts val="0"/>
              </a:spcBef>
              <a:spcAft>
                <a:spcPts val="0"/>
              </a:spcAft>
              <a:buSzPts val="5000"/>
              <a:buNone/>
              <a:defRPr sz="5000"/>
            </a:lvl6pPr>
            <a:lvl7pPr lvl="6" algn="l">
              <a:lnSpc>
                <a:spcPct val="100000"/>
              </a:lnSpc>
              <a:spcBef>
                <a:spcPts val="0"/>
              </a:spcBef>
              <a:spcAft>
                <a:spcPts val="0"/>
              </a:spcAft>
              <a:buSzPts val="5000"/>
              <a:buNone/>
              <a:defRPr sz="5000"/>
            </a:lvl7pPr>
            <a:lvl8pPr lvl="7" algn="l">
              <a:lnSpc>
                <a:spcPct val="100000"/>
              </a:lnSpc>
              <a:spcBef>
                <a:spcPts val="0"/>
              </a:spcBef>
              <a:spcAft>
                <a:spcPts val="0"/>
              </a:spcAft>
              <a:buSzPts val="5000"/>
              <a:buNone/>
              <a:defRPr sz="5000"/>
            </a:lvl8pPr>
            <a:lvl9pPr lvl="8" algn="l">
              <a:lnSpc>
                <a:spcPct val="100000"/>
              </a:lnSpc>
              <a:spcBef>
                <a:spcPts val="0"/>
              </a:spcBef>
              <a:spcAft>
                <a:spcPts val="0"/>
              </a:spcAft>
              <a:buSzPts val="5000"/>
              <a:buNone/>
              <a:defRPr sz="5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ТИТУЛЬНЫЙ" type="title">
  <p:cSld name="TITLE">
    <p:spTree>
      <p:nvGrpSpPr>
        <p:cNvPr id="1" name="Shape 73"/>
        <p:cNvGrpSpPr/>
        <p:nvPr/>
      </p:nvGrpSpPr>
      <p:grpSpPr>
        <a:xfrm>
          <a:off x="0" y="0"/>
          <a:ext cx="0" cy="0"/>
          <a:chOff x="0" y="0"/>
          <a:chExt cx="0" cy="0"/>
        </a:xfrm>
      </p:grpSpPr>
      <p:pic>
        <p:nvPicPr>
          <p:cNvPr id="74" name="Google Shape;74;p58"/>
          <p:cNvPicPr preferRelativeResize="0"/>
          <p:nvPr/>
        </p:nvPicPr>
        <p:blipFill rotWithShape="1">
          <a:blip r:embed="rId2">
            <a:alphaModFix/>
          </a:blip>
          <a:srcRect l="98" r="97"/>
          <a:stretch/>
        </p:blipFill>
        <p:spPr>
          <a:xfrm>
            <a:off x="-17925" y="-10075"/>
            <a:ext cx="9194726" cy="5182151"/>
          </a:xfrm>
          <a:prstGeom prst="rect">
            <a:avLst/>
          </a:prstGeom>
          <a:noFill/>
          <a:ln>
            <a:noFill/>
          </a:ln>
        </p:spPr>
      </p:pic>
      <p:sp>
        <p:nvSpPr>
          <p:cNvPr id="75" name="Google Shape;75;p58"/>
          <p:cNvSpPr txBox="1">
            <a:spLocks noGrp="1"/>
          </p:cNvSpPr>
          <p:nvPr>
            <p:ph type="subTitle" idx="1"/>
          </p:nvPr>
        </p:nvSpPr>
        <p:spPr>
          <a:xfrm>
            <a:off x="944650" y="4350425"/>
            <a:ext cx="8293200" cy="480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800"/>
              <a:buNone/>
              <a:defRPr sz="1800" b="1">
                <a:solidFill>
                  <a:schemeClr val="l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76" name="Google Shape;76;p58"/>
          <p:cNvSpPr txBox="1">
            <a:spLocks noGrp="1"/>
          </p:cNvSpPr>
          <p:nvPr>
            <p:ph type="title"/>
          </p:nvPr>
        </p:nvSpPr>
        <p:spPr>
          <a:xfrm>
            <a:off x="944650" y="1769200"/>
            <a:ext cx="7379700" cy="23754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lt1"/>
              </a:buClr>
              <a:buSzPts val="5600"/>
              <a:buNone/>
              <a:defRPr sz="5600">
                <a:solidFill>
                  <a:schemeClr val="lt1"/>
                </a:solidFill>
              </a:defRPr>
            </a:lvl1pPr>
            <a:lvl2pPr lvl="1" algn="l">
              <a:lnSpc>
                <a:spcPct val="90000"/>
              </a:lnSpc>
              <a:spcBef>
                <a:spcPts val="0"/>
              </a:spcBef>
              <a:spcAft>
                <a:spcPts val="0"/>
              </a:spcAft>
              <a:buSzPts val="6000"/>
              <a:buNone/>
              <a:defRPr sz="6000"/>
            </a:lvl2pPr>
            <a:lvl3pPr lvl="2" algn="l">
              <a:lnSpc>
                <a:spcPct val="90000"/>
              </a:lnSpc>
              <a:spcBef>
                <a:spcPts val="0"/>
              </a:spcBef>
              <a:spcAft>
                <a:spcPts val="0"/>
              </a:spcAft>
              <a:buSzPts val="6000"/>
              <a:buNone/>
              <a:defRPr sz="6000"/>
            </a:lvl3pPr>
            <a:lvl4pPr lvl="3" algn="l">
              <a:lnSpc>
                <a:spcPct val="90000"/>
              </a:lnSpc>
              <a:spcBef>
                <a:spcPts val="0"/>
              </a:spcBef>
              <a:spcAft>
                <a:spcPts val="0"/>
              </a:spcAft>
              <a:buSzPts val="6000"/>
              <a:buNone/>
              <a:defRPr sz="6000"/>
            </a:lvl4pPr>
            <a:lvl5pPr lvl="4" algn="l">
              <a:lnSpc>
                <a:spcPct val="90000"/>
              </a:lnSpc>
              <a:spcBef>
                <a:spcPts val="0"/>
              </a:spcBef>
              <a:spcAft>
                <a:spcPts val="0"/>
              </a:spcAft>
              <a:buSzPts val="6000"/>
              <a:buNone/>
              <a:defRPr sz="6000"/>
            </a:lvl5pPr>
            <a:lvl6pPr lvl="5" algn="l">
              <a:lnSpc>
                <a:spcPct val="90000"/>
              </a:lnSpc>
              <a:spcBef>
                <a:spcPts val="0"/>
              </a:spcBef>
              <a:spcAft>
                <a:spcPts val="0"/>
              </a:spcAft>
              <a:buSzPts val="6000"/>
              <a:buNone/>
              <a:defRPr sz="6000"/>
            </a:lvl6pPr>
            <a:lvl7pPr lvl="6" algn="l">
              <a:lnSpc>
                <a:spcPct val="90000"/>
              </a:lnSpc>
              <a:spcBef>
                <a:spcPts val="0"/>
              </a:spcBef>
              <a:spcAft>
                <a:spcPts val="0"/>
              </a:spcAft>
              <a:buSzPts val="6000"/>
              <a:buNone/>
              <a:defRPr sz="6000"/>
            </a:lvl7pPr>
            <a:lvl8pPr lvl="7" algn="l">
              <a:lnSpc>
                <a:spcPct val="90000"/>
              </a:lnSpc>
              <a:spcBef>
                <a:spcPts val="0"/>
              </a:spcBef>
              <a:spcAft>
                <a:spcPts val="0"/>
              </a:spcAft>
              <a:buSzPts val="6000"/>
              <a:buNone/>
              <a:defRPr sz="6000"/>
            </a:lvl8pPr>
            <a:lvl9pPr lvl="8" algn="l">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77"/>
        <p:cNvGrpSpPr/>
        <p:nvPr/>
      </p:nvGrpSpPr>
      <p:grpSpPr>
        <a:xfrm>
          <a:off x="0" y="0"/>
          <a:ext cx="0" cy="0"/>
          <a:chOff x="0" y="0"/>
          <a:chExt cx="0" cy="0"/>
        </a:xfrm>
      </p:grpSpPr>
      <p:sp>
        <p:nvSpPr>
          <p:cNvPr id="78" name="Google Shape;78;p59"/>
          <p:cNvSpPr txBox="1">
            <a:spLocks noGrp="1"/>
          </p:cNvSpPr>
          <p:nvPr>
            <p:ph type="title"/>
          </p:nvPr>
        </p:nvSpPr>
        <p:spPr>
          <a:xfrm>
            <a:off x="500550" y="1784775"/>
            <a:ext cx="7935300" cy="1145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79" name="Google Shape;79;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80"/>
        <p:cNvGrpSpPr/>
        <p:nvPr/>
      </p:nvGrpSpPr>
      <p:grpSpPr>
        <a:xfrm>
          <a:off x="0" y="0"/>
          <a:ext cx="0" cy="0"/>
          <a:chOff x="0" y="0"/>
          <a:chExt cx="0" cy="0"/>
        </a:xfrm>
      </p:grpSpPr>
      <p:sp>
        <p:nvSpPr>
          <p:cNvPr id="81" name="Google Shape;81;p60"/>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2"/>
        <p:cNvGrpSpPr/>
        <p:nvPr/>
      </p:nvGrpSpPr>
      <p:grpSpPr>
        <a:xfrm>
          <a:off x="0" y="0"/>
          <a:ext cx="0" cy="0"/>
          <a:chOff x="0" y="0"/>
          <a:chExt cx="0" cy="0"/>
        </a:xfrm>
      </p:grpSpPr>
      <p:sp>
        <p:nvSpPr>
          <p:cNvPr id="83" name="Google Shape;83;p6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4" name="Google Shape;84;p61"/>
          <p:cNvSpPr txBox="1">
            <a:spLocks noGrp="1"/>
          </p:cNvSpPr>
          <p:nvPr>
            <p:ph type="body" idx="1"/>
          </p:nvPr>
        </p:nvSpPr>
        <p:spPr>
          <a:xfrm>
            <a:off x="500550" y="1426469"/>
            <a:ext cx="8520600" cy="3416400"/>
          </a:xfrm>
          <a:prstGeom prst="rect">
            <a:avLst/>
          </a:prstGeom>
          <a:noFill/>
          <a:ln>
            <a:noFill/>
          </a:ln>
        </p:spPr>
        <p:txBody>
          <a:bodyPr spcFirstLastPara="1" wrap="square" lIns="91425" tIns="91425" rIns="91425" bIns="91425" anchor="t" anchorCtr="0">
            <a:normAutofit/>
          </a:bodyPr>
          <a:lstStyle>
            <a:lvl1pPr marL="457200" lvl="0" indent="-323850" algn="l">
              <a:lnSpc>
                <a:spcPct val="120000"/>
              </a:lnSpc>
              <a:spcBef>
                <a:spcPts val="300"/>
              </a:spcBef>
              <a:spcAft>
                <a:spcPts val="0"/>
              </a:spcAft>
              <a:buSzPts val="1500"/>
              <a:buChar char="●"/>
              <a:defRPr sz="1500"/>
            </a:lvl1pPr>
            <a:lvl2pPr marL="914400" lvl="1" indent="-311150" algn="l">
              <a:lnSpc>
                <a:spcPct val="120000"/>
              </a:lnSpc>
              <a:spcBef>
                <a:spcPts val="300"/>
              </a:spcBef>
              <a:spcAft>
                <a:spcPts val="0"/>
              </a:spcAft>
              <a:buSzPts val="1300"/>
              <a:buChar char="○"/>
              <a:defRPr sz="1300"/>
            </a:lvl2pPr>
            <a:lvl3pPr marL="1371600" lvl="2" indent="-311150" algn="l">
              <a:lnSpc>
                <a:spcPct val="120000"/>
              </a:lnSpc>
              <a:spcBef>
                <a:spcPts val="300"/>
              </a:spcBef>
              <a:spcAft>
                <a:spcPts val="0"/>
              </a:spcAft>
              <a:buSzPts val="1300"/>
              <a:buChar char="■"/>
              <a:defRPr sz="1300"/>
            </a:lvl3pPr>
            <a:lvl4pPr marL="1828800" lvl="3" indent="-311150" algn="l">
              <a:lnSpc>
                <a:spcPct val="120000"/>
              </a:lnSpc>
              <a:spcBef>
                <a:spcPts val="300"/>
              </a:spcBef>
              <a:spcAft>
                <a:spcPts val="0"/>
              </a:spcAft>
              <a:buSzPts val="1300"/>
              <a:buChar char="●"/>
              <a:defRPr sz="1300"/>
            </a:lvl4pPr>
            <a:lvl5pPr marL="2286000" lvl="4" indent="-311150" algn="l">
              <a:lnSpc>
                <a:spcPct val="120000"/>
              </a:lnSpc>
              <a:spcBef>
                <a:spcPts val="0"/>
              </a:spcBef>
              <a:spcAft>
                <a:spcPts val="0"/>
              </a:spcAft>
              <a:buSzPts val="1300"/>
              <a:buChar char="○"/>
              <a:defRPr sz="1300"/>
            </a:lvl5pPr>
            <a:lvl6pPr marL="2743200" lvl="5" indent="-311150" algn="l">
              <a:lnSpc>
                <a:spcPct val="120000"/>
              </a:lnSpc>
              <a:spcBef>
                <a:spcPts val="300"/>
              </a:spcBef>
              <a:spcAft>
                <a:spcPts val="0"/>
              </a:spcAft>
              <a:buSzPts val="1300"/>
              <a:buChar char="■"/>
              <a:defRPr sz="1300"/>
            </a:lvl6pPr>
            <a:lvl7pPr marL="3200400" lvl="6" indent="-311150" algn="l">
              <a:lnSpc>
                <a:spcPct val="120000"/>
              </a:lnSpc>
              <a:spcBef>
                <a:spcPts val="300"/>
              </a:spcBef>
              <a:spcAft>
                <a:spcPts val="0"/>
              </a:spcAft>
              <a:buSzPts val="1300"/>
              <a:buChar char="●"/>
              <a:defRPr sz="1300"/>
            </a:lvl7pPr>
            <a:lvl8pPr marL="3657600" lvl="7" indent="-311150" algn="l">
              <a:lnSpc>
                <a:spcPct val="120000"/>
              </a:lnSpc>
              <a:spcBef>
                <a:spcPts val="300"/>
              </a:spcBef>
              <a:spcAft>
                <a:spcPts val="0"/>
              </a:spcAft>
              <a:buSzPts val="1300"/>
              <a:buChar char="○"/>
              <a:defRPr sz="1300"/>
            </a:lvl8pPr>
            <a:lvl9pPr marL="4114800" lvl="8" indent="-311150" algn="l">
              <a:lnSpc>
                <a:spcPct val="120000"/>
              </a:lnSpc>
              <a:spcBef>
                <a:spcPts val="300"/>
              </a:spcBef>
              <a:spcAft>
                <a:spcPts val="0"/>
              </a:spcAft>
              <a:buSzPts val="1300"/>
              <a:buChar char="■"/>
              <a:defRPr sz="1300"/>
            </a:lvl9pPr>
          </a:lstStyle>
          <a:p>
            <a:endParaRPr/>
          </a:p>
        </p:txBody>
      </p:sp>
      <p:sp>
        <p:nvSpPr>
          <p:cNvPr id="85" name="Google Shape;85;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86"/>
        <p:cNvGrpSpPr/>
        <p:nvPr/>
      </p:nvGrpSpPr>
      <p:grpSpPr>
        <a:xfrm>
          <a:off x="0" y="0"/>
          <a:ext cx="0" cy="0"/>
          <a:chOff x="0" y="0"/>
          <a:chExt cx="0" cy="0"/>
        </a:xfrm>
      </p:grpSpPr>
      <p:sp>
        <p:nvSpPr>
          <p:cNvPr id="87" name="Google Shape;87;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
        <p:nvSpPr>
          <p:cNvPr id="88" name="Google Shape;88;p62"/>
          <p:cNvSpPr txBox="1">
            <a:spLocks noGrp="1"/>
          </p:cNvSpPr>
          <p:nvPr>
            <p:ph type="title"/>
          </p:nvPr>
        </p:nvSpPr>
        <p:spPr>
          <a:xfrm>
            <a:off x="500550" y="821213"/>
            <a:ext cx="8520600" cy="198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9" name="Google Shape;89;p62"/>
          <p:cNvSpPr txBox="1">
            <a:spLocks noGrp="1"/>
          </p:cNvSpPr>
          <p:nvPr>
            <p:ph type="subTitle" idx="1"/>
          </p:nvPr>
        </p:nvSpPr>
        <p:spPr>
          <a:xfrm>
            <a:off x="500550" y="457313"/>
            <a:ext cx="77967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FF9900"/>
              </a:buClr>
              <a:buSzPts val="1500"/>
              <a:buNone/>
              <a:defRPr sz="1500">
                <a:solidFill>
                  <a:srgbClr val="FF9900"/>
                </a:solidFill>
              </a:defRPr>
            </a:lvl1pPr>
            <a:lvl2pPr lvl="1" algn="l">
              <a:lnSpc>
                <a:spcPct val="100000"/>
              </a:lnSpc>
              <a:spcBef>
                <a:spcPts val="0"/>
              </a:spcBef>
              <a:spcAft>
                <a:spcPts val="0"/>
              </a:spcAft>
              <a:buClr>
                <a:srgbClr val="013D85"/>
              </a:buClr>
              <a:buSzPts val="2300"/>
              <a:buNone/>
              <a:defRPr sz="2300">
                <a:solidFill>
                  <a:srgbClr val="013D85"/>
                </a:solidFill>
              </a:defRPr>
            </a:lvl2pPr>
            <a:lvl3pPr lvl="2" algn="l">
              <a:lnSpc>
                <a:spcPct val="100000"/>
              </a:lnSpc>
              <a:spcBef>
                <a:spcPts val="0"/>
              </a:spcBef>
              <a:spcAft>
                <a:spcPts val="0"/>
              </a:spcAft>
              <a:buClr>
                <a:srgbClr val="013D85"/>
              </a:buClr>
              <a:buSzPts val="2300"/>
              <a:buNone/>
              <a:defRPr sz="2300">
                <a:solidFill>
                  <a:srgbClr val="013D85"/>
                </a:solidFill>
              </a:defRPr>
            </a:lvl3pPr>
            <a:lvl4pPr lvl="3" algn="l">
              <a:lnSpc>
                <a:spcPct val="100000"/>
              </a:lnSpc>
              <a:spcBef>
                <a:spcPts val="0"/>
              </a:spcBef>
              <a:spcAft>
                <a:spcPts val="0"/>
              </a:spcAft>
              <a:buClr>
                <a:srgbClr val="013D85"/>
              </a:buClr>
              <a:buSzPts val="2300"/>
              <a:buNone/>
              <a:defRPr sz="2300">
                <a:solidFill>
                  <a:srgbClr val="013D85"/>
                </a:solidFill>
              </a:defRPr>
            </a:lvl4pPr>
            <a:lvl5pPr lvl="4" algn="l">
              <a:lnSpc>
                <a:spcPct val="100000"/>
              </a:lnSpc>
              <a:spcBef>
                <a:spcPts val="0"/>
              </a:spcBef>
              <a:spcAft>
                <a:spcPts val="0"/>
              </a:spcAft>
              <a:buClr>
                <a:srgbClr val="013D85"/>
              </a:buClr>
              <a:buSzPts val="2300"/>
              <a:buNone/>
              <a:defRPr sz="2300">
                <a:solidFill>
                  <a:srgbClr val="013D85"/>
                </a:solidFill>
              </a:defRPr>
            </a:lvl5pPr>
            <a:lvl6pPr lvl="5" algn="l">
              <a:lnSpc>
                <a:spcPct val="100000"/>
              </a:lnSpc>
              <a:spcBef>
                <a:spcPts val="0"/>
              </a:spcBef>
              <a:spcAft>
                <a:spcPts val="0"/>
              </a:spcAft>
              <a:buClr>
                <a:srgbClr val="013D85"/>
              </a:buClr>
              <a:buSzPts val="2300"/>
              <a:buNone/>
              <a:defRPr sz="2300">
                <a:solidFill>
                  <a:srgbClr val="013D85"/>
                </a:solidFill>
              </a:defRPr>
            </a:lvl6pPr>
            <a:lvl7pPr lvl="6" algn="l">
              <a:lnSpc>
                <a:spcPct val="100000"/>
              </a:lnSpc>
              <a:spcBef>
                <a:spcPts val="0"/>
              </a:spcBef>
              <a:spcAft>
                <a:spcPts val="0"/>
              </a:spcAft>
              <a:buClr>
                <a:srgbClr val="013D85"/>
              </a:buClr>
              <a:buSzPts val="2300"/>
              <a:buNone/>
              <a:defRPr sz="2300">
                <a:solidFill>
                  <a:srgbClr val="013D85"/>
                </a:solidFill>
              </a:defRPr>
            </a:lvl7pPr>
            <a:lvl8pPr lvl="7" algn="l">
              <a:lnSpc>
                <a:spcPct val="100000"/>
              </a:lnSpc>
              <a:spcBef>
                <a:spcPts val="0"/>
              </a:spcBef>
              <a:spcAft>
                <a:spcPts val="0"/>
              </a:spcAft>
              <a:buClr>
                <a:srgbClr val="013D85"/>
              </a:buClr>
              <a:buSzPts val="2300"/>
              <a:buNone/>
              <a:defRPr sz="2300">
                <a:solidFill>
                  <a:srgbClr val="013D85"/>
                </a:solidFill>
              </a:defRPr>
            </a:lvl8pPr>
            <a:lvl9pPr lvl="8" algn="l">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90" name="Google Shape;90;p62"/>
          <p:cNvSpPr txBox="1">
            <a:spLocks noGrp="1"/>
          </p:cNvSpPr>
          <p:nvPr>
            <p:ph type="subTitle" idx="2"/>
          </p:nvPr>
        </p:nvSpPr>
        <p:spPr>
          <a:xfrm>
            <a:off x="3135425" y="2978831"/>
            <a:ext cx="5856300" cy="58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500"/>
              <a:buNone/>
              <a:defRPr sz="1500" b="1"/>
            </a:lvl1pPr>
            <a:lvl2pPr lvl="1" algn="l">
              <a:lnSpc>
                <a:spcPct val="100000"/>
              </a:lnSpc>
              <a:spcBef>
                <a:spcPts val="0"/>
              </a:spcBef>
              <a:spcAft>
                <a:spcPts val="0"/>
              </a:spcAft>
              <a:buClr>
                <a:srgbClr val="013D85"/>
              </a:buClr>
              <a:buSzPts val="2300"/>
              <a:buNone/>
              <a:defRPr sz="2300" b="1">
                <a:solidFill>
                  <a:srgbClr val="013D85"/>
                </a:solidFill>
              </a:defRPr>
            </a:lvl2pPr>
            <a:lvl3pPr lvl="2" algn="l">
              <a:lnSpc>
                <a:spcPct val="100000"/>
              </a:lnSpc>
              <a:spcBef>
                <a:spcPts val="0"/>
              </a:spcBef>
              <a:spcAft>
                <a:spcPts val="0"/>
              </a:spcAft>
              <a:buClr>
                <a:srgbClr val="013D85"/>
              </a:buClr>
              <a:buSzPts val="2300"/>
              <a:buNone/>
              <a:defRPr sz="2300" b="1">
                <a:solidFill>
                  <a:srgbClr val="013D85"/>
                </a:solidFill>
              </a:defRPr>
            </a:lvl3pPr>
            <a:lvl4pPr lvl="3" algn="l">
              <a:lnSpc>
                <a:spcPct val="100000"/>
              </a:lnSpc>
              <a:spcBef>
                <a:spcPts val="0"/>
              </a:spcBef>
              <a:spcAft>
                <a:spcPts val="0"/>
              </a:spcAft>
              <a:buClr>
                <a:srgbClr val="013D85"/>
              </a:buClr>
              <a:buSzPts val="2300"/>
              <a:buNone/>
              <a:defRPr sz="2300" b="1">
                <a:solidFill>
                  <a:srgbClr val="013D85"/>
                </a:solidFill>
              </a:defRPr>
            </a:lvl4pPr>
            <a:lvl5pPr lvl="4" algn="l">
              <a:lnSpc>
                <a:spcPct val="100000"/>
              </a:lnSpc>
              <a:spcBef>
                <a:spcPts val="0"/>
              </a:spcBef>
              <a:spcAft>
                <a:spcPts val="0"/>
              </a:spcAft>
              <a:buClr>
                <a:srgbClr val="013D85"/>
              </a:buClr>
              <a:buSzPts val="2300"/>
              <a:buNone/>
              <a:defRPr sz="2300" b="1">
                <a:solidFill>
                  <a:srgbClr val="013D85"/>
                </a:solidFill>
              </a:defRPr>
            </a:lvl5pPr>
            <a:lvl6pPr lvl="5" algn="l">
              <a:lnSpc>
                <a:spcPct val="100000"/>
              </a:lnSpc>
              <a:spcBef>
                <a:spcPts val="0"/>
              </a:spcBef>
              <a:spcAft>
                <a:spcPts val="0"/>
              </a:spcAft>
              <a:buClr>
                <a:srgbClr val="013D85"/>
              </a:buClr>
              <a:buSzPts val="2300"/>
              <a:buNone/>
              <a:defRPr sz="2300" b="1">
                <a:solidFill>
                  <a:srgbClr val="013D85"/>
                </a:solidFill>
              </a:defRPr>
            </a:lvl6pPr>
            <a:lvl7pPr lvl="6" algn="l">
              <a:lnSpc>
                <a:spcPct val="100000"/>
              </a:lnSpc>
              <a:spcBef>
                <a:spcPts val="0"/>
              </a:spcBef>
              <a:spcAft>
                <a:spcPts val="0"/>
              </a:spcAft>
              <a:buClr>
                <a:srgbClr val="013D85"/>
              </a:buClr>
              <a:buSzPts val="2300"/>
              <a:buNone/>
              <a:defRPr sz="2300" b="1">
                <a:solidFill>
                  <a:srgbClr val="013D85"/>
                </a:solidFill>
              </a:defRPr>
            </a:lvl7pPr>
            <a:lvl8pPr lvl="7" algn="l">
              <a:lnSpc>
                <a:spcPct val="100000"/>
              </a:lnSpc>
              <a:spcBef>
                <a:spcPts val="0"/>
              </a:spcBef>
              <a:spcAft>
                <a:spcPts val="0"/>
              </a:spcAft>
              <a:buClr>
                <a:srgbClr val="013D85"/>
              </a:buClr>
              <a:buSzPts val="2300"/>
              <a:buNone/>
              <a:defRPr sz="2300" b="1">
                <a:solidFill>
                  <a:srgbClr val="013D85"/>
                </a:solidFill>
              </a:defRPr>
            </a:lvl8pPr>
            <a:lvl9pPr lvl="8" algn="l">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91" name="Google Shape;91;p62"/>
          <p:cNvSpPr txBox="1">
            <a:spLocks noGrp="1"/>
          </p:cNvSpPr>
          <p:nvPr>
            <p:ph type="subTitle" idx="3"/>
          </p:nvPr>
        </p:nvSpPr>
        <p:spPr>
          <a:xfrm>
            <a:off x="3135425" y="3278981"/>
            <a:ext cx="58563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
        <p:nvSpPr>
          <p:cNvPr id="92" name="Google Shape;92;p62"/>
          <p:cNvSpPr txBox="1">
            <a:spLocks noGrp="1"/>
          </p:cNvSpPr>
          <p:nvPr>
            <p:ph type="subTitle" idx="4"/>
          </p:nvPr>
        </p:nvSpPr>
        <p:spPr>
          <a:xfrm>
            <a:off x="3135425" y="3662550"/>
            <a:ext cx="5856300" cy="10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93"/>
        <p:cNvGrpSpPr/>
        <p:nvPr/>
      </p:nvGrpSpPr>
      <p:grpSpPr>
        <a:xfrm>
          <a:off x="0" y="0"/>
          <a:ext cx="0" cy="0"/>
          <a:chOff x="0" y="0"/>
          <a:chExt cx="0" cy="0"/>
        </a:xfrm>
      </p:grpSpPr>
      <p:sp>
        <p:nvSpPr>
          <p:cNvPr id="94" name="Google Shape;94;p63"/>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5" name="Google Shape;95;p63"/>
          <p:cNvSpPr txBox="1">
            <a:spLocks noGrp="1"/>
          </p:cNvSpPr>
          <p:nvPr>
            <p:ph type="subTitle" idx="1"/>
          </p:nvPr>
        </p:nvSpPr>
        <p:spPr>
          <a:xfrm>
            <a:off x="3891775" y="1716281"/>
            <a:ext cx="4391700" cy="58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b="1"/>
            </a:lvl1pPr>
            <a:lvl2pPr lvl="1" algn="l">
              <a:lnSpc>
                <a:spcPct val="100000"/>
              </a:lnSpc>
              <a:spcBef>
                <a:spcPts val="0"/>
              </a:spcBef>
              <a:spcAft>
                <a:spcPts val="0"/>
              </a:spcAft>
              <a:buClr>
                <a:schemeClr val="dk1"/>
              </a:buClr>
              <a:buSzPts val="2300"/>
              <a:buNone/>
              <a:defRPr sz="2300" b="1">
                <a:solidFill>
                  <a:schemeClr val="dk1"/>
                </a:solidFill>
              </a:defRPr>
            </a:lvl2pPr>
            <a:lvl3pPr lvl="2" algn="l">
              <a:lnSpc>
                <a:spcPct val="100000"/>
              </a:lnSpc>
              <a:spcBef>
                <a:spcPts val="0"/>
              </a:spcBef>
              <a:spcAft>
                <a:spcPts val="0"/>
              </a:spcAft>
              <a:buClr>
                <a:schemeClr val="dk1"/>
              </a:buClr>
              <a:buSzPts val="2300"/>
              <a:buNone/>
              <a:defRPr sz="2300" b="1">
                <a:solidFill>
                  <a:schemeClr val="dk1"/>
                </a:solidFill>
              </a:defRPr>
            </a:lvl3pPr>
            <a:lvl4pPr lvl="3" algn="l">
              <a:lnSpc>
                <a:spcPct val="100000"/>
              </a:lnSpc>
              <a:spcBef>
                <a:spcPts val="0"/>
              </a:spcBef>
              <a:spcAft>
                <a:spcPts val="0"/>
              </a:spcAft>
              <a:buClr>
                <a:schemeClr val="dk1"/>
              </a:buClr>
              <a:buSzPts val="2300"/>
              <a:buNone/>
              <a:defRPr sz="2300" b="1">
                <a:solidFill>
                  <a:schemeClr val="dk1"/>
                </a:solidFill>
              </a:defRPr>
            </a:lvl4pPr>
            <a:lvl5pPr lvl="4" algn="l">
              <a:lnSpc>
                <a:spcPct val="100000"/>
              </a:lnSpc>
              <a:spcBef>
                <a:spcPts val="0"/>
              </a:spcBef>
              <a:spcAft>
                <a:spcPts val="0"/>
              </a:spcAft>
              <a:buClr>
                <a:schemeClr val="dk1"/>
              </a:buClr>
              <a:buSzPts val="2300"/>
              <a:buNone/>
              <a:defRPr sz="2300" b="1">
                <a:solidFill>
                  <a:schemeClr val="dk1"/>
                </a:solidFill>
              </a:defRPr>
            </a:lvl5pPr>
            <a:lvl6pPr lvl="5" algn="l">
              <a:lnSpc>
                <a:spcPct val="100000"/>
              </a:lnSpc>
              <a:spcBef>
                <a:spcPts val="0"/>
              </a:spcBef>
              <a:spcAft>
                <a:spcPts val="0"/>
              </a:spcAft>
              <a:buClr>
                <a:schemeClr val="dk1"/>
              </a:buClr>
              <a:buSzPts val="2300"/>
              <a:buNone/>
              <a:defRPr sz="2300" b="1">
                <a:solidFill>
                  <a:schemeClr val="dk1"/>
                </a:solidFill>
              </a:defRPr>
            </a:lvl6pPr>
            <a:lvl7pPr lvl="6" algn="l">
              <a:lnSpc>
                <a:spcPct val="100000"/>
              </a:lnSpc>
              <a:spcBef>
                <a:spcPts val="0"/>
              </a:spcBef>
              <a:spcAft>
                <a:spcPts val="0"/>
              </a:spcAft>
              <a:buClr>
                <a:schemeClr val="dk1"/>
              </a:buClr>
              <a:buSzPts val="2300"/>
              <a:buNone/>
              <a:defRPr sz="2300" b="1">
                <a:solidFill>
                  <a:schemeClr val="dk1"/>
                </a:solidFill>
              </a:defRPr>
            </a:lvl7pPr>
            <a:lvl8pPr lvl="7" algn="l">
              <a:lnSpc>
                <a:spcPct val="100000"/>
              </a:lnSpc>
              <a:spcBef>
                <a:spcPts val="0"/>
              </a:spcBef>
              <a:spcAft>
                <a:spcPts val="0"/>
              </a:spcAft>
              <a:buClr>
                <a:schemeClr val="dk1"/>
              </a:buClr>
              <a:buSzPts val="2300"/>
              <a:buNone/>
              <a:defRPr sz="2300" b="1">
                <a:solidFill>
                  <a:schemeClr val="dk1"/>
                </a:solidFill>
              </a:defRPr>
            </a:lvl8pPr>
            <a:lvl9pPr lvl="8" algn="l">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96" name="Google Shape;96;p63"/>
          <p:cNvSpPr txBox="1">
            <a:spLocks noGrp="1"/>
          </p:cNvSpPr>
          <p:nvPr>
            <p:ph type="subTitle" idx="2"/>
          </p:nvPr>
        </p:nvSpPr>
        <p:spPr>
          <a:xfrm>
            <a:off x="3891775" y="2252801"/>
            <a:ext cx="5095200" cy="2511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97"/>
        <p:cNvGrpSpPr/>
        <p:nvPr/>
      </p:nvGrpSpPr>
      <p:grpSpPr>
        <a:xfrm>
          <a:off x="0" y="0"/>
          <a:ext cx="0" cy="0"/>
          <a:chOff x="0" y="0"/>
          <a:chExt cx="0" cy="0"/>
        </a:xfrm>
      </p:grpSpPr>
      <p:sp>
        <p:nvSpPr>
          <p:cNvPr id="98" name="Google Shape;98;p64"/>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64"/>
          <p:cNvSpPr txBox="1">
            <a:spLocks noGrp="1"/>
          </p:cNvSpPr>
          <p:nvPr>
            <p:ph type="title"/>
          </p:nvPr>
        </p:nvSpPr>
        <p:spPr>
          <a:xfrm>
            <a:off x="609075" y="1220875"/>
            <a:ext cx="4045200" cy="1482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100" name="Google Shape;100;p64"/>
          <p:cNvSpPr txBox="1">
            <a:spLocks noGrp="1"/>
          </p:cNvSpPr>
          <p:nvPr>
            <p:ph type="subTitle" idx="1"/>
          </p:nvPr>
        </p:nvSpPr>
        <p:spPr>
          <a:xfrm>
            <a:off x="609075" y="2916213"/>
            <a:ext cx="4045200" cy="1235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700"/>
              <a:buNone/>
              <a:defRPr sz="1700"/>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a:endParaRPr/>
          </a:p>
        </p:txBody>
      </p:sp>
      <p:sp>
        <p:nvSpPr>
          <p:cNvPr id="101" name="Google Shape;101;p6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36550" algn="l">
              <a:lnSpc>
                <a:spcPct val="120000"/>
              </a:lnSpc>
              <a:spcBef>
                <a:spcPts val="0"/>
              </a:spcBef>
              <a:spcAft>
                <a:spcPts val="0"/>
              </a:spcAft>
              <a:buSzPts val="1700"/>
              <a:buChar char="●"/>
              <a:defRPr/>
            </a:lvl1pPr>
            <a:lvl2pPr marL="914400" lvl="1" indent="-323850" algn="l">
              <a:lnSpc>
                <a:spcPct val="120000"/>
              </a:lnSpc>
              <a:spcBef>
                <a:spcPts val="0"/>
              </a:spcBef>
              <a:spcAft>
                <a:spcPts val="0"/>
              </a:spcAft>
              <a:buSzPts val="1500"/>
              <a:buChar char="○"/>
              <a:defRPr/>
            </a:lvl2pPr>
            <a:lvl3pPr marL="1371600" lvl="2" indent="-311150" algn="l">
              <a:lnSpc>
                <a:spcPct val="120000"/>
              </a:lnSpc>
              <a:spcBef>
                <a:spcPts val="0"/>
              </a:spcBef>
              <a:spcAft>
                <a:spcPts val="0"/>
              </a:spcAft>
              <a:buSzPts val="1300"/>
              <a:buChar char="■"/>
              <a:defRPr/>
            </a:lvl3pPr>
            <a:lvl4pPr marL="1828800" lvl="3" indent="-311150" algn="l">
              <a:lnSpc>
                <a:spcPct val="120000"/>
              </a:lnSpc>
              <a:spcBef>
                <a:spcPts val="0"/>
              </a:spcBef>
              <a:spcAft>
                <a:spcPts val="0"/>
              </a:spcAft>
              <a:buSzPts val="1300"/>
              <a:buChar char="●"/>
              <a:defRPr/>
            </a:lvl4pPr>
            <a:lvl5pPr marL="2286000" lvl="4" indent="-311150" algn="l">
              <a:lnSpc>
                <a:spcPct val="120000"/>
              </a:lnSpc>
              <a:spcBef>
                <a:spcPts val="0"/>
              </a:spcBef>
              <a:spcAft>
                <a:spcPts val="0"/>
              </a:spcAft>
              <a:buSzPts val="1300"/>
              <a:buChar char="○"/>
              <a:defRPr/>
            </a:lvl5pPr>
            <a:lvl6pPr marL="2743200" lvl="5" indent="-311150" algn="l">
              <a:lnSpc>
                <a:spcPct val="120000"/>
              </a:lnSpc>
              <a:spcBef>
                <a:spcPts val="0"/>
              </a:spcBef>
              <a:spcAft>
                <a:spcPts val="0"/>
              </a:spcAft>
              <a:buSzPts val="1300"/>
              <a:buChar char="■"/>
              <a:defRPr/>
            </a:lvl6pPr>
            <a:lvl7pPr marL="3200400" lvl="6" indent="-311150" algn="l">
              <a:lnSpc>
                <a:spcPct val="120000"/>
              </a:lnSpc>
              <a:spcBef>
                <a:spcPts val="0"/>
              </a:spcBef>
              <a:spcAft>
                <a:spcPts val="0"/>
              </a:spcAft>
              <a:buSzPts val="1300"/>
              <a:buChar char="●"/>
              <a:defRPr/>
            </a:lvl7pPr>
            <a:lvl8pPr marL="3657600" lvl="7" indent="-311150" algn="l">
              <a:lnSpc>
                <a:spcPct val="120000"/>
              </a:lnSpc>
              <a:spcBef>
                <a:spcPts val="0"/>
              </a:spcBef>
              <a:spcAft>
                <a:spcPts val="0"/>
              </a:spcAft>
              <a:buSzPts val="1300"/>
              <a:buChar char="○"/>
              <a:defRPr/>
            </a:lvl8pPr>
            <a:lvl9pPr marL="4114800" lvl="8" indent="-311150" algn="l">
              <a:lnSpc>
                <a:spcPct val="120000"/>
              </a:lnSpc>
              <a:spcBef>
                <a:spcPts val="0"/>
              </a:spcBef>
              <a:spcAft>
                <a:spcPts val="0"/>
              </a:spcAft>
              <a:buSzPts val="1300"/>
              <a:buChar char="■"/>
              <a:defRPr/>
            </a:lvl9pPr>
          </a:lstStyle>
          <a:p>
            <a:endParaRPr/>
          </a:p>
        </p:txBody>
      </p:sp>
      <p:sp>
        <p:nvSpPr>
          <p:cNvPr id="102" name="Google Shape;102;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3"/>
        <p:cNvGrpSpPr/>
        <p:nvPr/>
      </p:nvGrpSpPr>
      <p:grpSpPr>
        <a:xfrm>
          <a:off x="0" y="0"/>
          <a:ext cx="0" cy="0"/>
          <a:chOff x="0" y="0"/>
          <a:chExt cx="0" cy="0"/>
        </a:xfrm>
      </p:grpSpPr>
      <p:sp>
        <p:nvSpPr>
          <p:cNvPr id="104" name="Google Shape;104;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105"/>
        <p:cNvGrpSpPr/>
        <p:nvPr/>
      </p:nvGrpSpPr>
      <p:grpSpPr>
        <a:xfrm>
          <a:off x="0" y="0"/>
          <a:ext cx="0" cy="0"/>
          <a:chOff x="0" y="0"/>
          <a:chExt cx="0" cy="0"/>
        </a:xfrm>
      </p:grpSpPr>
      <p:sp>
        <p:nvSpPr>
          <p:cNvPr id="106" name="Google Shape;106;p66"/>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Слайд с кодом 1">
  <p:cSld name="CUSTOM_2">
    <p:spTree>
      <p:nvGrpSpPr>
        <p:cNvPr id="1" name="Shape 107"/>
        <p:cNvGrpSpPr/>
        <p:nvPr/>
      </p:nvGrpSpPr>
      <p:grpSpPr>
        <a:xfrm>
          <a:off x="0" y="0"/>
          <a:ext cx="0" cy="0"/>
          <a:chOff x="0" y="0"/>
          <a:chExt cx="0" cy="0"/>
        </a:xfrm>
      </p:grpSpPr>
      <p:sp>
        <p:nvSpPr>
          <p:cNvPr id="108" name="Google Shape;108;p67"/>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9" name="Google Shape;109;p67"/>
          <p:cNvSpPr/>
          <p:nvPr/>
        </p:nvSpPr>
        <p:spPr>
          <a:xfrm>
            <a:off x="590475" y="1364975"/>
            <a:ext cx="7988400" cy="3412500"/>
          </a:xfrm>
          <a:prstGeom prst="rect">
            <a:avLst/>
          </a:prstGeom>
          <a:solidFill>
            <a:srgbClr val="FBFBF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67"/>
          <p:cNvSpPr txBox="1">
            <a:spLocks noGrp="1"/>
          </p:cNvSpPr>
          <p:nvPr>
            <p:ph type="subTitle" idx="1"/>
          </p:nvPr>
        </p:nvSpPr>
        <p:spPr>
          <a:xfrm>
            <a:off x="754725" y="1516446"/>
            <a:ext cx="8226300" cy="34551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algn="l">
              <a:lnSpc>
                <a:spcPct val="115000"/>
              </a:lnSpc>
              <a:spcBef>
                <a:spcPts val="0"/>
              </a:spcBef>
              <a:spcAft>
                <a:spcPts val="0"/>
              </a:spcAft>
              <a:buSzPts val="1700"/>
              <a:buNone/>
              <a:defRPr sz="1700"/>
            </a:lvl2pPr>
            <a:lvl3pPr lvl="2" algn="l">
              <a:lnSpc>
                <a:spcPct val="115000"/>
              </a:lnSpc>
              <a:spcBef>
                <a:spcPts val="0"/>
              </a:spcBef>
              <a:spcAft>
                <a:spcPts val="0"/>
              </a:spcAft>
              <a:buSzPts val="1700"/>
              <a:buNone/>
              <a:defRPr sz="1700"/>
            </a:lvl3pPr>
            <a:lvl4pPr lvl="3" algn="l">
              <a:lnSpc>
                <a:spcPct val="115000"/>
              </a:lnSpc>
              <a:spcBef>
                <a:spcPts val="0"/>
              </a:spcBef>
              <a:spcAft>
                <a:spcPts val="0"/>
              </a:spcAft>
              <a:buSzPts val="1700"/>
              <a:buNone/>
              <a:defRPr sz="1700"/>
            </a:lvl4pPr>
            <a:lvl5pPr lvl="4" algn="l">
              <a:lnSpc>
                <a:spcPct val="115000"/>
              </a:lnSpc>
              <a:spcBef>
                <a:spcPts val="0"/>
              </a:spcBef>
              <a:spcAft>
                <a:spcPts val="0"/>
              </a:spcAft>
              <a:buSzPts val="1700"/>
              <a:buNone/>
              <a:defRPr sz="1700"/>
            </a:lvl5pPr>
            <a:lvl6pPr lvl="5" algn="l">
              <a:lnSpc>
                <a:spcPct val="115000"/>
              </a:lnSpc>
              <a:spcBef>
                <a:spcPts val="0"/>
              </a:spcBef>
              <a:spcAft>
                <a:spcPts val="0"/>
              </a:spcAft>
              <a:buSzPts val="1700"/>
              <a:buNone/>
              <a:defRPr sz="1700"/>
            </a:lvl6pPr>
            <a:lvl7pPr lvl="6" algn="l">
              <a:lnSpc>
                <a:spcPct val="115000"/>
              </a:lnSpc>
              <a:spcBef>
                <a:spcPts val="0"/>
              </a:spcBef>
              <a:spcAft>
                <a:spcPts val="0"/>
              </a:spcAft>
              <a:buSzPts val="1700"/>
              <a:buNone/>
              <a:defRPr sz="1700"/>
            </a:lvl7pPr>
            <a:lvl8pPr lvl="7" algn="l">
              <a:lnSpc>
                <a:spcPct val="115000"/>
              </a:lnSpc>
              <a:spcBef>
                <a:spcPts val="0"/>
              </a:spcBef>
              <a:spcAft>
                <a:spcPts val="0"/>
              </a:spcAft>
              <a:buSzPts val="1700"/>
              <a:buNone/>
              <a:defRPr sz="1700"/>
            </a:lvl8pPr>
            <a:lvl9pPr lvl="8" algn="l">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Слайд с кодом 2">
  <p:cSld name="CUSTOM_2_1">
    <p:spTree>
      <p:nvGrpSpPr>
        <p:cNvPr id="1" name="Shape 111"/>
        <p:cNvGrpSpPr/>
        <p:nvPr/>
      </p:nvGrpSpPr>
      <p:grpSpPr>
        <a:xfrm>
          <a:off x="0" y="0"/>
          <a:ext cx="0" cy="0"/>
          <a:chOff x="0" y="0"/>
          <a:chExt cx="0" cy="0"/>
        </a:xfrm>
      </p:grpSpPr>
      <p:sp>
        <p:nvSpPr>
          <p:cNvPr id="112" name="Google Shape;112;p68"/>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3" name="Google Shape;113;p68"/>
          <p:cNvSpPr/>
          <p:nvPr/>
        </p:nvSpPr>
        <p:spPr>
          <a:xfrm>
            <a:off x="590475" y="1364975"/>
            <a:ext cx="7988400" cy="3412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68"/>
          <p:cNvSpPr txBox="1">
            <a:spLocks noGrp="1"/>
          </p:cNvSpPr>
          <p:nvPr>
            <p:ph type="subTitle" idx="1"/>
          </p:nvPr>
        </p:nvSpPr>
        <p:spPr>
          <a:xfrm>
            <a:off x="754725" y="1516446"/>
            <a:ext cx="8226300" cy="34551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algn="l">
              <a:lnSpc>
                <a:spcPct val="115000"/>
              </a:lnSpc>
              <a:spcBef>
                <a:spcPts val="0"/>
              </a:spcBef>
              <a:spcAft>
                <a:spcPts val="0"/>
              </a:spcAft>
              <a:buClr>
                <a:schemeClr val="lt1"/>
              </a:buClr>
              <a:buSzPts val="1700"/>
              <a:buNone/>
              <a:defRPr sz="1700">
                <a:solidFill>
                  <a:schemeClr val="lt1"/>
                </a:solidFill>
              </a:defRPr>
            </a:lvl2pPr>
            <a:lvl3pPr lvl="2" algn="l">
              <a:lnSpc>
                <a:spcPct val="115000"/>
              </a:lnSpc>
              <a:spcBef>
                <a:spcPts val="0"/>
              </a:spcBef>
              <a:spcAft>
                <a:spcPts val="0"/>
              </a:spcAft>
              <a:buClr>
                <a:schemeClr val="lt1"/>
              </a:buClr>
              <a:buSzPts val="1700"/>
              <a:buNone/>
              <a:defRPr sz="1700">
                <a:solidFill>
                  <a:schemeClr val="lt1"/>
                </a:solidFill>
              </a:defRPr>
            </a:lvl3pPr>
            <a:lvl4pPr lvl="3" algn="l">
              <a:lnSpc>
                <a:spcPct val="115000"/>
              </a:lnSpc>
              <a:spcBef>
                <a:spcPts val="0"/>
              </a:spcBef>
              <a:spcAft>
                <a:spcPts val="0"/>
              </a:spcAft>
              <a:buClr>
                <a:schemeClr val="lt1"/>
              </a:buClr>
              <a:buSzPts val="1700"/>
              <a:buNone/>
              <a:defRPr sz="1700">
                <a:solidFill>
                  <a:schemeClr val="lt1"/>
                </a:solidFill>
              </a:defRPr>
            </a:lvl4pPr>
            <a:lvl5pPr lvl="4" algn="l">
              <a:lnSpc>
                <a:spcPct val="115000"/>
              </a:lnSpc>
              <a:spcBef>
                <a:spcPts val="0"/>
              </a:spcBef>
              <a:spcAft>
                <a:spcPts val="0"/>
              </a:spcAft>
              <a:buClr>
                <a:schemeClr val="lt1"/>
              </a:buClr>
              <a:buSzPts val="1700"/>
              <a:buNone/>
              <a:defRPr sz="1700">
                <a:solidFill>
                  <a:schemeClr val="lt1"/>
                </a:solidFill>
              </a:defRPr>
            </a:lvl5pPr>
            <a:lvl6pPr lvl="5" algn="l">
              <a:lnSpc>
                <a:spcPct val="115000"/>
              </a:lnSpc>
              <a:spcBef>
                <a:spcPts val="0"/>
              </a:spcBef>
              <a:spcAft>
                <a:spcPts val="0"/>
              </a:spcAft>
              <a:buClr>
                <a:schemeClr val="lt1"/>
              </a:buClr>
              <a:buSzPts val="1700"/>
              <a:buNone/>
              <a:defRPr sz="1700">
                <a:solidFill>
                  <a:schemeClr val="lt1"/>
                </a:solidFill>
              </a:defRPr>
            </a:lvl6pPr>
            <a:lvl7pPr lvl="6" algn="l">
              <a:lnSpc>
                <a:spcPct val="115000"/>
              </a:lnSpc>
              <a:spcBef>
                <a:spcPts val="0"/>
              </a:spcBef>
              <a:spcAft>
                <a:spcPts val="0"/>
              </a:spcAft>
              <a:buClr>
                <a:schemeClr val="lt1"/>
              </a:buClr>
              <a:buSzPts val="1700"/>
              <a:buNone/>
              <a:defRPr sz="1700">
                <a:solidFill>
                  <a:schemeClr val="lt1"/>
                </a:solidFill>
              </a:defRPr>
            </a:lvl7pPr>
            <a:lvl8pPr lvl="7" algn="l">
              <a:lnSpc>
                <a:spcPct val="115000"/>
              </a:lnSpc>
              <a:spcBef>
                <a:spcPts val="0"/>
              </a:spcBef>
              <a:spcAft>
                <a:spcPts val="0"/>
              </a:spcAft>
              <a:buClr>
                <a:schemeClr val="lt1"/>
              </a:buClr>
              <a:buSzPts val="1700"/>
              <a:buNone/>
              <a:defRPr sz="1700">
                <a:solidFill>
                  <a:schemeClr val="lt1"/>
                </a:solidFill>
              </a:defRPr>
            </a:lvl8pPr>
            <a:lvl9pPr lvl="8" algn="l">
              <a:lnSpc>
                <a:spcPct val="115000"/>
              </a:lnSpc>
              <a:spcBef>
                <a:spcPts val="0"/>
              </a:spcBef>
              <a:spcAft>
                <a:spcPts val="0"/>
              </a:spcAft>
              <a:buClr>
                <a:schemeClr val="lt1"/>
              </a:buClr>
              <a:buSzPts val="1700"/>
              <a:buNone/>
              <a:defRPr sz="1700">
                <a:solidFill>
                  <a:schemeClr val="lt1"/>
                </a:solidFil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Shape 115"/>
        <p:cNvGrpSpPr/>
        <p:nvPr/>
      </p:nvGrpSpPr>
      <p:grpSpPr>
        <a:xfrm>
          <a:off x="0" y="0"/>
          <a:ext cx="0" cy="0"/>
          <a:chOff x="0" y="0"/>
          <a:chExt cx="0" cy="0"/>
        </a:xfrm>
      </p:grpSpPr>
      <p:sp>
        <p:nvSpPr>
          <p:cNvPr id="116" name="Google Shape;116;p69"/>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7" name="Google Shape;117;p69"/>
          <p:cNvSpPr txBox="1">
            <a:spLocks noGrp="1"/>
          </p:cNvSpPr>
          <p:nvPr>
            <p:ph type="subTitle" idx="1"/>
          </p:nvPr>
        </p:nvSpPr>
        <p:spPr>
          <a:xfrm>
            <a:off x="544050" y="1350425"/>
            <a:ext cx="5316300" cy="904200"/>
          </a:xfrm>
          <a:prstGeom prst="rect">
            <a:avLst/>
          </a:prstGeom>
          <a:noFill/>
          <a:ln>
            <a:noFill/>
          </a:ln>
        </p:spPr>
        <p:txBody>
          <a:bodyPr spcFirstLastPara="1" wrap="square" lIns="91425" tIns="91425" rIns="91425" bIns="91425" anchor="t" anchorCtr="0">
            <a:normAutofit/>
          </a:bodyPr>
          <a:lstStyle>
            <a:lvl1pPr lvl="0" algn="l">
              <a:lnSpc>
                <a:spcPct val="12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
        <p:nvSpPr>
          <p:cNvPr id="118" name="Google Shape;118;p69"/>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69"/>
          <p:cNvSpPr txBox="1">
            <a:spLocks noGrp="1"/>
          </p:cNvSpPr>
          <p:nvPr>
            <p:ph type="subTitle" idx="2"/>
          </p:nvPr>
        </p:nvSpPr>
        <p:spPr>
          <a:xfrm>
            <a:off x="795050" y="2220038"/>
            <a:ext cx="7568100" cy="23637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gn="l">
              <a:lnSpc>
                <a:spcPct val="115000"/>
              </a:lnSpc>
              <a:spcBef>
                <a:spcPts val="0"/>
              </a:spcBef>
              <a:spcAft>
                <a:spcPts val="0"/>
              </a:spcAft>
              <a:buSzPts val="1700"/>
              <a:buNone/>
              <a:defRPr sz="1700"/>
            </a:lvl2pPr>
            <a:lvl3pPr lvl="2" algn="l">
              <a:lnSpc>
                <a:spcPct val="115000"/>
              </a:lnSpc>
              <a:spcBef>
                <a:spcPts val="0"/>
              </a:spcBef>
              <a:spcAft>
                <a:spcPts val="0"/>
              </a:spcAft>
              <a:buSzPts val="1700"/>
              <a:buNone/>
              <a:defRPr sz="1700"/>
            </a:lvl3pPr>
            <a:lvl4pPr lvl="3" algn="l">
              <a:lnSpc>
                <a:spcPct val="115000"/>
              </a:lnSpc>
              <a:spcBef>
                <a:spcPts val="0"/>
              </a:spcBef>
              <a:spcAft>
                <a:spcPts val="0"/>
              </a:spcAft>
              <a:buSzPts val="1700"/>
              <a:buNone/>
              <a:defRPr sz="1700"/>
            </a:lvl4pPr>
            <a:lvl5pPr lvl="4" algn="l">
              <a:lnSpc>
                <a:spcPct val="115000"/>
              </a:lnSpc>
              <a:spcBef>
                <a:spcPts val="0"/>
              </a:spcBef>
              <a:spcAft>
                <a:spcPts val="0"/>
              </a:spcAft>
              <a:buSzPts val="1700"/>
              <a:buNone/>
              <a:defRPr sz="1700"/>
            </a:lvl5pPr>
            <a:lvl6pPr lvl="5" algn="l">
              <a:lnSpc>
                <a:spcPct val="115000"/>
              </a:lnSpc>
              <a:spcBef>
                <a:spcPts val="0"/>
              </a:spcBef>
              <a:spcAft>
                <a:spcPts val="0"/>
              </a:spcAft>
              <a:buSzPts val="1700"/>
              <a:buNone/>
              <a:defRPr sz="1700"/>
            </a:lvl6pPr>
            <a:lvl7pPr lvl="6" algn="l">
              <a:lnSpc>
                <a:spcPct val="115000"/>
              </a:lnSpc>
              <a:spcBef>
                <a:spcPts val="0"/>
              </a:spcBef>
              <a:spcAft>
                <a:spcPts val="0"/>
              </a:spcAft>
              <a:buSzPts val="1700"/>
              <a:buNone/>
              <a:defRPr sz="1700"/>
            </a:lvl7pPr>
            <a:lvl8pPr lvl="7" algn="l">
              <a:lnSpc>
                <a:spcPct val="115000"/>
              </a:lnSpc>
              <a:spcBef>
                <a:spcPts val="0"/>
              </a:spcBef>
              <a:spcAft>
                <a:spcPts val="0"/>
              </a:spcAft>
              <a:buSzPts val="1700"/>
              <a:buNone/>
              <a:defRPr sz="1700"/>
            </a:lvl8pPr>
            <a:lvl9pPr lvl="8" algn="l">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Shape 120"/>
        <p:cNvGrpSpPr/>
        <p:nvPr/>
      </p:nvGrpSpPr>
      <p:grpSpPr>
        <a:xfrm>
          <a:off x="0" y="0"/>
          <a:ext cx="0" cy="0"/>
          <a:chOff x="0" y="0"/>
          <a:chExt cx="0" cy="0"/>
        </a:xfrm>
      </p:grpSpPr>
      <p:sp>
        <p:nvSpPr>
          <p:cNvPr id="121" name="Google Shape;121;p70"/>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2" name="Google Shape;122;p70"/>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0"/>
          <p:cNvSpPr txBox="1">
            <a:spLocks noGrp="1"/>
          </p:cNvSpPr>
          <p:nvPr>
            <p:ph type="subTitle" idx="1"/>
          </p:nvPr>
        </p:nvSpPr>
        <p:spPr>
          <a:xfrm>
            <a:off x="500550" y="1474819"/>
            <a:ext cx="4428600" cy="34551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gn="l">
              <a:lnSpc>
                <a:spcPct val="115000"/>
              </a:lnSpc>
              <a:spcBef>
                <a:spcPts val="0"/>
              </a:spcBef>
              <a:spcAft>
                <a:spcPts val="0"/>
              </a:spcAft>
              <a:buSzPts val="1300"/>
              <a:buNone/>
              <a:defRPr sz="1300"/>
            </a:lvl2pPr>
            <a:lvl3pPr lvl="2" algn="l">
              <a:lnSpc>
                <a:spcPct val="115000"/>
              </a:lnSpc>
              <a:spcBef>
                <a:spcPts val="0"/>
              </a:spcBef>
              <a:spcAft>
                <a:spcPts val="0"/>
              </a:spcAft>
              <a:buSzPts val="1300"/>
              <a:buNone/>
              <a:defRPr/>
            </a:lvl3pPr>
            <a:lvl4pPr lvl="3" algn="l">
              <a:lnSpc>
                <a:spcPct val="115000"/>
              </a:lnSpc>
              <a:spcBef>
                <a:spcPts val="0"/>
              </a:spcBef>
              <a:spcAft>
                <a:spcPts val="0"/>
              </a:spcAft>
              <a:buSzPts val="1300"/>
              <a:buNone/>
              <a:defRPr/>
            </a:lvl4pPr>
            <a:lvl5pPr lvl="4" algn="l">
              <a:lnSpc>
                <a:spcPct val="115000"/>
              </a:lnSpc>
              <a:spcBef>
                <a:spcPts val="0"/>
              </a:spcBef>
              <a:spcAft>
                <a:spcPts val="0"/>
              </a:spcAft>
              <a:buSzPts val="1300"/>
              <a:buNone/>
              <a:defRPr/>
            </a:lvl5pPr>
            <a:lvl6pPr lvl="5" algn="l">
              <a:lnSpc>
                <a:spcPct val="115000"/>
              </a:lnSpc>
              <a:spcBef>
                <a:spcPts val="0"/>
              </a:spcBef>
              <a:spcAft>
                <a:spcPts val="0"/>
              </a:spcAft>
              <a:buSzPts val="1300"/>
              <a:buNone/>
              <a:defRPr/>
            </a:lvl6pPr>
            <a:lvl7pPr lvl="6" algn="l">
              <a:lnSpc>
                <a:spcPct val="115000"/>
              </a:lnSpc>
              <a:spcBef>
                <a:spcPts val="0"/>
              </a:spcBef>
              <a:spcAft>
                <a:spcPts val="0"/>
              </a:spcAft>
              <a:buSzPts val="1300"/>
              <a:buNone/>
              <a:defRPr/>
            </a:lvl7pPr>
            <a:lvl8pPr lvl="7" algn="l">
              <a:lnSpc>
                <a:spcPct val="115000"/>
              </a:lnSpc>
              <a:spcBef>
                <a:spcPts val="0"/>
              </a:spcBef>
              <a:spcAft>
                <a:spcPts val="0"/>
              </a:spcAft>
              <a:buSzPts val="1300"/>
              <a:buNone/>
              <a:defRPr/>
            </a:lvl8pPr>
            <a:lvl9pPr lvl="8" algn="l">
              <a:lnSpc>
                <a:spcPct val="115000"/>
              </a:lnSpc>
              <a:spcBef>
                <a:spcPts val="0"/>
              </a:spcBef>
              <a:spcAft>
                <a:spcPts val="0"/>
              </a:spcAft>
              <a:buSzPts val="1300"/>
              <a:buNone/>
              <a:defRPr/>
            </a:lvl9pPr>
          </a:lstStyle>
          <a:p>
            <a:endParaRPr/>
          </a:p>
        </p:txBody>
      </p:sp>
      <p:sp>
        <p:nvSpPr>
          <p:cNvPr id="124" name="Google Shape;124;p70"/>
          <p:cNvSpPr txBox="1">
            <a:spLocks noGrp="1"/>
          </p:cNvSpPr>
          <p:nvPr>
            <p:ph type="subTitle" idx="2"/>
          </p:nvPr>
        </p:nvSpPr>
        <p:spPr>
          <a:xfrm>
            <a:off x="5555275" y="1474819"/>
            <a:ext cx="3151200" cy="3261300"/>
          </a:xfrm>
          <a:prstGeom prst="rect">
            <a:avLst/>
          </a:prstGeom>
          <a:noFill/>
          <a:ln>
            <a:noFill/>
          </a:ln>
        </p:spPr>
        <p:txBody>
          <a:bodyPr spcFirstLastPara="1" wrap="square" lIns="91425" tIns="91425" rIns="91425" bIns="91425" anchor="t" anchorCtr="0">
            <a:normAutofit/>
          </a:bodyPr>
          <a:lstStyle>
            <a:lvl1pPr lvl="0" algn="l">
              <a:lnSpc>
                <a:spcPct val="120000"/>
              </a:lnSpc>
              <a:spcBef>
                <a:spcPts val="0"/>
              </a:spcBef>
              <a:spcAft>
                <a:spcPts val="0"/>
              </a:spcAft>
              <a:buClr>
                <a:schemeClr val="dk1"/>
              </a:buClr>
              <a:buSzPts val="1300"/>
              <a:buNone/>
              <a:defRPr sz="1300" b="0">
                <a:solidFill>
                  <a:schemeClr val="dk1"/>
                </a:solidFill>
              </a:defRPr>
            </a:lvl1pPr>
            <a:lvl2pPr lvl="1" algn="l">
              <a:lnSpc>
                <a:spcPct val="100000"/>
              </a:lnSpc>
              <a:spcBef>
                <a:spcPts val="0"/>
              </a:spcBef>
              <a:spcAft>
                <a:spcPts val="0"/>
              </a:spcAft>
              <a:buClr>
                <a:schemeClr val="dk1"/>
              </a:buClr>
              <a:buSzPts val="1500"/>
              <a:buNone/>
              <a:defRPr>
                <a:solidFill>
                  <a:schemeClr val="dk1"/>
                </a:solidFill>
              </a:defRPr>
            </a:lvl2pPr>
            <a:lvl3pPr lvl="2" algn="l">
              <a:lnSpc>
                <a:spcPct val="100000"/>
              </a:lnSpc>
              <a:spcBef>
                <a:spcPts val="0"/>
              </a:spcBef>
              <a:spcAft>
                <a:spcPts val="0"/>
              </a:spcAft>
              <a:buClr>
                <a:schemeClr val="dk1"/>
              </a:buClr>
              <a:buSzPts val="1300"/>
              <a:buNone/>
              <a:defRPr>
                <a:solidFill>
                  <a:schemeClr val="dk1"/>
                </a:solidFill>
              </a:defRPr>
            </a:lvl3pPr>
            <a:lvl4pPr lvl="3" algn="l">
              <a:lnSpc>
                <a:spcPct val="100000"/>
              </a:lnSpc>
              <a:spcBef>
                <a:spcPts val="0"/>
              </a:spcBef>
              <a:spcAft>
                <a:spcPts val="0"/>
              </a:spcAft>
              <a:buClr>
                <a:schemeClr val="dk1"/>
              </a:buClr>
              <a:buSzPts val="1300"/>
              <a:buNone/>
              <a:defRPr>
                <a:solidFill>
                  <a:schemeClr val="dk1"/>
                </a:solidFill>
              </a:defRPr>
            </a:lvl4pPr>
            <a:lvl5pPr lvl="4" algn="l">
              <a:lnSpc>
                <a:spcPct val="100000"/>
              </a:lnSpc>
              <a:spcBef>
                <a:spcPts val="0"/>
              </a:spcBef>
              <a:spcAft>
                <a:spcPts val="0"/>
              </a:spcAft>
              <a:buClr>
                <a:schemeClr val="dk1"/>
              </a:buClr>
              <a:buSzPts val="1300"/>
              <a:buNone/>
              <a:defRPr>
                <a:solidFill>
                  <a:schemeClr val="dk1"/>
                </a:solidFill>
              </a:defRPr>
            </a:lvl5pPr>
            <a:lvl6pPr lvl="5" algn="l">
              <a:lnSpc>
                <a:spcPct val="100000"/>
              </a:lnSpc>
              <a:spcBef>
                <a:spcPts val="0"/>
              </a:spcBef>
              <a:spcAft>
                <a:spcPts val="0"/>
              </a:spcAft>
              <a:buClr>
                <a:schemeClr val="dk1"/>
              </a:buClr>
              <a:buSzPts val="1300"/>
              <a:buNone/>
              <a:defRPr>
                <a:solidFill>
                  <a:schemeClr val="dk1"/>
                </a:solidFill>
              </a:defRPr>
            </a:lvl6pPr>
            <a:lvl7pPr lvl="6" algn="l">
              <a:lnSpc>
                <a:spcPct val="100000"/>
              </a:lnSpc>
              <a:spcBef>
                <a:spcPts val="0"/>
              </a:spcBef>
              <a:spcAft>
                <a:spcPts val="0"/>
              </a:spcAft>
              <a:buClr>
                <a:schemeClr val="dk1"/>
              </a:buClr>
              <a:buSzPts val="1300"/>
              <a:buNone/>
              <a:defRPr>
                <a:solidFill>
                  <a:schemeClr val="dk1"/>
                </a:solidFill>
              </a:defRPr>
            </a:lvl7pPr>
            <a:lvl8pPr lvl="7" algn="l">
              <a:lnSpc>
                <a:spcPct val="100000"/>
              </a:lnSpc>
              <a:spcBef>
                <a:spcPts val="0"/>
              </a:spcBef>
              <a:spcAft>
                <a:spcPts val="0"/>
              </a:spcAft>
              <a:buClr>
                <a:schemeClr val="dk1"/>
              </a:buClr>
              <a:buSzPts val="1300"/>
              <a:buNone/>
              <a:defRPr>
                <a:solidFill>
                  <a:schemeClr val="dk1"/>
                </a:solidFill>
              </a:defRPr>
            </a:lvl8pPr>
            <a:lvl9pPr lvl="8" algn="l">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jp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4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100"/>
              <a:buFont typeface="Roboto"/>
              <a:buNone/>
              <a:defRPr sz="3100" b="1"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9pPr>
          </a:lstStyle>
          <a:p>
            <a:endParaRPr/>
          </a:p>
        </p:txBody>
      </p:sp>
      <p:sp>
        <p:nvSpPr>
          <p:cNvPr id="7" name="Google Shape;7;p41"/>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endParaRPr/>
          </a:p>
        </p:txBody>
      </p:sp>
      <p:sp>
        <p:nvSpPr>
          <p:cNvPr id="8" name="Google Shape;8;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Shape 65"/>
        <p:cNvGrpSpPr/>
        <p:nvPr/>
      </p:nvGrpSpPr>
      <p:grpSpPr>
        <a:xfrm>
          <a:off x="0" y="0"/>
          <a:ext cx="0" cy="0"/>
          <a:chOff x="0" y="0"/>
          <a:chExt cx="0" cy="0"/>
        </a:xfrm>
      </p:grpSpPr>
      <p:sp>
        <p:nvSpPr>
          <p:cNvPr id="66" name="Google Shape;66;p48"/>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100"/>
              <a:buFont typeface="Roboto"/>
              <a:buNone/>
              <a:defRPr sz="3100" b="1"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9pPr>
          </a:lstStyle>
          <a:p>
            <a:endParaRPr/>
          </a:p>
        </p:txBody>
      </p:sp>
      <p:sp>
        <p:nvSpPr>
          <p:cNvPr id="67" name="Google Shape;67;p48"/>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endParaRPr/>
          </a:p>
        </p:txBody>
      </p:sp>
      <p:sp>
        <p:nvSpPr>
          <p:cNvPr id="68" name="Google Shape;68;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www.linkedin.com/in/igor-stureiko" TargetMode="Externa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hyperlink" Target="https://habr.com/ru/companies/wunderfund/articles/592231/" TargetMode="External"/><Relationship Id="rId7" Type="http://schemas.openxmlformats.org/officeDocument/2006/relationships/hyperlink" Target="https://habr.com/ru/articles/486358/" TargetMode="External"/><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hyperlink" Target="https://habr.com/ru/articles/951534/" TargetMode="External"/><Relationship Id="rId5" Type="http://schemas.openxmlformats.org/officeDocument/2006/relationships/hyperlink" Target="https://habr.com/ru/companies/wunderfund/articles/594333/" TargetMode="External"/><Relationship Id="rId4" Type="http://schemas.openxmlformats.org/officeDocument/2006/relationships/hyperlink" Target="https://habr.com/ru/companies/wunderfund/articles/593713/"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hyperlink" Target="https://colab.research.google.com/drive/1SqOZYOwQ11BSV2nRxp8hx2x8rU80pmyp?usp=sharing" TargetMode="External"/><Relationship Id="rId7"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hyperlink" Target="https://paperswithcode.com/task/time-series-forecasting" TargetMode="External"/><Relationship Id="rId2" Type="http://schemas.openxmlformats.org/officeDocument/2006/relationships/notesSlide" Target="../notesSlides/notesSlide42.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4.xml"/><Relationship Id="rId5" Type="http://schemas.openxmlformats.org/officeDocument/2006/relationships/image" Target="../media/image56.png"/><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hyperlink" Target="http://www.linkedin.com/in/igor-stureik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
          <p:cNvSpPr txBox="1">
            <a:spLocks noGrp="1"/>
          </p:cNvSpPr>
          <p:nvPr>
            <p:ph type="subTitle" idx="1"/>
          </p:nvPr>
        </p:nvSpPr>
        <p:spPr>
          <a:xfrm>
            <a:off x="944650" y="4350425"/>
            <a:ext cx="8293200" cy="480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800"/>
              <a:buNone/>
            </a:pPr>
            <a:r>
              <a:rPr lang="ru"/>
              <a:t>otus.ru</a:t>
            </a:r>
            <a:endParaRPr/>
          </a:p>
        </p:txBody>
      </p:sp>
      <p:sp>
        <p:nvSpPr>
          <p:cNvPr id="130" name="Google Shape;130;p1"/>
          <p:cNvSpPr txBox="1">
            <a:spLocks noGrp="1"/>
          </p:cNvSpPr>
          <p:nvPr>
            <p:ph type="title"/>
          </p:nvPr>
        </p:nvSpPr>
        <p:spPr>
          <a:xfrm>
            <a:off x="944650" y="1769200"/>
            <a:ext cx="7379700" cy="23754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ru"/>
              <a:t>МЛ для финансового анализа</a:t>
            </a:r>
            <a:endParaRPr/>
          </a:p>
          <a:p>
            <a:pPr marL="0" lvl="0" indent="0" algn="l" rtl="0">
              <a:lnSpc>
                <a:spcPct val="90000"/>
              </a:lnSpc>
              <a:spcBef>
                <a:spcPts val="0"/>
              </a:spcBef>
              <a:spcAft>
                <a:spcPts val="0"/>
              </a:spcAft>
              <a:buClr>
                <a:schemeClr val="dk1"/>
              </a:buClr>
              <a:buSzPts val="1100"/>
              <a:buFont typeface="Arial"/>
              <a:buNone/>
            </a:pPr>
            <a:r>
              <a:rPr lang="ru" sz="2500"/>
              <a:t>Задача прогнозирования:</a:t>
            </a:r>
            <a:endParaRPr sz="2500"/>
          </a:p>
          <a:p>
            <a:pPr marL="0" lvl="0" indent="0" algn="l" rtl="0">
              <a:lnSpc>
                <a:spcPct val="90000"/>
              </a:lnSpc>
              <a:spcBef>
                <a:spcPts val="0"/>
              </a:spcBef>
              <a:spcAft>
                <a:spcPts val="0"/>
              </a:spcAft>
              <a:buClr>
                <a:schemeClr val="dk1"/>
              </a:buClr>
              <a:buSzPts val="1100"/>
              <a:buFont typeface="Arial"/>
              <a:buNone/>
            </a:pPr>
            <a:r>
              <a:rPr lang="ru" sz="2500"/>
              <a:t>Transformer</a:t>
            </a:r>
            <a:endParaRPr sz="25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
          <p:cNvSpPr txBox="1">
            <a:spLocks noGrp="1"/>
          </p:cNvSpPr>
          <p:nvPr>
            <p:ph type="title"/>
          </p:nvPr>
        </p:nvSpPr>
        <p:spPr>
          <a:xfrm>
            <a:off x="1635875" y="772125"/>
            <a:ext cx="7935300" cy="841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ru" sz="2100"/>
              <a:t>Проверить, идет ли запись</a:t>
            </a:r>
            <a:endParaRPr sz="2100"/>
          </a:p>
        </p:txBody>
      </p:sp>
      <p:sp>
        <p:nvSpPr>
          <p:cNvPr id="136" name="Google Shape;136;p2"/>
          <p:cNvSpPr txBox="1">
            <a:spLocks noGrp="1"/>
          </p:cNvSpPr>
          <p:nvPr>
            <p:ph type="title"/>
          </p:nvPr>
        </p:nvSpPr>
        <p:spPr>
          <a:xfrm>
            <a:off x="766725" y="1805199"/>
            <a:ext cx="7935300" cy="1295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ru" sz="4000"/>
              <a:t>Меня хорошо видно</a:t>
            </a:r>
            <a:endParaRPr sz="4000"/>
          </a:p>
          <a:p>
            <a:pPr marL="0" lvl="0" indent="0" algn="l" rtl="0">
              <a:lnSpc>
                <a:spcPct val="100000"/>
              </a:lnSpc>
              <a:spcBef>
                <a:spcPts val="0"/>
              </a:spcBef>
              <a:spcAft>
                <a:spcPts val="0"/>
              </a:spcAft>
              <a:buSzPts val="3600"/>
              <a:buNone/>
            </a:pPr>
            <a:r>
              <a:rPr lang="ru" sz="4000"/>
              <a:t>&amp;&amp; слышно?</a:t>
            </a:r>
            <a:endParaRPr sz="4000"/>
          </a:p>
        </p:txBody>
      </p:sp>
      <p:pic>
        <p:nvPicPr>
          <p:cNvPr id="137" name="Google Shape;137;p2"/>
          <p:cNvPicPr preferRelativeResize="0"/>
          <p:nvPr/>
        </p:nvPicPr>
        <p:blipFill rotWithShape="1">
          <a:blip r:embed="rId3">
            <a:alphaModFix/>
          </a:blip>
          <a:srcRect l="98" r="97"/>
          <a:stretch/>
        </p:blipFill>
        <p:spPr>
          <a:xfrm>
            <a:off x="880825" y="1032408"/>
            <a:ext cx="642317" cy="321159"/>
          </a:xfrm>
          <a:prstGeom prst="rect">
            <a:avLst/>
          </a:prstGeom>
          <a:noFill/>
          <a:ln>
            <a:noFill/>
          </a:ln>
        </p:spPr>
      </p:pic>
      <p:pic>
        <p:nvPicPr>
          <p:cNvPr id="138" name="Google Shape;138;p2"/>
          <p:cNvPicPr preferRelativeResize="0"/>
          <p:nvPr/>
        </p:nvPicPr>
        <p:blipFill rotWithShape="1">
          <a:blip r:embed="rId4">
            <a:alphaModFix/>
          </a:blip>
          <a:srcRect/>
          <a:stretch/>
        </p:blipFill>
        <p:spPr>
          <a:xfrm>
            <a:off x="872375" y="3520050"/>
            <a:ext cx="525600" cy="525600"/>
          </a:xfrm>
          <a:prstGeom prst="rect">
            <a:avLst/>
          </a:prstGeom>
          <a:noFill/>
          <a:ln>
            <a:noFill/>
          </a:ln>
        </p:spPr>
      </p:pic>
      <p:sp>
        <p:nvSpPr>
          <p:cNvPr id="139" name="Google Shape;139;p2"/>
          <p:cNvSpPr txBox="1"/>
          <p:nvPr/>
        </p:nvSpPr>
        <p:spPr>
          <a:xfrm>
            <a:off x="1514225" y="3459600"/>
            <a:ext cx="30000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chemeClr val="dk1"/>
                </a:solidFill>
                <a:latin typeface="Roboto"/>
                <a:ea typeface="Roboto"/>
                <a:cs typeface="Roboto"/>
                <a:sym typeface="Roboto"/>
              </a:rPr>
              <a:t>Ставим “+”, если все хорошо</a:t>
            </a:r>
            <a:br>
              <a:rPr lang="ru" sz="1500" b="0" i="0" u="none" strike="noStrike" cap="none">
                <a:solidFill>
                  <a:schemeClr val="dk1"/>
                </a:solidFill>
                <a:latin typeface="Roboto"/>
                <a:ea typeface="Roboto"/>
                <a:cs typeface="Roboto"/>
                <a:sym typeface="Roboto"/>
              </a:rPr>
            </a:br>
            <a:r>
              <a:rPr lang="ru" sz="1500" b="0" i="0" u="none" strike="noStrike" cap="none">
                <a:solidFill>
                  <a:schemeClr val="dk1"/>
                </a:solidFill>
                <a:latin typeface="Roboto"/>
                <a:ea typeface="Roboto"/>
                <a:cs typeface="Roboto"/>
                <a:sym typeface="Roboto"/>
              </a:rPr>
              <a:t>“-”, если есть проблемы</a:t>
            </a:r>
            <a:endParaRPr sz="1500" b="0" i="0" u="none" strike="noStrike" cap="none">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p:nvPr/>
        </p:nvSpPr>
        <p:spPr>
          <a:xfrm>
            <a:off x="630000" y="2703050"/>
            <a:ext cx="1033800" cy="1983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8"/>
          <p:cNvSpPr txBox="1">
            <a:spLocks noGrp="1"/>
          </p:cNvSpPr>
          <p:nvPr>
            <p:ph type="title"/>
          </p:nvPr>
        </p:nvSpPr>
        <p:spPr>
          <a:xfrm>
            <a:off x="500550" y="821219"/>
            <a:ext cx="8520600" cy="10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3200" dirty="0"/>
              <a:t>ML </a:t>
            </a:r>
            <a:r>
              <a:rPr lang="ru-RU" sz="3200" dirty="0"/>
              <a:t>для финансового анализа</a:t>
            </a:r>
            <a:br>
              <a:rPr lang="en-US" sz="3200" dirty="0"/>
            </a:br>
            <a:r>
              <a:rPr lang="ru-RU" sz="2400" dirty="0"/>
              <a:t>Задача прогнозирования - </a:t>
            </a:r>
            <a:r>
              <a:rPr lang="en-US" sz="2400" dirty="0"/>
              <a:t>Transformers</a:t>
            </a:r>
            <a:endParaRPr b="0" dirty="0"/>
          </a:p>
        </p:txBody>
      </p:sp>
      <p:sp>
        <p:nvSpPr>
          <p:cNvPr id="207" name="Google Shape;207;p48"/>
          <p:cNvSpPr txBox="1">
            <a:spLocks noGrp="1"/>
          </p:cNvSpPr>
          <p:nvPr>
            <p:ph type="subTitle" idx="1"/>
          </p:nvPr>
        </p:nvSpPr>
        <p:spPr>
          <a:xfrm>
            <a:off x="500550" y="520133"/>
            <a:ext cx="7796700" cy="356926"/>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US" dirty="0" err="1"/>
              <a:t>Те</a:t>
            </a:r>
            <a:r>
              <a:rPr lang="ru-RU" dirty="0" err="1"/>
              <a:t>ма</a:t>
            </a:r>
            <a:r>
              <a:rPr lang="ru-RU" dirty="0"/>
              <a:t> </a:t>
            </a:r>
            <a:r>
              <a:rPr lang="ru-RU" dirty="0" err="1"/>
              <a:t>вебинара</a:t>
            </a:r>
            <a:endParaRPr dirty="0"/>
          </a:p>
        </p:txBody>
      </p:sp>
      <p:sp>
        <p:nvSpPr>
          <p:cNvPr id="208" name="Google Shape;208;p48"/>
          <p:cNvSpPr txBox="1">
            <a:spLocks noGrp="1"/>
          </p:cNvSpPr>
          <p:nvPr>
            <p:ph type="subTitle" idx="2"/>
          </p:nvPr>
        </p:nvSpPr>
        <p:spPr>
          <a:xfrm>
            <a:off x="3082400" y="2302060"/>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pic>
        <p:nvPicPr>
          <p:cNvPr id="8" name="Google Shape;278;p64">
            <a:extLst>
              <a:ext uri="{FF2B5EF4-FFF2-40B4-BE49-F238E27FC236}">
                <a16:creationId xmlns:a16="http://schemas.microsoft.com/office/drawing/2014/main" id="{DC03452F-6B2F-EA48-9B01-C3577A300545}"/>
              </a:ext>
            </a:extLst>
          </p:cNvPr>
          <p:cNvPicPr preferRelativeResize="0"/>
          <p:nvPr/>
        </p:nvPicPr>
        <p:blipFill rotWithShape="1">
          <a:blip r:embed="rId3">
            <a:alphaModFix/>
          </a:blip>
          <a:srcRect/>
          <a:stretch/>
        </p:blipFill>
        <p:spPr>
          <a:xfrm>
            <a:off x="8077621" y="258179"/>
            <a:ext cx="652375" cy="652375"/>
          </a:xfrm>
          <a:prstGeom prst="rect">
            <a:avLst/>
          </a:prstGeom>
          <a:noFill/>
          <a:ln>
            <a:noFill/>
          </a:ln>
        </p:spPr>
      </p:pic>
      <p:pic>
        <p:nvPicPr>
          <p:cNvPr id="12" name="Picture 11">
            <a:extLst>
              <a:ext uri="{FF2B5EF4-FFF2-40B4-BE49-F238E27FC236}">
                <a16:creationId xmlns:a16="http://schemas.microsoft.com/office/drawing/2014/main" id="{DADBDA60-D1B3-5B41-A4D2-CDAE2DD6B009}"/>
              </a:ext>
            </a:extLst>
          </p:cNvPr>
          <p:cNvPicPr>
            <a:picLocks noChangeAspect="1"/>
          </p:cNvPicPr>
          <p:nvPr/>
        </p:nvPicPr>
        <p:blipFill rotWithShape="1">
          <a:blip r:embed="rId4">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3" name="Google Shape;209;p48">
            <a:extLst>
              <a:ext uri="{FF2B5EF4-FFF2-40B4-BE49-F238E27FC236}">
                <a16:creationId xmlns:a16="http://schemas.microsoft.com/office/drawing/2014/main" id="{D0D012C5-1A3B-EC4C-B8A7-64C8AF21B41A}"/>
              </a:ext>
            </a:extLst>
          </p:cNvPr>
          <p:cNvSpPr txBox="1">
            <a:spLocks/>
          </p:cNvSpPr>
          <p:nvPr/>
        </p:nvSpPr>
        <p:spPr>
          <a:xfrm>
            <a:off x="3082400" y="2701811"/>
            <a:ext cx="5938750" cy="2133660"/>
          </a:xfrm>
          <a:prstGeom prst="rect">
            <a:avLst/>
          </a:prstGeom>
          <a:noFill/>
          <a:ln>
            <a:noFill/>
          </a:ln>
        </p:spPr>
        <p:txBody>
          <a:bodyPr spcFirstLastPara="1" wrap="square" lIns="91425" tIns="91425" rIns="91425" bIns="91425" anchor="t" anchorCtr="0">
            <a:normAutofit fontScale="85000" lnSpcReduction="20000"/>
          </a:bodyPr>
          <a:lstStyle>
            <a:lvl1pPr marL="0" lvl="0" algn="l">
              <a:lnSpc>
                <a:spcPct val="100000"/>
              </a:lnSpc>
              <a:spcBef>
                <a:spcPts val="0"/>
              </a:spcBef>
              <a:spcAft>
                <a:spcPts val="0"/>
              </a:spcAft>
              <a:buClr>
                <a:schemeClr val="dk1"/>
              </a:buClr>
              <a:buSzPts val="1300"/>
              <a:buNone/>
              <a:defRPr sz="1300" b="0" i="0">
                <a:solidFill>
                  <a:schemeClr val="dk1"/>
                </a:solidFill>
                <a:latin typeface="+mn-lt"/>
                <a:ea typeface="+mn-ea"/>
                <a:cs typeface="+mn-cs"/>
              </a:defRPr>
            </a:lvl1pPr>
            <a:lvl2pPr marL="457200" lvl="1" algn="l">
              <a:lnSpc>
                <a:spcPct val="100000"/>
              </a:lnSpc>
              <a:spcBef>
                <a:spcPts val="0"/>
              </a:spcBef>
              <a:spcAft>
                <a:spcPts val="0"/>
              </a:spcAft>
              <a:buClr>
                <a:schemeClr val="dk1"/>
              </a:buClr>
              <a:buSzPts val="1500"/>
              <a:buNone/>
              <a:defRPr>
                <a:solidFill>
                  <a:schemeClr val="dk1"/>
                </a:solidFill>
                <a:latin typeface="+mn-lt"/>
                <a:ea typeface="+mn-ea"/>
                <a:cs typeface="+mn-cs"/>
              </a:defRPr>
            </a:lvl2pPr>
            <a:lvl3pPr marL="914400" lvl="2" algn="l">
              <a:lnSpc>
                <a:spcPct val="100000"/>
              </a:lnSpc>
              <a:spcBef>
                <a:spcPts val="0"/>
              </a:spcBef>
              <a:spcAft>
                <a:spcPts val="0"/>
              </a:spcAft>
              <a:buClr>
                <a:schemeClr val="dk1"/>
              </a:buClr>
              <a:buSzPts val="1300"/>
              <a:buNone/>
              <a:defRPr>
                <a:solidFill>
                  <a:schemeClr val="dk1"/>
                </a:solidFill>
                <a:latin typeface="+mn-lt"/>
                <a:ea typeface="+mn-ea"/>
                <a:cs typeface="+mn-cs"/>
              </a:defRPr>
            </a:lvl3pPr>
            <a:lvl4pPr marL="1371600" lvl="3" algn="l">
              <a:lnSpc>
                <a:spcPct val="100000"/>
              </a:lnSpc>
              <a:spcBef>
                <a:spcPts val="0"/>
              </a:spcBef>
              <a:spcAft>
                <a:spcPts val="0"/>
              </a:spcAft>
              <a:buClr>
                <a:schemeClr val="dk1"/>
              </a:buClr>
              <a:buSzPts val="1300"/>
              <a:buNone/>
              <a:defRPr>
                <a:solidFill>
                  <a:schemeClr val="dk1"/>
                </a:solidFill>
                <a:latin typeface="+mn-lt"/>
                <a:ea typeface="+mn-ea"/>
                <a:cs typeface="+mn-cs"/>
              </a:defRPr>
            </a:lvl4pPr>
            <a:lvl5pPr marL="1828800" lvl="4" algn="l">
              <a:lnSpc>
                <a:spcPct val="100000"/>
              </a:lnSpc>
              <a:spcBef>
                <a:spcPts val="0"/>
              </a:spcBef>
              <a:spcAft>
                <a:spcPts val="0"/>
              </a:spcAft>
              <a:buClr>
                <a:schemeClr val="dk1"/>
              </a:buClr>
              <a:buSzPts val="1300"/>
              <a:buNone/>
              <a:defRPr>
                <a:solidFill>
                  <a:schemeClr val="dk1"/>
                </a:solidFill>
                <a:latin typeface="+mn-lt"/>
                <a:ea typeface="+mn-ea"/>
                <a:cs typeface="+mn-cs"/>
              </a:defRPr>
            </a:lvl5pPr>
            <a:lvl6pPr marL="2286000" lvl="5" algn="l">
              <a:lnSpc>
                <a:spcPct val="100000"/>
              </a:lnSpc>
              <a:spcBef>
                <a:spcPts val="0"/>
              </a:spcBef>
              <a:spcAft>
                <a:spcPts val="0"/>
              </a:spcAft>
              <a:buClr>
                <a:schemeClr val="dk1"/>
              </a:buClr>
              <a:buSzPts val="1300"/>
              <a:buNone/>
              <a:defRPr>
                <a:solidFill>
                  <a:schemeClr val="dk1"/>
                </a:solidFill>
                <a:latin typeface="+mn-lt"/>
                <a:ea typeface="+mn-ea"/>
                <a:cs typeface="+mn-cs"/>
              </a:defRPr>
            </a:lvl6pPr>
            <a:lvl7pPr marL="2743200" lvl="6" algn="l">
              <a:lnSpc>
                <a:spcPct val="100000"/>
              </a:lnSpc>
              <a:spcBef>
                <a:spcPts val="0"/>
              </a:spcBef>
              <a:spcAft>
                <a:spcPts val="0"/>
              </a:spcAft>
              <a:buClr>
                <a:schemeClr val="dk1"/>
              </a:buClr>
              <a:buSzPts val="1300"/>
              <a:buNone/>
              <a:defRPr>
                <a:solidFill>
                  <a:schemeClr val="dk1"/>
                </a:solidFill>
                <a:latin typeface="+mn-lt"/>
                <a:ea typeface="+mn-ea"/>
                <a:cs typeface="+mn-cs"/>
              </a:defRPr>
            </a:lvl7pPr>
            <a:lvl8pPr marL="3200400" lvl="7" algn="l">
              <a:lnSpc>
                <a:spcPct val="100000"/>
              </a:lnSpc>
              <a:spcBef>
                <a:spcPts val="0"/>
              </a:spcBef>
              <a:spcAft>
                <a:spcPts val="0"/>
              </a:spcAft>
              <a:buClr>
                <a:schemeClr val="dk1"/>
              </a:buClr>
              <a:buSzPts val="1300"/>
              <a:buNone/>
              <a:defRPr>
                <a:solidFill>
                  <a:schemeClr val="dk1"/>
                </a:solidFill>
                <a:latin typeface="+mn-lt"/>
                <a:ea typeface="+mn-ea"/>
                <a:cs typeface="+mn-cs"/>
              </a:defRPr>
            </a:lvl8pPr>
            <a:lvl9pPr marL="3657600" lvl="8" algn="l">
              <a:lnSpc>
                <a:spcPct val="100000"/>
              </a:lnSpc>
              <a:spcBef>
                <a:spcPts val="0"/>
              </a:spcBef>
              <a:spcAft>
                <a:spcPts val="0"/>
              </a:spcAft>
              <a:buClr>
                <a:schemeClr val="dk1"/>
              </a:buClr>
              <a:buSzPts val="1300"/>
              <a:buNone/>
              <a:defRPr>
                <a:solidFill>
                  <a:schemeClr val="dk1"/>
                </a:solidFill>
                <a:latin typeface="+mn-lt"/>
                <a:ea typeface="+mn-ea"/>
                <a:cs typeface="+mn-cs"/>
              </a:defRPr>
            </a:lvl9pPr>
          </a:lstStyle>
          <a:p>
            <a:pPr marL="1470025" indent="-1465263">
              <a:tabLst>
                <a:tab pos="1465263" algn="l"/>
              </a:tabLst>
            </a:pPr>
            <a:r>
              <a:rPr lang="ru-RU" sz="1150" b="1" kern="0" dirty="0"/>
              <a:t>Руководитель курсов: </a:t>
            </a:r>
            <a:r>
              <a:rPr lang="en-US" sz="1150" b="1" kern="0" dirty="0"/>
              <a:t>	Reinforcement Learning, ML Professional, ML Basic, </a:t>
            </a:r>
            <a:br>
              <a:rPr lang="en-US" sz="1150" b="1" kern="0" dirty="0"/>
            </a:br>
            <a:r>
              <a:rPr lang="en-US" sz="1150" b="1" kern="0" dirty="0" err="1"/>
              <a:t>MLOps</a:t>
            </a:r>
            <a:r>
              <a:rPr lang="en-US" sz="1150" b="1" kern="0" dirty="0"/>
              <a:t>, </a:t>
            </a:r>
            <a:r>
              <a:rPr lang="en-US" sz="1150" b="1" kern="0" dirty="0" err="1"/>
              <a:t>FinML</a:t>
            </a:r>
            <a:endParaRPr lang="en-US" sz="1150" b="1" kern="0" dirty="0"/>
          </a:p>
          <a:p>
            <a:pPr rtl="0"/>
            <a:endParaRPr lang="en-US" sz="1150" b="1" kern="0" dirty="0"/>
          </a:p>
          <a:p>
            <a:pPr rtl="0"/>
            <a:r>
              <a:rPr lang="en-US" sz="1150" b="1" kern="0" dirty="0" err="1"/>
              <a:t>Teamlead</a:t>
            </a:r>
            <a:r>
              <a:rPr lang="en-US" sz="1150" b="1" kern="0" dirty="0"/>
              <a:t>, </a:t>
            </a:r>
            <a:r>
              <a:rPr lang="ru-RU" sz="1150" b="1" kern="0" dirty="0"/>
              <a:t>главный инженер проекта, </a:t>
            </a:r>
          </a:p>
          <a:p>
            <a:pPr rtl="0"/>
            <a:r>
              <a:rPr lang="ru-RU" sz="1150" b="1" kern="0" dirty="0"/>
              <a:t>Физический факультет МГУ, </a:t>
            </a:r>
            <a:r>
              <a:rPr lang="en-US" sz="1150" b="1" kern="0" dirty="0"/>
              <a:t>PhD </a:t>
            </a:r>
            <a:r>
              <a:rPr lang="ru-RU" sz="1150" b="1" kern="0" dirty="0"/>
              <a:t>теоретическая физика</a:t>
            </a:r>
          </a:p>
          <a:p>
            <a:pPr rtl="0"/>
            <a:endParaRPr lang="ru-RU" sz="1150" kern="0" dirty="0"/>
          </a:p>
          <a:p>
            <a:pPr rtl="0"/>
            <a:r>
              <a:rPr lang="ru-RU" sz="1150" b="1" kern="0" dirty="0"/>
              <a:t>Опыт:</a:t>
            </a:r>
            <a:endParaRPr lang="ru-RU" sz="1150" kern="0" dirty="0"/>
          </a:p>
          <a:p>
            <a:pPr rtl="0"/>
            <a:r>
              <a:rPr lang="ru-RU" sz="1150" kern="0" dirty="0"/>
              <a:t>Более </a:t>
            </a:r>
            <a:r>
              <a:rPr lang="en-US" sz="1150" dirty="0"/>
              <a:t>20</a:t>
            </a:r>
            <a:r>
              <a:rPr lang="ru-RU" sz="1150" kern="0" dirty="0"/>
              <a:t> лет занимался прикладной математикой и мат моделированием</a:t>
            </a:r>
          </a:p>
          <a:p>
            <a:pPr rtl="0"/>
            <a:r>
              <a:rPr lang="ru-RU" sz="1150" kern="0" dirty="0"/>
              <a:t>(</a:t>
            </a:r>
            <a:r>
              <a:rPr lang="en-US" sz="1150" kern="0" dirty="0"/>
              <a:t>Data Scientist) (Python, </a:t>
            </a:r>
            <a:r>
              <a:rPr lang="ru-RU" sz="1150" kern="0" dirty="0"/>
              <a:t>С++)</a:t>
            </a:r>
          </a:p>
          <a:p>
            <a:pPr rtl="0"/>
            <a:endParaRPr lang="ru-RU" sz="1150" kern="0" dirty="0"/>
          </a:p>
          <a:p>
            <a:pPr rtl="0"/>
            <a:endParaRPr lang="ru-RU" sz="1150" b="1" kern="0" dirty="0"/>
          </a:p>
          <a:p>
            <a:pPr rtl="0"/>
            <a:r>
              <a:rPr lang="ru-RU" sz="1150" b="1" kern="0" dirty="0"/>
              <a:t>@</a:t>
            </a:r>
            <a:r>
              <a:rPr lang="en-US" sz="1150" b="1" kern="0" dirty="0" err="1"/>
              <a:t>stureiko</a:t>
            </a:r>
            <a:r>
              <a:rPr lang="en-US" sz="1150" b="1" kern="0" dirty="0"/>
              <a:t> (TG)</a:t>
            </a:r>
          </a:p>
          <a:p>
            <a:pPr rtl="0"/>
            <a:endParaRPr lang="en-US" sz="1150" b="1" kern="0" dirty="0"/>
          </a:p>
          <a:p>
            <a:pPr rtl="0"/>
            <a:r>
              <a:rPr lang="en-US" sz="1150" b="1" kern="0" dirty="0"/>
              <a:t>LinkedIn: </a:t>
            </a:r>
            <a:r>
              <a:rPr lang="en-US" sz="1150" kern="0" dirty="0">
                <a:hlinkClick r:id="rId5"/>
              </a:rPr>
              <a:t>igor-stureiko</a:t>
            </a:r>
            <a:r>
              <a:rPr lang="en-US" sz="1150" kern="0" dirty="0"/>
              <a:t> </a:t>
            </a:r>
          </a:p>
          <a:p>
            <a:pPr rtl="0"/>
            <a:endParaRPr lang="en-US" sz="1150" kern="0" dirty="0"/>
          </a:p>
          <a:p>
            <a:pPr rtl="0"/>
            <a:r>
              <a:rPr lang="en-US" sz="1150" b="1" kern="0" dirty="0"/>
              <a:t>@</a:t>
            </a:r>
            <a:r>
              <a:rPr lang="en-US" sz="1150" b="1" kern="0" dirty="0" err="1"/>
              <a:t>rl_fintech</a:t>
            </a:r>
            <a:r>
              <a:rPr lang="en-US" sz="1150" b="1" kern="0" dirty="0"/>
              <a:t> </a:t>
            </a:r>
            <a:r>
              <a:rPr lang="en-US" sz="1150" kern="0" dirty="0"/>
              <a:t>(</a:t>
            </a:r>
            <a:r>
              <a:rPr lang="ru-RU" sz="1150" kern="0" dirty="0"/>
              <a:t>Мой канал о моделях в бизнесе)</a:t>
            </a:r>
            <a:endParaRPr lang="ru-RU" sz="1400"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4"/>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sz="3200" b="1"/>
              <a:t>Правила вебинара</a:t>
            </a:r>
            <a:endParaRPr sz="3200" b="1"/>
          </a:p>
        </p:txBody>
      </p:sp>
      <p:pic>
        <p:nvPicPr>
          <p:cNvPr id="155" name="Google Shape;155;p4"/>
          <p:cNvPicPr preferRelativeResize="0"/>
          <p:nvPr/>
        </p:nvPicPr>
        <p:blipFill rotWithShape="1">
          <a:blip r:embed="rId3">
            <a:alphaModFix/>
          </a:blip>
          <a:srcRect/>
          <a:stretch/>
        </p:blipFill>
        <p:spPr>
          <a:xfrm>
            <a:off x="837650" y="3951281"/>
            <a:ext cx="692621" cy="692620"/>
          </a:xfrm>
          <a:prstGeom prst="rect">
            <a:avLst/>
          </a:prstGeom>
          <a:noFill/>
          <a:ln>
            <a:noFill/>
          </a:ln>
        </p:spPr>
      </p:pic>
      <p:pic>
        <p:nvPicPr>
          <p:cNvPr id="156" name="Google Shape;156;p4"/>
          <p:cNvPicPr preferRelativeResize="0"/>
          <p:nvPr/>
        </p:nvPicPr>
        <p:blipFill rotWithShape="1">
          <a:blip r:embed="rId4">
            <a:alphaModFix/>
          </a:blip>
          <a:srcRect/>
          <a:stretch/>
        </p:blipFill>
        <p:spPr>
          <a:xfrm>
            <a:off x="837650" y="1281613"/>
            <a:ext cx="692621" cy="692620"/>
          </a:xfrm>
          <a:prstGeom prst="rect">
            <a:avLst/>
          </a:prstGeom>
          <a:noFill/>
          <a:ln>
            <a:noFill/>
          </a:ln>
        </p:spPr>
      </p:pic>
      <p:pic>
        <p:nvPicPr>
          <p:cNvPr id="157" name="Google Shape;157;p4"/>
          <p:cNvPicPr preferRelativeResize="0"/>
          <p:nvPr/>
        </p:nvPicPr>
        <p:blipFill rotWithShape="1">
          <a:blip r:embed="rId5">
            <a:alphaModFix/>
          </a:blip>
          <a:srcRect/>
          <a:stretch/>
        </p:blipFill>
        <p:spPr>
          <a:xfrm>
            <a:off x="837651" y="3061406"/>
            <a:ext cx="692621" cy="692599"/>
          </a:xfrm>
          <a:prstGeom prst="rect">
            <a:avLst/>
          </a:prstGeom>
          <a:noFill/>
          <a:ln>
            <a:noFill/>
          </a:ln>
        </p:spPr>
      </p:pic>
      <p:sp>
        <p:nvSpPr>
          <p:cNvPr id="158" name="Google Shape;158;p4"/>
          <p:cNvSpPr txBox="1"/>
          <p:nvPr/>
        </p:nvSpPr>
        <p:spPr>
          <a:xfrm>
            <a:off x="1654525" y="1252250"/>
            <a:ext cx="24753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000000"/>
                </a:solidFill>
                <a:latin typeface="Roboto"/>
                <a:ea typeface="Roboto"/>
                <a:cs typeface="Roboto"/>
                <a:sym typeface="Roboto"/>
              </a:rPr>
              <a:t>Активно</a:t>
            </a:r>
            <a:endParaRPr sz="15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000000"/>
                </a:solidFill>
                <a:latin typeface="Roboto"/>
                <a:ea typeface="Roboto"/>
                <a:cs typeface="Roboto"/>
                <a:sym typeface="Roboto"/>
              </a:rPr>
              <a:t>участвуем</a:t>
            </a:r>
            <a:endParaRPr sz="1500" b="0" i="0" u="none" strike="noStrike" cap="none">
              <a:solidFill>
                <a:srgbClr val="000000"/>
              </a:solidFill>
              <a:latin typeface="Roboto"/>
              <a:ea typeface="Roboto"/>
              <a:cs typeface="Roboto"/>
              <a:sym typeface="Roboto"/>
            </a:endParaRPr>
          </a:p>
        </p:txBody>
      </p:sp>
      <p:sp>
        <p:nvSpPr>
          <p:cNvPr id="159" name="Google Shape;159;p4"/>
          <p:cNvSpPr txBox="1"/>
          <p:nvPr/>
        </p:nvSpPr>
        <p:spPr>
          <a:xfrm>
            <a:off x="1654525" y="3066419"/>
            <a:ext cx="32310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000000"/>
                </a:solidFill>
                <a:latin typeface="Roboto"/>
                <a:ea typeface="Roboto"/>
                <a:cs typeface="Roboto"/>
                <a:sym typeface="Roboto"/>
              </a:rPr>
              <a:t>Задаем вопрос</a:t>
            </a:r>
            <a:endParaRPr sz="15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000000"/>
                </a:solidFill>
                <a:latin typeface="Roboto"/>
                <a:ea typeface="Roboto"/>
                <a:cs typeface="Roboto"/>
                <a:sym typeface="Roboto"/>
              </a:rPr>
              <a:t>в чат или голосом</a:t>
            </a:r>
            <a:endParaRPr sz="1500" b="0" i="0" u="none" strike="noStrike" cap="none">
              <a:solidFill>
                <a:srgbClr val="000000"/>
              </a:solidFill>
              <a:latin typeface="Roboto"/>
              <a:ea typeface="Roboto"/>
              <a:cs typeface="Roboto"/>
              <a:sym typeface="Roboto"/>
            </a:endParaRPr>
          </a:p>
        </p:txBody>
      </p:sp>
      <p:sp>
        <p:nvSpPr>
          <p:cNvPr id="160" name="Google Shape;160;p4"/>
          <p:cNvSpPr txBox="1"/>
          <p:nvPr/>
        </p:nvSpPr>
        <p:spPr>
          <a:xfrm>
            <a:off x="1654525" y="3975059"/>
            <a:ext cx="32310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000000"/>
                </a:solidFill>
                <a:latin typeface="Roboto"/>
                <a:ea typeface="Roboto"/>
                <a:cs typeface="Roboto"/>
                <a:sym typeface="Roboto"/>
              </a:rPr>
              <a:t>Вопросы вижу в чате,</a:t>
            </a:r>
            <a:endParaRPr sz="15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000000"/>
                </a:solidFill>
                <a:latin typeface="Roboto"/>
                <a:ea typeface="Roboto"/>
                <a:cs typeface="Roboto"/>
                <a:sym typeface="Roboto"/>
              </a:rPr>
              <a:t>могу ответить не сразу</a:t>
            </a:r>
            <a:endParaRPr sz="1500" b="0" i="0" u="none" strike="noStrike" cap="none">
              <a:solidFill>
                <a:srgbClr val="000000"/>
              </a:solidFill>
              <a:latin typeface="Roboto"/>
              <a:ea typeface="Roboto"/>
              <a:cs typeface="Roboto"/>
              <a:sym typeface="Roboto"/>
            </a:endParaRPr>
          </a:p>
        </p:txBody>
      </p:sp>
      <p:sp>
        <p:nvSpPr>
          <p:cNvPr id="161" name="Google Shape;161;p4"/>
          <p:cNvSpPr txBox="1"/>
          <p:nvPr/>
        </p:nvSpPr>
        <p:spPr>
          <a:xfrm>
            <a:off x="1654525" y="2157979"/>
            <a:ext cx="2475300" cy="646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dirty="0">
                <a:solidFill>
                  <a:srgbClr val="000000"/>
                </a:solidFill>
                <a:latin typeface="Roboto"/>
                <a:ea typeface="Roboto"/>
                <a:cs typeface="Roboto"/>
                <a:sym typeface="Roboto"/>
              </a:rPr>
              <a:t>Off-topic обсуждаем</a:t>
            </a:r>
            <a:endParaRPr sz="15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dirty="0">
                <a:solidFill>
                  <a:srgbClr val="000000"/>
                </a:solidFill>
                <a:latin typeface="Roboto"/>
                <a:ea typeface="Roboto"/>
                <a:cs typeface="Roboto"/>
                <a:sym typeface="Roboto"/>
              </a:rPr>
              <a:t>в учебной группе </a:t>
            </a:r>
            <a:endParaRPr sz="1500" b="0" i="0" u="none" strike="noStrike" cap="none" dirty="0">
              <a:solidFill>
                <a:srgbClr val="000000"/>
              </a:solidFill>
              <a:latin typeface="Roboto"/>
              <a:ea typeface="Roboto"/>
              <a:cs typeface="Roboto"/>
              <a:sym typeface="Roboto"/>
            </a:endParaRPr>
          </a:p>
        </p:txBody>
      </p:sp>
      <p:sp>
        <p:nvSpPr>
          <p:cNvPr id="162" name="Google Shape;162;p4"/>
          <p:cNvSpPr/>
          <p:nvPr/>
        </p:nvSpPr>
        <p:spPr>
          <a:xfrm>
            <a:off x="6046275" y="-8050"/>
            <a:ext cx="3097500" cy="5143500"/>
          </a:xfrm>
          <a:prstGeom prst="rect">
            <a:avLst/>
          </a:prstGeom>
          <a:solidFill>
            <a:srgbClr val="21212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4"/>
          <p:cNvSpPr txBox="1"/>
          <p:nvPr/>
        </p:nvSpPr>
        <p:spPr>
          <a:xfrm>
            <a:off x="6344063" y="1052963"/>
            <a:ext cx="20442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ru" sz="2000" b="1" i="0" u="none" strike="noStrike" cap="none">
                <a:solidFill>
                  <a:schemeClr val="lt1"/>
                </a:solidFill>
                <a:latin typeface="Roboto"/>
                <a:ea typeface="Roboto"/>
                <a:cs typeface="Roboto"/>
                <a:sym typeface="Roboto"/>
              </a:rPr>
              <a:t>Условные </a:t>
            </a:r>
            <a:endParaRPr sz="2000" b="1" i="0" u="none" strike="noStrike" cap="none">
              <a:solidFill>
                <a:schemeClr val="lt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2000"/>
              <a:buFont typeface="Arial"/>
              <a:buNone/>
            </a:pPr>
            <a:r>
              <a:rPr lang="ru" sz="2000" b="1" i="0" u="none" strike="noStrike" cap="none">
                <a:solidFill>
                  <a:schemeClr val="lt1"/>
                </a:solidFill>
                <a:latin typeface="Roboto"/>
                <a:ea typeface="Roboto"/>
                <a:cs typeface="Roboto"/>
                <a:sym typeface="Roboto"/>
              </a:rPr>
              <a:t>обозначения</a:t>
            </a:r>
            <a:endParaRPr sz="2000" b="1" i="0" u="none" strike="noStrike" cap="none">
              <a:solidFill>
                <a:schemeClr val="lt1"/>
              </a:solidFill>
              <a:latin typeface="Roboto"/>
              <a:ea typeface="Roboto"/>
              <a:cs typeface="Roboto"/>
              <a:sym typeface="Roboto"/>
            </a:endParaRPr>
          </a:p>
        </p:txBody>
      </p:sp>
      <p:pic>
        <p:nvPicPr>
          <p:cNvPr id="164" name="Google Shape;164;p4"/>
          <p:cNvPicPr preferRelativeResize="0"/>
          <p:nvPr/>
        </p:nvPicPr>
        <p:blipFill rotWithShape="1">
          <a:blip r:embed="rId6">
            <a:alphaModFix/>
          </a:blip>
          <a:srcRect/>
          <a:stretch/>
        </p:blipFill>
        <p:spPr>
          <a:xfrm>
            <a:off x="6438593" y="1912032"/>
            <a:ext cx="330301" cy="330303"/>
          </a:xfrm>
          <a:prstGeom prst="rect">
            <a:avLst/>
          </a:prstGeom>
          <a:noFill/>
          <a:ln>
            <a:noFill/>
          </a:ln>
        </p:spPr>
      </p:pic>
      <p:sp>
        <p:nvSpPr>
          <p:cNvPr id="165" name="Google Shape;165;p4"/>
          <p:cNvSpPr txBox="1"/>
          <p:nvPr/>
        </p:nvSpPr>
        <p:spPr>
          <a:xfrm>
            <a:off x="6829363" y="1898744"/>
            <a:ext cx="20442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ru" sz="1100" b="0" i="0" u="none" strike="noStrike" cap="none">
                <a:solidFill>
                  <a:schemeClr val="lt1"/>
                </a:solidFill>
                <a:latin typeface="Roboto"/>
                <a:ea typeface="Roboto"/>
                <a:cs typeface="Roboto"/>
                <a:sym typeface="Roboto"/>
              </a:rPr>
              <a:t>Индивидуально</a:t>
            </a:r>
            <a:endParaRPr sz="1100" b="0" i="0" u="none" strike="noStrike" cap="none">
              <a:solidFill>
                <a:schemeClr val="lt1"/>
              </a:solidFill>
              <a:latin typeface="Roboto"/>
              <a:ea typeface="Roboto"/>
              <a:cs typeface="Roboto"/>
              <a:sym typeface="Roboto"/>
            </a:endParaRPr>
          </a:p>
        </p:txBody>
      </p:sp>
      <p:pic>
        <p:nvPicPr>
          <p:cNvPr id="166" name="Google Shape;166;p4"/>
          <p:cNvPicPr preferRelativeResize="0"/>
          <p:nvPr/>
        </p:nvPicPr>
        <p:blipFill rotWithShape="1">
          <a:blip r:embed="rId7">
            <a:alphaModFix/>
          </a:blip>
          <a:srcRect/>
          <a:stretch/>
        </p:blipFill>
        <p:spPr>
          <a:xfrm>
            <a:off x="6438593" y="2392126"/>
            <a:ext cx="330301" cy="330303"/>
          </a:xfrm>
          <a:prstGeom prst="rect">
            <a:avLst/>
          </a:prstGeom>
          <a:noFill/>
          <a:ln>
            <a:noFill/>
          </a:ln>
        </p:spPr>
      </p:pic>
      <p:sp>
        <p:nvSpPr>
          <p:cNvPr id="167" name="Google Shape;167;p4"/>
          <p:cNvSpPr txBox="1"/>
          <p:nvPr/>
        </p:nvSpPr>
        <p:spPr>
          <a:xfrm>
            <a:off x="6829363" y="2291099"/>
            <a:ext cx="20442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ru" sz="1100" b="0" i="0" u="none" strike="noStrike" cap="none">
                <a:solidFill>
                  <a:schemeClr val="lt1"/>
                </a:solidFill>
                <a:latin typeface="Roboto"/>
                <a:ea typeface="Roboto"/>
                <a:cs typeface="Roboto"/>
                <a:sym typeface="Roboto"/>
              </a:rPr>
              <a:t>Время, необходимое</a:t>
            </a:r>
            <a:endParaRPr sz="1100" b="0" i="0" u="none" strike="noStrike" cap="none">
              <a:solidFill>
                <a:schemeClr val="lt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100"/>
              <a:buFont typeface="Arial"/>
              <a:buNone/>
            </a:pPr>
            <a:r>
              <a:rPr lang="ru" sz="1100" b="0" i="0" u="none" strike="noStrike" cap="none">
                <a:solidFill>
                  <a:schemeClr val="lt1"/>
                </a:solidFill>
                <a:latin typeface="Roboto"/>
                <a:ea typeface="Roboto"/>
                <a:cs typeface="Roboto"/>
                <a:sym typeface="Roboto"/>
              </a:rPr>
              <a:t>на активность</a:t>
            </a:r>
            <a:endParaRPr sz="1100" b="0" i="0" u="none" strike="noStrike" cap="none">
              <a:solidFill>
                <a:schemeClr val="lt1"/>
              </a:solidFill>
              <a:latin typeface="Roboto"/>
              <a:ea typeface="Roboto"/>
              <a:cs typeface="Roboto"/>
              <a:sym typeface="Roboto"/>
            </a:endParaRPr>
          </a:p>
        </p:txBody>
      </p:sp>
      <p:pic>
        <p:nvPicPr>
          <p:cNvPr id="168" name="Google Shape;168;p4"/>
          <p:cNvPicPr preferRelativeResize="0"/>
          <p:nvPr/>
        </p:nvPicPr>
        <p:blipFill rotWithShape="1">
          <a:blip r:embed="rId8">
            <a:alphaModFix/>
          </a:blip>
          <a:srcRect/>
          <a:stretch/>
        </p:blipFill>
        <p:spPr>
          <a:xfrm>
            <a:off x="6438593" y="2872220"/>
            <a:ext cx="330301" cy="330303"/>
          </a:xfrm>
          <a:prstGeom prst="rect">
            <a:avLst/>
          </a:prstGeom>
          <a:noFill/>
          <a:ln>
            <a:noFill/>
          </a:ln>
        </p:spPr>
      </p:pic>
      <p:sp>
        <p:nvSpPr>
          <p:cNvPr id="169" name="Google Shape;169;p4"/>
          <p:cNvSpPr txBox="1"/>
          <p:nvPr/>
        </p:nvSpPr>
        <p:spPr>
          <a:xfrm>
            <a:off x="6829363" y="2873300"/>
            <a:ext cx="20442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ru" sz="1100" b="0" i="0" u="none" strike="noStrike" cap="none">
                <a:solidFill>
                  <a:schemeClr val="lt1"/>
                </a:solidFill>
                <a:latin typeface="Roboto"/>
                <a:ea typeface="Roboto"/>
                <a:cs typeface="Roboto"/>
                <a:sym typeface="Roboto"/>
              </a:rPr>
              <a:t>Пишем в чат</a:t>
            </a:r>
            <a:endParaRPr sz="1100" b="0" i="0" u="none" strike="noStrike" cap="none">
              <a:solidFill>
                <a:schemeClr val="lt1"/>
              </a:solidFill>
              <a:latin typeface="Roboto"/>
              <a:ea typeface="Roboto"/>
              <a:cs typeface="Roboto"/>
              <a:sym typeface="Roboto"/>
            </a:endParaRPr>
          </a:p>
        </p:txBody>
      </p:sp>
      <p:pic>
        <p:nvPicPr>
          <p:cNvPr id="170" name="Google Shape;170;p4"/>
          <p:cNvPicPr preferRelativeResize="0"/>
          <p:nvPr/>
        </p:nvPicPr>
        <p:blipFill rotWithShape="1">
          <a:blip r:embed="rId9">
            <a:alphaModFix/>
          </a:blip>
          <a:srcRect/>
          <a:stretch/>
        </p:blipFill>
        <p:spPr>
          <a:xfrm>
            <a:off x="6438593" y="3352314"/>
            <a:ext cx="330301" cy="330303"/>
          </a:xfrm>
          <a:prstGeom prst="rect">
            <a:avLst/>
          </a:prstGeom>
          <a:noFill/>
          <a:ln>
            <a:noFill/>
          </a:ln>
        </p:spPr>
      </p:pic>
      <p:sp>
        <p:nvSpPr>
          <p:cNvPr id="171" name="Google Shape;171;p4"/>
          <p:cNvSpPr txBox="1"/>
          <p:nvPr/>
        </p:nvSpPr>
        <p:spPr>
          <a:xfrm>
            <a:off x="6829363" y="3359347"/>
            <a:ext cx="20442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ru" sz="1100" b="0" i="0" u="none" strike="noStrike" cap="none">
                <a:solidFill>
                  <a:schemeClr val="lt1"/>
                </a:solidFill>
                <a:latin typeface="Roboto"/>
                <a:ea typeface="Roboto"/>
                <a:cs typeface="Roboto"/>
                <a:sym typeface="Roboto"/>
              </a:rPr>
              <a:t>Говорим голосом</a:t>
            </a:r>
            <a:endParaRPr sz="1100" b="0" i="0" u="none" strike="noStrike" cap="none">
              <a:solidFill>
                <a:schemeClr val="lt1"/>
              </a:solidFill>
              <a:latin typeface="Roboto"/>
              <a:ea typeface="Roboto"/>
              <a:cs typeface="Roboto"/>
              <a:sym typeface="Roboto"/>
            </a:endParaRPr>
          </a:p>
        </p:txBody>
      </p:sp>
      <p:pic>
        <p:nvPicPr>
          <p:cNvPr id="172" name="Google Shape;172;p4"/>
          <p:cNvPicPr preferRelativeResize="0"/>
          <p:nvPr/>
        </p:nvPicPr>
        <p:blipFill rotWithShape="1">
          <a:blip r:embed="rId10">
            <a:alphaModFix/>
          </a:blip>
          <a:srcRect/>
          <a:stretch/>
        </p:blipFill>
        <p:spPr>
          <a:xfrm>
            <a:off x="6438593" y="3832409"/>
            <a:ext cx="330301" cy="330301"/>
          </a:xfrm>
          <a:prstGeom prst="rect">
            <a:avLst/>
          </a:prstGeom>
          <a:noFill/>
          <a:ln>
            <a:noFill/>
          </a:ln>
        </p:spPr>
      </p:pic>
      <p:sp>
        <p:nvSpPr>
          <p:cNvPr id="173" name="Google Shape;173;p4"/>
          <p:cNvSpPr txBox="1"/>
          <p:nvPr/>
        </p:nvSpPr>
        <p:spPr>
          <a:xfrm>
            <a:off x="6829363" y="3827568"/>
            <a:ext cx="20442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ru" sz="1100" b="0" i="0" u="none" strike="noStrike" cap="none">
                <a:solidFill>
                  <a:schemeClr val="lt1"/>
                </a:solidFill>
                <a:latin typeface="Roboto"/>
                <a:ea typeface="Roboto"/>
                <a:cs typeface="Roboto"/>
                <a:sym typeface="Roboto"/>
              </a:rPr>
              <a:t>Документ</a:t>
            </a:r>
            <a:endParaRPr sz="1100" b="0" i="0" u="none" strike="noStrike" cap="none">
              <a:solidFill>
                <a:schemeClr val="lt1"/>
              </a:solidFill>
              <a:latin typeface="Roboto"/>
              <a:ea typeface="Roboto"/>
              <a:cs typeface="Roboto"/>
              <a:sym typeface="Roboto"/>
            </a:endParaRPr>
          </a:p>
        </p:txBody>
      </p:sp>
      <p:pic>
        <p:nvPicPr>
          <p:cNvPr id="174" name="Google Shape;174;p4"/>
          <p:cNvPicPr preferRelativeResize="0"/>
          <p:nvPr/>
        </p:nvPicPr>
        <p:blipFill rotWithShape="1">
          <a:blip r:embed="rId11">
            <a:alphaModFix/>
          </a:blip>
          <a:srcRect/>
          <a:stretch/>
        </p:blipFill>
        <p:spPr>
          <a:xfrm>
            <a:off x="6438593" y="4312503"/>
            <a:ext cx="330301" cy="330303"/>
          </a:xfrm>
          <a:prstGeom prst="rect">
            <a:avLst/>
          </a:prstGeom>
          <a:noFill/>
          <a:ln>
            <a:noFill/>
          </a:ln>
        </p:spPr>
      </p:pic>
      <p:sp>
        <p:nvSpPr>
          <p:cNvPr id="175" name="Google Shape;175;p4"/>
          <p:cNvSpPr txBox="1"/>
          <p:nvPr/>
        </p:nvSpPr>
        <p:spPr>
          <a:xfrm>
            <a:off x="6829363" y="4223086"/>
            <a:ext cx="20442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ru" sz="1100" b="0" i="0" u="none" strike="noStrike" cap="none">
                <a:solidFill>
                  <a:schemeClr val="lt1"/>
                </a:solidFill>
                <a:latin typeface="Roboto"/>
                <a:ea typeface="Roboto"/>
                <a:cs typeface="Roboto"/>
                <a:sym typeface="Roboto"/>
              </a:rPr>
              <a:t>Ответьте себе или</a:t>
            </a:r>
            <a:endParaRPr sz="1100" b="0" i="0" u="none" strike="noStrike" cap="none">
              <a:solidFill>
                <a:schemeClr val="lt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100"/>
              <a:buFont typeface="Arial"/>
              <a:buNone/>
            </a:pPr>
            <a:r>
              <a:rPr lang="ru" sz="1100" b="0" i="0" u="none" strike="noStrike" cap="none">
                <a:solidFill>
                  <a:schemeClr val="lt1"/>
                </a:solidFill>
                <a:latin typeface="Roboto"/>
                <a:ea typeface="Roboto"/>
                <a:cs typeface="Roboto"/>
                <a:sym typeface="Roboto"/>
              </a:rPr>
              <a:t>задайте вопрос</a:t>
            </a:r>
            <a:endParaRPr sz="1100" b="0" i="0" u="none" strike="noStrike" cap="none">
              <a:solidFill>
                <a:schemeClr val="lt1"/>
              </a:solidFill>
              <a:latin typeface="Roboto"/>
              <a:ea typeface="Roboto"/>
              <a:cs typeface="Roboto"/>
              <a:sym typeface="Roboto"/>
            </a:endParaRPr>
          </a:p>
        </p:txBody>
      </p:sp>
      <p:pic>
        <p:nvPicPr>
          <p:cNvPr id="176" name="Google Shape;176;p4"/>
          <p:cNvPicPr preferRelativeResize="0"/>
          <p:nvPr/>
        </p:nvPicPr>
        <p:blipFill rotWithShape="1">
          <a:blip r:embed="rId12">
            <a:alphaModFix/>
          </a:blip>
          <a:srcRect/>
          <a:stretch/>
        </p:blipFill>
        <p:spPr>
          <a:xfrm>
            <a:off x="837650" y="2171500"/>
            <a:ext cx="692625" cy="692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5"/>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Цели вебинара</a:t>
            </a:r>
            <a:endParaRPr/>
          </a:p>
        </p:txBody>
      </p:sp>
      <p:graphicFrame>
        <p:nvGraphicFramePr>
          <p:cNvPr id="182" name="Google Shape;182;p5"/>
          <p:cNvGraphicFramePr/>
          <p:nvPr/>
        </p:nvGraphicFramePr>
        <p:xfrm>
          <a:off x="952500" y="1544194"/>
          <a:ext cx="7239000" cy="1051530"/>
        </p:xfrm>
        <a:graphic>
          <a:graphicData uri="http://schemas.openxmlformats.org/drawingml/2006/table">
            <a:tbl>
              <a:tblPr>
                <a:noFill/>
                <a:tableStyleId>{74EBACB3-E1FC-4536-85BA-FA88EEA8D802}</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marR="0" lvl="0" indent="0" algn="l" rtl="0">
                        <a:lnSpc>
                          <a:spcPct val="100000"/>
                        </a:lnSpc>
                        <a:spcBef>
                          <a:spcPts val="0"/>
                        </a:spcBef>
                        <a:spcAft>
                          <a:spcPts val="0"/>
                        </a:spcAft>
                        <a:buClr>
                          <a:srgbClr val="000000"/>
                        </a:buClr>
                        <a:buSzPts val="1300"/>
                        <a:buFont typeface="Arial"/>
                        <a:buNone/>
                      </a:pPr>
                      <a:r>
                        <a:rPr lang="ru" sz="1300" b="1" u="none" strike="noStrike" cap="none">
                          <a:solidFill>
                            <a:srgbClr val="FF9900"/>
                          </a:solidFill>
                          <a:latin typeface="Roboto"/>
                          <a:ea typeface="Roboto"/>
                          <a:cs typeface="Roboto"/>
                          <a:sym typeface="Roboto"/>
                        </a:rPr>
                        <a:t>1.</a:t>
                      </a:r>
                      <a:endParaRPr sz="1300" b="1" u="none" strike="noStrike" cap="none">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ru"/>
                        <a:t>Понять недостатки моделей RNN;</a:t>
                      </a:r>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marR="0" lvl="0" indent="0" algn="l" rtl="0">
                        <a:lnSpc>
                          <a:spcPct val="100000"/>
                        </a:lnSpc>
                        <a:spcBef>
                          <a:spcPts val="0"/>
                        </a:spcBef>
                        <a:spcAft>
                          <a:spcPts val="0"/>
                        </a:spcAft>
                        <a:buClr>
                          <a:srgbClr val="000000"/>
                        </a:buClr>
                        <a:buSzPts val="1300"/>
                        <a:buFont typeface="Arial"/>
                        <a:buNone/>
                      </a:pPr>
                      <a:r>
                        <a:rPr lang="ru" sz="1300" b="1" u="none" strike="noStrike" cap="none">
                          <a:solidFill>
                            <a:srgbClr val="FF9900"/>
                          </a:solidFill>
                          <a:latin typeface="Roboto"/>
                          <a:ea typeface="Roboto"/>
                          <a:cs typeface="Roboto"/>
                          <a:sym typeface="Roboto"/>
                        </a:rPr>
                        <a:t>2.</a:t>
                      </a:r>
                      <a:endParaRPr sz="1300" b="1" u="none" strike="noStrike" cap="none">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ru"/>
                        <a:t>Рассмотреть общую идею архитектуры transformer;</a:t>
                      </a:r>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marR="0" lvl="0" indent="0" algn="l" rtl="0">
                        <a:lnSpc>
                          <a:spcPct val="100000"/>
                        </a:lnSpc>
                        <a:spcBef>
                          <a:spcPts val="0"/>
                        </a:spcBef>
                        <a:spcAft>
                          <a:spcPts val="0"/>
                        </a:spcAft>
                        <a:buClr>
                          <a:srgbClr val="000000"/>
                        </a:buClr>
                        <a:buSzPts val="1300"/>
                        <a:buFont typeface="Arial"/>
                        <a:buNone/>
                      </a:pPr>
                      <a:r>
                        <a:rPr lang="ru" sz="1300" b="1" u="none" strike="noStrike" cap="none">
                          <a:solidFill>
                            <a:srgbClr val="FF9900"/>
                          </a:solidFill>
                          <a:latin typeface="Roboto"/>
                          <a:ea typeface="Roboto"/>
                          <a:cs typeface="Roboto"/>
                          <a:sym typeface="Roboto"/>
                        </a:rPr>
                        <a:t>3</a:t>
                      </a:r>
                      <a:endParaRPr sz="1300" b="1" u="none" strike="noStrike" cap="none">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ru"/>
                        <a:t>Научиться использовать предобученные трансформерные модели.</a:t>
                      </a:r>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83" name="Google Shape;183;p5"/>
          <p:cNvSpPr txBox="1">
            <a:spLocks noGrp="1"/>
          </p:cNvSpPr>
          <p:nvPr>
            <p:ph type="subTitle" idx="4294967295"/>
          </p:nvPr>
        </p:nvSpPr>
        <p:spPr>
          <a:xfrm>
            <a:off x="500550" y="857363"/>
            <a:ext cx="7796700" cy="792600"/>
          </a:xfrm>
          <a:prstGeom prst="rect">
            <a:avLst/>
          </a:prstGeom>
          <a:noFill/>
          <a:ln>
            <a:noFill/>
          </a:ln>
        </p:spPr>
        <p:txBody>
          <a:bodyPr spcFirstLastPara="1" wrap="square" lIns="91425" tIns="91425" rIns="91425" bIns="91425" anchor="t" anchorCtr="0">
            <a:normAutofit/>
          </a:bodyPr>
          <a:lstStyle/>
          <a:p>
            <a:pPr marL="0" marR="0" lvl="0" indent="0" algn="l" rtl="0">
              <a:lnSpc>
                <a:spcPct val="120000"/>
              </a:lnSpc>
              <a:spcBef>
                <a:spcPts val="0"/>
              </a:spcBef>
              <a:spcAft>
                <a:spcPts val="0"/>
              </a:spcAft>
              <a:buClr>
                <a:schemeClr val="dk1"/>
              </a:buClr>
              <a:buSzPts val="1700"/>
              <a:buFont typeface="Roboto"/>
              <a:buNone/>
            </a:pPr>
            <a:r>
              <a:rPr lang="ru" sz="1500" b="1" i="0" u="none" strike="noStrike" cap="none">
                <a:solidFill>
                  <a:srgbClr val="FF9900"/>
                </a:solidFill>
                <a:latin typeface="Roboto"/>
                <a:ea typeface="Roboto"/>
                <a:cs typeface="Roboto"/>
                <a:sym typeface="Roboto"/>
              </a:rPr>
              <a:t>К концу занятия вы сможете</a:t>
            </a:r>
            <a:endParaRPr sz="1500" b="1" i="0" u="none" strike="noStrike" cap="none">
              <a:solidFill>
                <a:srgbClr val="FF99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Маршрут вебинара</a:t>
            </a:r>
            <a:endParaRPr/>
          </a:p>
        </p:txBody>
      </p:sp>
      <p:sp>
        <p:nvSpPr>
          <p:cNvPr id="189" name="Google Shape;189;p6"/>
          <p:cNvSpPr/>
          <p:nvPr/>
        </p:nvSpPr>
        <p:spPr>
          <a:xfrm>
            <a:off x="786525" y="1205525"/>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ru" sz="1350" b="0" i="0" u="none" strike="noStrike" cap="none" dirty="0">
                <a:solidFill>
                  <a:schemeClr val="dk1"/>
                </a:solidFill>
                <a:latin typeface="Roboto"/>
                <a:ea typeface="Roboto"/>
                <a:cs typeface="Roboto"/>
                <a:sym typeface="Roboto"/>
              </a:rPr>
              <a:t>Недостатки RN</a:t>
            </a:r>
            <a:r>
              <a:rPr lang="en-US" sz="1350" b="0" i="0" u="none" strike="noStrike" cap="none" dirty="0">
                <a:solidFill>
                  <a:schemeClr val="dk1"/>
                </a:solidFill>
                <a:latin typeface="Roboto"/>
                <a:ea typeface="Roboto"/>
                <a:cs typeface="Roboto"/>
                <a:sym typeface="Roboto"/>
              </a:rPr>
              <a:t>N</a:t>
            </a:r>
            <a:endParaRPr sz="1350" b="0" i="0" u="none" strike="noStrike" cap="none" dirty="0">
              <a:solidFill>
                <a:schemeClr val="dk1"/>
              </a:solidFill>
              <a:latin typeface="Roboto"/>
              <a:ea typeface="Roboto"/>
              <a:cs typeface="Roboto"/>
              <a:sym typeface="Roboto"/>
            </a:endParaRPr>
          </a:p>
        </p:txBody>
      </p:sp>
      <p:sp>
        <p:nvSpPr>
          <p:cNvPr id="190" name="Google Shape;190;p6"/>
          <p:cNvSpPr/>
          <p:nvPr/>
        </p:nvSpPr>
        <p:spPr>
          <a:xfrm>
            <a:off x="787125" y="1947127"/>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chemeClr val="dk1"/>
              </a:buClr>
              <a:buSzPts val="1300"/>
              <a:buFont typeface="Arial"/>
              <a:buNone/>
            </a:pPr>
            <a:r>
              <a:rPr lang="ru" sz="1350">
                <a:solidFill>
                  <a:schemeClr val="dk1"/>
                </a:solidFill>
                <a:latin typeface="Roboto"/>
                <a:ea typeface="Roboto"/>
                <a:cs typeface="Roboto"/>
                <a:sym typeface="Roboto"/>
              </a:rPr>
              <a:t>Архитектура Transformer</a:t>
            </a:r>
            <a:endParaRPr sz="1350" b="0" i="0" u="none" strike="noStrike" cap="none">
              <a:solidFill>
                <a:schemeClr val="dk1"/>
              </a:solidFill>
              <a:latin typeface="Roboto"/>
              <a:ea typeface="Roboto"/>
              <a:cs typeface="Roboto"/>
              <a:sym typeface="Roboto"/>
            </a:endParaRPr>
          </a:p>
        </p:txBody>
      </p:sp>
      <p:sp>
        <p:nvSpPr>
          <p:cNvPr id="191" name="Google Shape;191;p6"/>
          <p:cNvSpPr/>
          <p:nvPr/>
        </p:nvSpPr>
        <p:spPr>
          <a:xfrm>
            <a:off x="786524" y="2688729"/>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chemeClr val="dk1"/>
              </a:buClr>
              <a:buSzPts val="1300"/>
              <a:buFont typeface="Arial"/>
              <a:buNone/>
            </a:pPr>
            <a:r>
              <a:rPr lang="ru-RU" sz="1350" dirty="0">
                <a:solidFill>
                  <a:schemeClr val="dk1"/>
                </a:solidFill>
                <a:latin typeface="Roboto"/>
                <a:ea typeface="Roboto"/>
                <a:cs typeface="Roboto"/>
                <a:sym typeface="Roboto"/>
              </a:rPr>
              <a:t>Простые модели</a:t>
            </a:r>
            <a:r>
              <a:rPr lang="ru" sz="1350" b="0" i="0" u="none" strike="noStrike" cap="none" dirty="0">
                <a:solidFill>
                  <a:schemeClr val="dk1"/>
                </a:solidFill>
                <a:latin typeface="Roboto"/>
                <a:ea typeface="Roboto"/>
                <a:cs typeface="Roboto"/>
                <a:sym typeface="Roboto"/>
              </a:rPr>
              <a:t> </a:t>
            </a:r>
            <a:r>
              <a:rPr lang="ru" sz="1350" dirty="0">
                <a:solidFill>
                  <a:schemeClr val="dk1"/>
                </a:solidFill>
                <a:latin typeface="Roboto"/>
                <a:ea typeface="Roboto"/>
                <a:cs typeface="Roboto"/>
                <a:sym typeface="Roboto"/>
              </a:rPr>
              <a:t>на базе Transformer</a:t>
            </a:r>
            <a:endParaRPr sz="1350" b="0" i="0" u="none" strike="noStrike" cap="none" dirty="0">
              <a:solidFill>
                <a:schemeClr val="dk1"/>
              </a:solidFill>
              <a:latin typeface="Roboto"/>
              <a:ea typeface="Roboto"/>
              <a:cs typeface="Roboto"/>
              <a:sym typeface="Roboto"/>
            </a:endParaRPr>
          </a:p>
        </p:txBody>
      </p:sp>
      <p:sp>
        <p:nvSpPr>
          <p:cNvPr id="192" name="Google Shape;192;p6"/>
          <p:cNvSpPr/>
          <p:nvPr/>
        </p:nvSpPr>
        <p:spPr>
          <a:xfrm>
            <a:off x="786525" y="3430331"/>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ru-RU" sz="1350" dirty="0">
                <a:solidFill>
                  <a:schemeClr val="dk1"/>
                </a:solidFill>
                <a:latin typeface="Roboto"/>
                <a:ea typeface="Roboto"/>
                <a:cs typeface="Roboto"/>
                <a:sym typeface="Roboto"/>
              </a:rPr>
              <a:t>Использование готовых моделей</a:t>
            </a:r>
            <a:endParaRPr sz="1350" b="0" i="0" u="none" strike="noStrike" cap="none" dirty="0">
              <a:solidFill>
                <a:schemeClr val="dk1"/>
              </a:solidFill>
              <a:latin typeface="Roboto"/>
              <a:ea typeface="Roboto"/>
              <a:cs typeface="Roboto"/>
              <a:sym typeface="Roboto"/>
            </a:endParaRPr>
          </a:p>
        </p:txBody>
      </p:sp>
      <p:sp>
        <p:nvSpPr>
          <p:cNvPr id="193" name="Google Shape;193;p6"/>
          <p:cNvSpPr/>
          <p:nvPr/>
        </p:nvSpPr>
        <p:spPr>
          <a:xfrm>
            <a:off x="787125" y="4171932"/>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ru" sz="1300" b="0" i="0" u="none" strike="noStrike" cap="none">
                <a:solidFill>
                  <a:schemeClr val="dk1"/>
                </a:solidFill>
                <a:latin typeface="Roboto"/>
                <a:ea typeface="Roboto"/>
                <a:cs typeface="Roboto"/>
                <a:sym typeface="Roboto"/>
              </a:rPr>
              <a:t>Рефлексия</a:t>
            </a:r>
            <a:endParaRPr sz="1300" b="0" i="0" u="none" strike="noStrike" cap="none">
              <a:solidFill>
                <a:schemeClr val="dk1"/>
              </a:solidFill>
              <a:latin typeface="Roboto"/>
              <a:ea typeface="Roboto"/>
              <a:cs typeface="Roboto"/>
              <a:sym typeface="Roboto"/>
            </a:endParaRPr>
          </a:p>
        </p:txBody>
      </p:sp>
      <p:cxnSp>
        <p:nvCxnSpPr>
          <p:cNvPr id="194" name="Google Shape;194;p6"/>
          <p:cNvCxnSpPr>
            <a:stCxn id="189" idx="1"/>
            <a:endCxn id="190" idx="1"/>
          </p:cNvCxnSpPr>
          <p:nvPr/>
        </p:nvCxnSpPr>
        <p:spPr>
          <a:xfrm rot="10800000" flipH="1" flipV="1">
            <a:off x="786525" y="1393625"/>
            <a:ext cx="600" cy="741602"/>
          </a:xfrm>
          <a:prstGeom prst="curvedConnector3">
            <a:avLst>
              <a:gd name="adj1" fmla="val -38100000"/>
            </a:avLst>
          </a:prstGeom>
          <a:noFill/>
          <a:ln w="9525" cap="flat" cmpd="sng">
            <a:solidFill>
              <a:schemeClr val="dk1"/>
            </a:solidFill>
            <a:prstDash val="dash"/>
            <a:round/>
            <a:headEnd type="none" w="sm" len="sm"/>
            <a:tailEnd type="none" w="sm" len="sm"/>
          </a:ln>
        </p:spPr>
      </p:cxnSp>
      <p:cxnSp>
        <p:nvCxnSpPr>
          <p:cNvPr id="195" name="Google Shape;195;p6"/>
          <p:cNvCxnSpPr>
            <a:stCxn id="190" idx="1"/>
            <a:endCxn id="191" idx="1"/>
          </p:cNvCxnSpPr>
          <p:nvPr/>
        </p:nvCxnSpPr>
        <p:spPr>
          <a:xfrm rot="10800000" flipV="1">
            <a:off x="786525" y="2135227"/>
            <a:ext cx="601" cy="741602"/>
          </a:xfrm>
          <a:prstGeom prst="curvedConnector3">
            <a:avLst>
              <a:gd name="adj1" fmla="val 38136606"/>
            </a:avLst>
          </a:prstGeom>
          <a:noFill/>
          <a:ln w="9525" cap="flat" cmpd="sng">
            <a:solidFill>
              <a:schemeClr val="dk1"/>
            </a:solidFill>
            <a:prstDash val="dash"/>
            <a:round/>
            <a:headEnd type="none" w="sm" len="sm"/>
            <a:tailEnd type="none" w="sm" len="sm"/>
          </a:ln>
        </p:spPr>
      </p:cxnSp>
      <p:cxnSp>
        <p:nvCxnSpPr>
          <p:cNvPr id="196" name="Google Shape;196;p6"/>
          <p:cNvCxnSpPr>
            <a:stCxn id="192" idx="1"/>
            <a:endCxn id="193" idx="1"/>
          </p:cNvCxnSpPr>
          <p:nvPr/>
        </p:nvCxnSpPr>
        <p:spPr>
          <a:xfrm rot="10800000" flipH="1" flipV="1">
            <a:off x="786525" y="3618430"/>
            <a:ext cx="600" cy="741601"/>
          </a:xfrm>
          <a:prstGeom prst="curvedConnector3">
            <a:avLst>
              <a:gd name="adj1" fmla="val -38100000"/>
            </a:avLst>
          </a:prstGeom>
          <a:noFill/>
          <a:ln w="9525" cap="flat" cmpd="sng">
            <a:solidFill>
              <a:schemeClr val="dk1"/>
            </a:solidFill>
            <a:prstDash val="dash"/>
            <a:round/>
            <a:headEnd type="none" w="sm" len="sm"/>
            <a:tailEnd type="none" w="sm" len="sm"/>
          </a:ln>
        </p:spPr>
      </p:cxnSp>
      <p:cxnSp>
        <p:nvCxnSpPr>
          <p:cNvPr id="12" name="Google Shape;195;p6">
            <a:extLst>
              <a:ext uri="{FF2B5EF4-FFF2-40B4-BE49-F238E27FC236}">
                <a16:creationId xmlns:a16="http://schemas.microsoft.com/office/drawing/2014/main" id="{3E7692CD-828F-4443-9F4E-8DDB29A65165}"/>
              </a:ext>
            </a:extLst>
          </p:cNvPr>
          <p:cNvCxnSpPr>
            <a:cxnSpLocks/>
            <a:stCxn id="191" idx="1"/>
            <a:endCxn id="192" idx="1"/>
          </p:cNvCxnSpPr>
          <p:nvPr/>
        </p:nvCxnSpPr>
        <p:spPr>
          <a:xfrm rot="10800000" flipH="1" flipV="1">
            <a:off x="786523" y="2876829"/>
            <a:ext cx="1" cy="741602"/>
          </a:xfrm>
          <a:prstGeom prst="curvedConnector3">
            <a:avLst>
              <a:gd name="adj1" fmla="val -22860000000"/>
            </a:avLst>
          </a:prstGeom>
          <a:noFill/>
          <a:ln w="9525" cap="flat" cmpd="sng">
            <a:solidFill>
              <a:schemeClr val="dk1"/>
            </a:solidFill>
            <a:prstDash val="dash"/>
            <a:round/>
            <a:headEnd type="none" w="sm" len="sm"/>
            <a:tailEnd type="none" w="sm" len="sm"/>
          </a:ln>
        </p:spPr>
      </p:cxnSp>
      <p:pic>
        <p:nvPicPr>
          <p:cNvPr id="22" name="Picture 21">
            <a:extLst>
              <a:ext uri="{FF2B5EF4-FFF2-40B4-BE49-F238E27FC236}">
                <a16:creationId xmlns:a16="http://schemas.microsoft.com/office/drawing/2014/main" id="{5620330D-2BFA-C94E-AA3D-E78F0FE272C6}"/>
              </a:ext>
            </a:extLst>
          </p:cNvPr>
          <p:cNvPicPr>
            <a:picLocks noChangeAspect="1"/>
          </p:cNvPicPr>
          <p:nvPr/>
        </p:nvPicPr>
        <p:blipFill>
          <a:blip r:embed="rId3"/>
          <a:stretch>
            <a:fillRect/>
          </a:stretch>
        </p:blipFill>
        <p:spPr>
          <a:xfrm>
            <a:off x="4457399" y="1540561"/>
            <a:ext cx="4320497" cy="26725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AE5CFC2-3933-0046-BE05-F8443DF2B65D}"/>
              </a:ext>
            </a:extLst>
          </p:cNvPr>
          <p:cNvPicPr>
            <a:picLocks noChangeAspect="1"/>
          </p:cNvPicPr>
          <p:nvPr/>
        </p:nvPicPr>
        <p:blipFill rotWithShape="1">
          <a:blip r:embed="rId2">
            <a:extLst>
              <a:ext uri="{28A0092B-C50C-407E-A947-70E740481C1C}">
                <a14:useLocalDpi xmlns:a14="http://schemas.microsoft.com/office/drawing/2010/main" val="0"/>
              </a:ext>
            </a:extLst>
          </a:blip>
          <a:srcRect t="5218" b="9971"/>
          <a:stretch/>
        </p:blipFill>
        <p:spPr>
          <a:xfrm>
            <a:off x="609600" y="1365068"/>
            <a:ext cx="7546494" cy="3509560"/>
          </a:xfrm>
          <a:prstGeom prst="rect">
            <a:avLst/>
          </a:prstGeom>
        </p:spPr>
      </p:pic>
      <p:sp>
        <p:nvSpPr>
          <p:cNvPr id="2" name="Title 1">
            <a:extLst>
              <a:ext uri="{FF2B5EF4-FFF2-40B4-BE49-F238E27FC236}">
                <a16:creationId xmlns:a16="http://schemas.microsoft.com/office/drawing/2014/main" id="{C873A6B4-A1CB-C242-B17E-1BCBAC90458A}"/>
              </a:ext>
            </a:extLst>
          </p:cNvPr>
          <p:cNvSpPr>
            <a:spLocks noGrp="1"/>
          </p:cNvSpPr>
          <p:nvPr>
            <p:ph type="title"/>
          </p:nvPr>
        </p:nvSpPr>
        <p:spPr/>
        <p:txBody>
          <a:bodyPr/>
          <a:lstStyle/>
          <a:p>
            <a:r>
              <a:rPr lang="ru-RU" dirty="0"/>
              <a:t>Прогнозирование последовательностей</a:t>
            </a:r>
            <a:endParaRPr lang="en-US" dirty="0"/>
          </a:p>
        </p:txBody>
      </p:sp>
      <p:sp>
        <p:nvSpPr>
          <p:cNvPr id="4" name="TextBox 3">
            <a:extLst>
              <a:ext uri="{FF2B5EF4-FFF2-40B4-BE49-F238E27FC236}">
                <a16:creationId xmlns:a16="http://schemas.microsoft.com/office/drawing/2014/main" id="{3335E939-9B00-034E-A291-7A3A64044652}"/>
              </a:ext>
            </a:extLst>
          </p:cNvPr>
          <p:cNvSpPr txBox="1"/>
          <p:nvPr/>
        </p:nvSpPr>
        <p:spPr>
          <a:xfrm>
            <a:off x="1143000" y="2460968"/>
            <a:ext cx="914400" cy="338554"/>
          </a:xfrm>
          <a:prstGeom prst="rect">
            <a:avLst/>
          </a:prstGeom>
          <a:noFill/>
        </p:spPr>
        <p:txBody>
          <a:bodyPr wrap="square" rtlCol="0">
            <a:spAutoFit/>
          </a:bodyPr>
          <a:lstStyle/>
          <a:p>
            <a:r>
              <a:rPr lang="en-US" sz="1600" dirty="0">
                <a:solidFill>
                  <a:srgbClr val="FF0000"/>
                </a:solidFill>
                <a:latin typeface="Roboto" panose="02000000000000000000" pitchFamily="2" charset="0"/>
                <a:ea typeface="Roboto" panose="02000000000000000000" pitchFamily="2" charset="0"/>
              </a:rPr>
              <a:t>RNN</a:t>
            </a:r>
            <a:endParaRPr lang="ru-RU" sz="1600" dirty="0">
              <a:solidFill>
                <a:srgbClr val="FF0000"/>
              </a:solidFill>
              <a:latin typeface="Roboto" panose="02000000000000000000" pitchFamily="2" charset="0"/>
              <a:ea typeface="Roboto" panose="02000000000000000000" pitchFamily="2" charset="0"/>
            </a:endParaRPr>
          </a:p>
        </p:txBody>
      </p:sp>
      <p:sp>
        <p:nvSpPr>
          <p:cNvPr id="5" name="TextBox 4">
            <a:extLst>
              <a:ext uri="{FF2B5EF4-FFF2-40B4-BE49-F238E27FC236}">
                <a16:creationId xmlns:a16="http://schemas.microsoft.com/office/drawing/2014/main" id="{9B018B17-4DB4-6245-A9CB-98768997667C}"/>
              </a:ext>
            </a:extLst>
          </p:cNvPr>
          <p:cNvSpPr txBox="1"/>
          <p:nvPr/>
        </p:nvSpPr>
        <p:spPr>
          <a:xfrm>
            <a:off x="2362200" y="1752076"/>
            <a:ext cx="1099281" cy="338554"/>
          </a:xfrm>
          <a:prstGeom prst="rect">
            <a:avLst/>
          </a:prstGeom>
          <a:noFill/>
        </p:spPr>
        <p:txBody>
          <a:bodyPr wrap="square" rtlCol="0">
            <a:spAutoFit/>
          </a:bodyPr>
          <a:lstStyle/>
          <a:p>
            <a:r>
              <a:rPr lang="en-US" sz="1600" dirty="0">
                <a:solidFill>
                  <a:srgbClr val="FF0000"/>
                </a:solidFill>
                <a:latin typeface="Roboto" panose="02000000000000000000" pitchFamily="2" charset="0"/>
                <a:ea typeface="Roboto" panose="02000000000000000000" pitchFamily="2" charset="0"/>
              </a:rPr>
              <a:t>LSTM</a:t>
            </a:r>
            <a:endParaRPr lang="ru-RU" sz="1600" dirty="0">
              <a:solidFill>
                <a:srgbClr val="FF0000"/>
              </a:solidFill>
              <a:latin typeface="Roboto" panose="02000000000000000000" pitchFamily="2" charset="0"/>
              <a:ea typeface="Roboto" panose="02000000000000000000" pitchFamily="2" charset="0"/>
            </a:endParaRPr>
          </a:p>
        </p:txBody>
      </p:sp>
      <p:sp>
        <p:nvSpPr>
          <p:cNvPr id="6" name="TextBox 5">
            <a:extLst>
              <a:ext uri="{FF2B5EF4-FFF2-40B4-BE49-F238E27FC236}">
                <a16:creationId xmlns:a16="http://schemas.microsoft.com/office/drawing/2014/main" id="{868CB8FB-FBC2-2245-BA1A-D592E7D88C12}"/>
              </a:ext>
            </a:extLst>
          </p:cNvPr>
          <p:cNvSpPr txBox="1"/>
          <p:nvPr/>
        </p:nvSpPr>
        <p:spPr>
          <a:xfrm>
            <a:off x="3570531" y="1478736"/>
            <a:ext cx="914400" cy="338554"/>
          </a:xfrm>
          <a:prstGeom prst="rect">
            <a:avLst/>
          </a:prstGeom>
          <a:noFill/>
        </p:spPr>
        <p:txBody>
          <a:bodyPr wrap="square" rtlCol="0">
            <a:spAutoFit/>
          </a:bodyPr>
          <a:lstStyle/>
          <a:p>
            <a:r>
              <a:rPr lang="en-US" sz="1600" dirty="0">
                <a:solidFill>
                  <a:srgbClr val="FF0000"/>
                </a:solidFill>
                <a:latin typeface="Roboto" panose="02000000000000000000" pitchFamily="2" charset="0"/>
                <a:ea typeface="Roboto" panose="02000000000000000000" pitchFamily="2" charset="0"/>
              </a:rPr>
              <a:t>GRU</a:t>
            </a:r>
            <a:endParaRPr lang="ru-RU" sz="1600" dirty="0">
              <a:solidFill>
                <a:srgbClr val="FF0000"/>
              </a:solidFill>
              <a:latin typeface="Roboto" panose="02000000000000000000" pitchFamily="2" charset="0"/>
              <a:ea typeface="Roboto" panose="02000000000000000000" pitchFamily="2" charset="0"/>
            </a:endParaRPr>
          </a:p>
        </p:txBody>
      </p:sp>
      <p:sp>
        <p:nvSpPr>
          <p:cNvPr id="7" name="TextBox 6">
            <a:extLst>
              <a:ext uri="{FF2B5EF4-FFF2-40B4-BE49-F238E27FC236}">
                <a16:creationId xmlns:a16="http://schemas.microsoft.com/office/drawing/2014/main" id="{262EE987-327B-8F49-BDE5-71D05D8367B3}"/>
              </a:ext>
            </a:extLst>
          </p:cNvPr>
          <p:cNvSpPr txBox="1"/>
          <p:nvPr/>
        </p:nvSpPr>
        <p:spPr>
          <a:xfrm>
            <a:off x="4267200" y="1290797"/>
            <a:ext cx="1409075" cy="338554"/>
          </a:xfrm>
          <a:prstGeom prst="rect">
            <a:avLst/>
          </a:prstGeom>
          <a:noFill/>
        </p:spPr>
        <p:txBody>
          <a:bodyPr wrap="square" rtlCol="0">
            <a:spAutoFit/>
          </a:bodyPr>
          <a:lstStyle/>
          <a:p>
            <a:r>
              <a:rPr lang="en-US" sz="1600" dirty="0">
                <a:solidFill>
                  <a:srgbClr val="FF0000"/>
                </a:solidFill>
                <a:latin typeface="Roboto" panose="02000000000000000000" pitchFamily="2" charset="0"/>
                <a:ea typeface="Roboto" panose="02000000000000000000" pitchFamily="2" charset="0"/>
              </a:rPr>
              <a:t>Bi-LSTM</a:t>
            </a:r>
            <a:endParaRPr lang="ru-RU" sz="1600" dirty="0">
              <a:solidFill>
                <a:srgbClr val="FF0000"/>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798101B7-22E2-F04E-A6F1-042CCDA40A06}"/>
              </a:ext>
            </a:extLst>
          </p:cNvPr>
          <p:cNvSpPr txBox="1"/>
          <p:nvPr/>
        </p:nvSpPr>
        <p:spPr>
          <a:xfrm>
            <a:off x="5308537" y="961274"/>
            <a:ext cx="1016064" cy="584775"/>
          </a:xfrm>
          <a:prstGeom prst="rect">
            <a:avLst/>
          </a:prstGeom>
          <a:noFill/>
        </p:spPr>
        <p:txBody>
          <a:bodyPr wrap="square" rtlCol="0">
            <a:spAutoFit/>
          </a:bodyPr>
          <a:lstStyle/>
          <a:p>
            <a:r>
              <a:rPr lang="en-US" sz="1600" dirty="0">
                <a:solidFill>
                  <a:srgbClr val="FF0000"/>
                </a:solidFill>
                <a:latin typeface="Roboto" panose="02000000000000000000" pitchFamily="2" charset="0"/>
                <a:ea typeface="Roboto" panose="02000000000000000000" pitchFamily="2" charset="0"/>
              </a:rPr>
              <a:t>Encoder-decoder</a:t>
            </a:r>
            <a:endParaRPr lang="ru-RU" sz="1600" dirty="0">
              <a:solidFill>
                <a:srgbClr val="FF0000"/>
              </a:solidFill>
              <a:latin typeface="Roboto" panose="02000000000000000000" pitchFamily="2" charset="0"/>
              <a:ea typeface="Roboto" panose="02000000000000000000" pitchFamily="2" charset="0"/>
            </a:endParaRPr>
          </a:p>
        </p:txBody>
      </p:sp>
      <p:sp>
        <p:nvSpPr>
          <p:cNvPr id="9" name="TextBox 8">
            <a:extLst>
              <a:ext uri="{FF2B5EF4-FFF2-40B4-BE49-F238E27FC236}">
                <a16:creationId xmlns:a16="http://schemas.microsoft.com/office/drawing/2014/main" id="{BC9708E9-F684-824A-BF13-FEF044ABECB3}"/>
              </a:ext>
            </a:extLst>
          </p:cNvPr>
          <p:cNvSpPr txBox="1"/>
          <p:nvPr/>
        </p:nvSpPr>
        <p:spPr>
          <a:xfrm>
            <a:off x="6497282" y="1081519"/>
            <a:ext cx="1932481" cy="338554"/>
          </a:xfrm>
          <a:prstGeom prst="rect">
            <a:avLst/>
          </a:prstGeom>
          <a:noFill/>
        </p:spPr>
        <p:txBody>
          <a:bodyPr wrap="square" rtlCol="0">
            <a:spAutoFit/>
          </a:bodyPr>
          <a:lstStyle/>
          <a:p>
            <a:r>
              <a:rPr lang="en-US" sz="1600" dirty="0">
                <a:solidFill>
                  <a:srgbClr val="FF0000"/>
                </a:solidFill>
                <a:latin typeface="Roboto" panose="02000000000000000000" pitchFamily="2" charset="0"/>
                <a:ea typeface="Roboto" panose="02000000000000000000" pitchFamily="2" charset="0"/>
              </a:rPr>
              <a:t>Transformer</a:t>
            </a:r>
            <a:endParaRPr lang="ru-RU" sz="1600" dirty="0">
              <a:solidFill>
                <a:srgbClr val="FF0000"/>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655830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8"/>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ru" sz="4900"/>
              <a:t>Что такое Attention?</a:t>
            </a:r>
            <a:endParaRPr sz="4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6ae3d6f989_0_8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Self-Attention (Механизм внимания)</a:t>
            </a:r>
            <a:endParaRPr/>
          </a:p>
        </p:txBody>
      </p:sp>
      <p:sp>
        <p:nvSpPr>
          <p:cNvPr id="208" name="Google Shape;208;g36ae3d6f989_0_81"/>
          <p:cNvSpPr txBox="1">
            <a:spLocks noGrp="1"/>
          </p:cNvSpPr>
          <p:nvPr>
            <p:ph type="body" idx="1"/>
          </p:nvPr>
        </p:nvSpPr>
        <p:spPr>
          <a:xfrm>
            <a:off x="624075" y="1445513"/>
            <a:ext cx="3921600" cy="2614800"/>
          </a:xfrm>
          <a:prstGeom prst="rect">
            <a:avLst/>
          </a:prstGeom>
          <a:noFill/>
          <a:ln>
            <a:noFill/>
          </a:ln>
        </p:spPr>
        <p:txBody>
          <a:bodyPr spcFirstLastPara="1" wrap="square" lIns="91425" tIns="91425" rIns="91425" bIns="91425" anchor="t" anchorCtr="0">
            <a:normAutofit fontScale="92500" lnSpcReduction="20000"/>
          </a:bodyPr>
          <a:lstStyle/>
          <a:p>
            <a:pPr marL="457200" lvl="0" indent="-329452" algn="l" rtl="0">
              <a:lnSpc>
                <a:spcPct val="115000"/>
              </a:lnSpc>
              <a:spcBef>
                <a:spcPts val="300"/>
              </a:spcBef>
              <a:spcAft>
                <a:spcPts val="0"/>
              </a:spcAft>
              <a:buSzPct val="100000"/>
              <a:buChar char="●"/>
            </a:pPr>
            <a:r>
              <a:rPr lang="ru" sz="1717"/>
              <a:t>Если модель видит «making difficult», то благодаря самовниманию она поймет, что «making» это не “делать”, а “усложнять”.</a:t>
            </a:r>
            <a:endParaRPr sz="1717"/>
          </a:p>
          <a:p>
            <a:pPr marL="457200" lvl="0" indent="-329452" algn="l" rtl="0">
              <a:lnSpc>
                <a:spcPct val="115000"/>
              </a:lnSpc>
              <a:spcBef>
                <a:spcPts val="0"/>
              </a:spcBef>
              <a:spcAft>
                <a:spcPts val="0"/>
              </a:spcAft>
              <a:buSzPct val="100000"/>
              <a:buChar char="●"/>
            </a:pPr>
            <a:r>
              <a:rPr lang="ru" sz="1717"/>
              <a:t>Self-Attention позволяет модели одновременно обрабатывать все слова и видеть их взаимные связи, что ускоряет обучение и делает его более точным.</a:t>
            </a:r>
            <a:endParaRPr sz="1717"/>
          </a:p>
        </p:txBody>
      </p:sp>
      <p:pic>
        <p:nvPicPr>
          <p:cNvPr id="209" name="Google Shape;209;g36ae3d6f989_0_81"/>
          <p:cNvPicPr preferRelativeResize="0"/>
          <p:nvPr/>
        </p:nvPicPr>
        <p:blipFill>
          <a:blip r:embed="rId3">
            <a:alphaModFix/>
          </a:blip>
          <a:stretch>
            <a:fillRect/>
          </a:stretch>
        </p:blipFill>
        <p:spPr>
          <a:xfrm>
            <a:off x="4545675" y="1211386"/>
            <a:ext cx="4417049" cy="30830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6ae3d6f989_0_87"/>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Self-Attention (Механизм внимания)</a:t>
            </a:r>
            <a:endParaRPr/>
          </a:p>
        </p:txBody>
      </p:sp>
      <p:sp>
        <p:nvSpPr>
          <p:cNvPr id="215" name="Google Shape;215;g36ae3d6f989_0_87"/>
          <p:cNvSpPr txBox="1">
            <a:spLocks noGrp="1"/>
          </p:cNvSpPr>
          <p:nvPr>
            <p:ph type="body" idx="1"/>
          </p:nvPr>
        </p:nvSpPr>
        <p:spPr>
          <a:xfrm>
            <a:off x="500550" y="1264350"/>
            <a:ext cx="4710300" cy="3520500"/>
          </a:xfrm>
          <a:prstGeom prst="rect">
            <a:avLst/>
          </a:prstGeom>
          <a:noFill/>
          <a:ln>
            <a:noFill/>
          </a:ln>
        </p:spPr>
        <p:txBody>
          <a:bodyPr spcFirstLastPara="1" wrap="square" lIns="91425" tIns="91425" rIns="91425" bIns="91425" anchor="t" anchorCtr="0">
            <a:normAutofit fontScale="55000" lnSpcReduction="20000"/>
          </a:bodyPr>
          <a:lstStyle/>
          <a:p>
            <a:pPr marL="457200" lvl="0" indent="-296743" algn="l" rtl="0">
              <a:lnSpc>
                <a:spcPct val="115000"/>
              </a:lnSpc>
              <a:spcBef>
                <a:spcPts val="300"/>
              </a:spcBef>
              <a:spcAft>
                <a:spcPts val="0"/>
              </a:spcAft>
              <a:buSzPct val="100000"/>
              <a:buChar char="●"/>
            </a:pPr>
            <a:r>
              <a:rPr lang="ru" sz="1717" b="1" dirty="0"/>
              <a:t>Queries (Запросы) – Q</a:t>
            </a:r>
            <a:endParaRPr sz="1717" dirty="0"/>
          </a:p>
          <a:p>
            <a:pPr marL="457200" lvl="0" indent="0" algn="l" rtl="0">
              <a:lnSpc>
                <a:spcPct val="115000"/>
              </a:lnSpc>
              <a:spcBef>
                <a:spcPts val="300"/>
              </a:spcBef>
              <a:spcAft>
                <a:spcPts val="0"/>
              </a:spcAft>
              <a:buNone/>
            </a:pPr>
            <a:r>
              <a:rPr lang="ru" sz="1717" dirty="0"/>
              <a:t>Это представления, которые отвечают за то, насколько значимо текущее слово для других слов.</a:t>
            </a:r>
            <a:endParaRPr sz="1717" dirty="0"/>
          </a:p>
          <a:p>
            <a:pPr marL="457200" lvl="0" indent="0" algn="l" rtl="0">
              <a:lnSpc>
                <a:spcPct val="115000"/>
              </a:lnSpc>
              <a:spcBef>
                <a:spcPts val="300"/>
              </a:spcBef>
              <a:spcAft>
                <a:spcPts val="0"/>
              </a:spcAft>
              <a:buNone/>
            </a:pPr>
            <a:r>
              <a:rPr lang="ru" sz="1717" dirty="0"/>
              <a:t>В трансформерах каждое слово в предложении (или токен) сначала преобразуется в запрос с помощью линейного слоя. Эти запросы позволяют оценить, на какие слова стоит обратить внимание при анализе текста.</a:t>
            </a:r>
            <a:endParaRPr sz="1717" dirty="0"/>
          </a:p>
          <a:p>
            <a:pPr marL="444500" lvl="0" indent="0" algn="l" rtl="0">
              <a:lnSpc>
                <a:spcPct val="115000"/>
              </a:lnSpc>
              <a:spcBef>
                <a:spcPts val="300"/>
              </a:spcBef>
              <a:spcAft>
                <a:spcPts val="0"/>
              </a:spcAft>
              <a:buSzPct val="100000"/>
              <a:buNone/>
            </a:pPr>
            <a:endParaRPr lang="ru" sz="1717" b="1" dirty="0"/>
          </a:p>
          <a:p>
            <a:pPr marL="444500" lvl="0" indent="0" algn="l" rtl="0">
              <a:lnSpc>
                <a:spcPct val="115000"/>
              </a:lnSpc>
              <a:spcBef>
                <a:spcPts val="300"/>
              </a:spcBef>
              <a:spcAft>
                <a:spcPts val="0"/>
              </a:spcAft>
              <a:buSzPct val="100000"/>
              <a:buNone/>
            </a:pPr>
            <a:r>
              <a:rPr lang="ru" sz="1717" b="1" dirty="0"/>
              <a:t>Keys (Ключи) – K</a:t>
            </a:r>
            <a:endParaRPr sz="1717" dirty="0"/>
          </a:p>
          <a:p>
            <a:pPr marL="457200" lvl="0" indent="0" algn="l" rtl="0">
              <a:lnSpc>
                <a:spcPct val="115000"/>
              </a:lnSpc>
              <a:spcBef>
                <a:spcPts val="300"/>
              </a:spcBef>
              <a:spcAft>
                <a:spcPts val="0"/>
              </a:spcAft>
              <a:buNone/>
            </a:pPr>
            <a:r>
              <a:rPr lang="ru" sz="1717" dirty="0"/>
              <a:t>Это своего рода «идентификаторы» слов, с которыми будут сравниваться запросы.</a:t>
            </a:r>
            <a:endParaRPr sz="1717" dirty="0"/>
          </a:p>
          <a:p>
            <a:pPr marL="457200" lvl="0" indent="0" algn="l" rtl="0">
              <a:lnSpc>
                <a:spcPct val="115000"/>
              </a:lnSpc>
              <a:spcBef>
                <a:spcPts val="300"/>
              </a:spcBef>
              <a:spcAft>
                <a:spcPts val="0"/>
              </a:spcAft>
              <a:buNone/>
            </a:pPr>
            <a:r>
              <a:rPr lang="ru" sz="1717" dirty="0"/>
              <a:t>Каждое слово преобразуется в ключ, который помогает понять, насколько оно должно быть связано с запросами других слов.</a:t>
            </a:r>
            <a:endParaRPr sz="1717" dirty="0"/>
          </a:p>
          <a:p>
            <a:pPr marL="444500" lvl="0" indent="0" algn="l" rtl="0">
              <a:lnSpc>
                <a:spcPct val="115000"/>
              </a:lnSpc>
              <a:spcBef>
                <a:spcPts val="300"/>
              </a:spcBef>
              <a:spcAft>
                <a:spcPts val="0"/>
              </a:spcAft>
              <a:buSzPct val="100000"/>
              <a:buNone/>
            </a:pPr>
            <a:endParaRPr lang="ru" sz="1717" b="1" dirty="0"/>
          </a:p>
          <a:p>
            <a:pPr marL="444500" lvl="0" indent="0" algn="l" rtl="0">
              <a:lnSpc>
                <a:spcPct val="115000"/>
              </a:lnSpc>
              <a:spcBef>
                <a:spcPts val="300"/>
              </a:spcBef>
              <a:spcAft>
                <a:spcPts val="0"/>
              </a:spcAft>
              <a:buSzPct val="100000"/>
              <a:buNone/>
            </a:pPr>
            <a:endParaRPr lang="ru" sz="1717" b="1" dirty="0"/>
          </a:p>
          <a:p>
            <a:pPr marL="444500" lvl="0" indent="0" algn="l" rtl="0">
              <a:lnSpc>
                <a:spcPct val="115000"/>
              </a:lnSpc>
              <a:spcBef>
                <a:spcPts val="300"/>
              </a:spcBef>
              <a:spcAft>
                <a:spcPts val="0"/>
              </a:spcAft>
              <a:buSzPct val="100000"/>
              <a:buNone/>
            </a:pPr>
            <a:r>
              <a:rPr lang="ru" sz="1717" b="1" dirty="0"/>
              <a:t>Values (Значения) – V</a:t>
            </a:r>
            <a:endParaRPr sz="1717" dirty="0"/>
          </a:p>
          <a:p>
            <a:pPr marL="457200" lvl="0" indent="0" algn="l" rtl="0">
              <a:lnSpc>
                <a:spcPct val="115000"/>
              </a:lnSpc>
              <a:spcBef>
                <a:spcPts val="300"/>
              </a:spcBef>
              <a:spcAft>
                <a:spcPts val="0"/>
              </a:spcAft>
              <a:buNone/>
            </a:pPr>
            <a:r>
              <a:rPr lang="ru" sz="1717" dirty="0"/>
              <a:t>Это информация, которая должна быть передана в следующих слоях сети.</a:t>
            </a:r>
            <a:endParaRPr sz="1717" dirty="0"/>
          </a:p>
          <a:p>
            <a:pPr marL="457200" lvl="0" indent="0" algn="l" rtl="0">
              <a:lnSpc>
                <a:spcPct val="115000"/>
              </a:lnSpc>
              <a:spcBef>
                <a:spcPts val="300"/>
              </a:spcBef>
              <a:spcAft>
                <a:spcPts val="0"/>
              </a:spcAft>
              <a:buNone/>
            </a:pPr>
            <a:r>
              <a:rPr lang="ru" sz="1717" dirty="0"/>
              <a:t>Если запрос определил, что конкретное слово важно для текущего, его «значение» передается, чтобы внести вклад в понимание модели.</a:t>
            </a:r>
            <a:endParaRPr sz="1717" dirty="0"/>
          </a:p>
        </p:txBody>
      </p:sp>
      <p:pic>
        <p:nvPicPr>
          <p:cNvPr id="216" name="Google Shape;216;g36ae3d6f989_0_87"/>
          <p:cNvPicPr preferRelativeResize="0"/>
          <p:nvPr/>
        </p:nvPicPr>
        <p:blipFill>
          <a:blip r:embed="rId3">
            <a:alphaModFix/>
          </a:blip>
          <a:stretch>
            <a:fillRect/>
          </a:stretch>
        </p:blipFill>
        <p:spPr>
          <a:xfrm>
            <a:off x="6063175" y="966438"/>
            <a:ext cx="1579250" cy="3210626"/>
          </a:xfrm>
          <a:prstGeom prst="rect">
            <a:avLst/>
          </a:prstGeom>
          <a:noFill/>
          <a:ln>
            <a:noFill/>
          </a:ln>
        </p:spPr>
      </p:pic>
      <p:pic>
        <p:nvPicPr>
          <p:cNvPr id="217" name="Google Shape;217;g36ae3d6f989_0_87"/>
          <p:cNvPicPr preferRelativeResize="0"/>
          <p:nvPr/>
        </p:nvPicPr>
        <p:blipFill rotWithShape="1">
          <a:blip r:embed="rId4">
            <a:alphaModFix/>
          </a:blip>
          <a:srcRect/>
          <a:stretch/>
        </p:blipFill>
        <p:spPr>
          <a:xfrm>
            <a:off x="500550" y="2532802"/>
            <a:ext cx="459050" cy="459050"/>
          </a:xfrm>
          <a:prstGeom prst="rect">
            <a:avLst/>
          </a:prstGeom>
          <a:noFill/>
          <a:ln>
            <a:noFill/>
          </a:ln>
        </p:spPr>
      </p:pic>
      <p:pic>
        <p:nvPicPr>
          <p:cNvPr id="218" name="Google Shape;218;g36ae3d6f989_0_87"/>
          <p:cNvPicPr preferRelativeResize="0"/>
          <p:nvPr/>
        </p:nvPicPr>
        <p:blipFill rotWithShape="1">
          <a:blip r:embed="rId5">
            <a:alphaModFix/>
          </a:blip>
          <a:srcRect/>
          <a:stretch/>
        </p:blipFill>
        <p:spPr>
          <a:xfrm>
            <a:off x="500548" y="1359402"/>
            <a:ext cx="459050" cy="459050"/>
          </a:xfrm>
          <a:prstGeom prst="rect">
            <a:avLst/>
          </a:prstGeom>
          <a:noFill/>
          <a:ln>
            <a:noFill/>
          </a:ln>
        </p:spPr>
      </p:pic>
      <p:pic>
        <p:nvPicPr>
          <p:cNvPr id="219" name="Google Shape;219;g36ae3d6f989_0_87"/>
          <p:cNvPicPr preferRelativeResize="0"/>
          <p:nvPr/>
        </p:nvPicPr>
        <p:blipFill rotWithShape="1">
          <a:blip r:embed="rId6">
            <a:alphaModFix/>
          </a:blip>
          <a:srcRect/>
          <a:stretch/>
        </p:blipFill>
        <p:spPr>
          <a:xfrm>
            <a:off x="500550" y="3621275"/>
            <a:ext cx="459050" cy="459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6ae3d6f989_0_96"/>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Вычисление внимания</a:t>
            </a:r>
            <a:endParaRPr/>
          </a:p>
        </p:txBody>
      </p:sp>
      <p:sp>
        <p:nvSpPr>
          <p:cNvPr id="225" name="Google Shape;225;g36ae3d6f989_0_96"/>
          <p:cNvSpPr txBox="1">
            <a:spLocks noGrp="1"/>
          </p:cNvSpPr>
          <p:nvPr>
            <p:ph type="body" idx="1"/>
          </p:nvPr>
        </p:nvSpPr>
        <p:spPr>
          <a:xfrm>
            <a:off x="500550" y="1445513"/>
            <a:ext cx="3921600" cy="2614800"/>
          </a:xfrm>
          <a:prstGeom prst="rect">
            <a:avLst/>
          </a:prstGeom>
          <a:noFill/>
          <a:ln>
            <a:noFill/>
          </a:ln>
        </p:spPr>
        <p:txBody>
          <a:bodyPr spcFirstLastPara="1" wrap="square" lIns="91425" tIns="91425" rIns="91425" bIns="91425" anchor="t" anchorCtr="0">
            <a:normAutofit fontScale="92500"/>
          </a:bodyPr>
          <a:lstStyle/>
          <a:p>
            <a:pPr marL="0" lvl="0" indent="0" algn="l" rtl="0">
              <a:lnSpc>
                <a:spcPct val="115000"/>
              </a:lnSpc>
              <a:spcBef>
                <a:spcPts val="300"/>
              </a:spcBef>
              <a:spcAft>
                <a:spcPts val="0"/>
              </a:spcAft>
              <a:buNone/>
            </a:pPr>
            <a:r>
              <a:rPr lang="ru" sz="1717"/>
              <a:t>Модель сравнивает запросы (Q) с ключами (K) всех остальных слов, чтобы понять, насколько каждое слово связано с текущим. Эта оценка проводится через умножение Q на K и деление на корень из размерности ключей, чтобы избежать слишком больших значений.</a:t>
            </a:r>
            <a:endParaRPr sz="1717"/>
          </a:p>
        </p:txBody>
      </p:sp>
      <p:pic>
        <p:nvPicPr>
          <p:cNvPr id="226" name="Google Shape;226;g36ae3d6f989_0_96"/>
          <p:cNvPicPr preferRelativeResize="0"/>
          <p:nvPr/>
        </p:nvPicPr>
        <p:blipFill>
          <a:blip r:embed="rId3">
            <a:alphaModFix/>
          </a:blip>
          <a:stretch>
            <a:fillRect/>
          </a:stretch>
        </p:blipFill>
        <p:spPr>
          <a:xfrm>
            <a:off x="4910725" y="1046887"/>
            <a:ext cx="3403913" cy="3412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36ae3d6f989_0_102"/>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Создание весов</a:t>
            </a:r>
            <a:endParaRPr/>
          </a:p>
        </p:txBody>
      </p:sp>
      <p:sp>
        <p:nvSpPr>
          <p:cNvPr id="232" name="Google Shape;232;g36ae3d6f989_0_102"/>
          <p:cNvSpPr txBox="1">
            <a:spLocks noGrp="1"/>
          </p:cNvSpPr>
          <p:nvPr>
            <p:ph type="body" idx="1"/>
          </p:nvPr>
        </p:nvSpPr>
        <p:spPr>
          <a:xfrm>
            <a:off x="500550" y="1445513"/>
            <a:ext cx="3921600" cy="2614800"/>
          </a:xfrm>
          <a:prstGeom prst="rect">
            <a:avLst/>
          </a:prstGeom>
          <a:noFill/>
          <a:ln>
            <a:noFill/>
          </a:ln>
        </p:spPr>
        <p:txBody>
          <a:bodyPr spcFirstLastPara="1" wrap="square" lIns="91425" tIns="91425" rIns="91425" bIns="91425" anchor="t" anchorCtr="0">
            <a:normAutofit fontScale="92500"/>
          </a:bodyPr>
          <a:lstStyle/>
          <a:p>
            <a:pPr marL="0" lvl="0" indent="0" algn="l" rtl="0">
              <a:lnSpc>
                <a:spcPct val="115000"/>
              </a:lnSpc>
              <a:spcBef>
                <a:spcPts val="300"/>
              </a:spcBef>
              <a:spcAft>
                <a:spcPts val="0"/>
              </a:spcAft>
              <a:buNone/>
            </a:pPr>
            <a:r>
              <a:rPr lang="ru" sz="1717"/>
              <a:t>После умножения запросов на ключи результат передается через softmax, чтобы получить веса (коэффициенты значимости), которые показывают, насколько важно каждое слово для текущего. Эти веса регулируют, как информация из других слов будет влиять на анализ текущего слова.</a:t>
            </a:r>
            <a:endParaRPr sz="1717"/>
          </a:p>
        </p:txBody>
      </p:sp>
      <p:pic>
        <p:nvPicPr>
          <p:cNvPr id="233" name="Google Shape;233;g36ae3d6f989_0_102"/>
          <p:cNvPicPr preferRelativeResize="0"/>
          <p:nvPr/>
        </p:nvPicPr>
        <p:blipFill>
          <a:blip r:embed="rId3">
            <a:alphaModFix/>
          </a:blip>
          <a:stretch>
            <a:fillRect/>
          </a:stretch>
        </p:blipFill>
        <p:spPr>
          <a:xfrm>
            <a:off x="4574550" y="1579024"/>
            <a:ext cx="4417050" cy="25132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36ae3d6f989_0_108"/>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Взвешивание значений</a:t>
            </a:r>
            <a:endParaRPr/>
          </a:p>
        </p:txBody>
      </p:sp>
      <p:sp>
        <p:nvSpPr>
          <p:cNvPr id="239" name="Google Shape;239;g36ae3d6f989_0_108"/>
          <p:cNvSpPr txBox="1">
            <a:spLocks noGrp="1"/>
          </p:cNvSpPr>
          <p:nvPr>
            <p:ph type="body" idx="1"/>
          </p:nvPr>
        </p:nvSpPr>
        <p:spPr>
          <a:xfrm>
            <a:off x="500550" y="1445513"/>
            <a:ext cx="3921600" cy="261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300"/>
              </a:spcBef>
              <a:spcAft>
                <a:spcPts val="0"/>
              </a:spcAft>
              <a:buNone/>
            </a:pPr>
            <a:r>
              <a:rPr lang="ru" sz="1717"/>
              <a:t>Затем модель умножает эти веса на значения (V) и суммирует результат, чтобы получить окончательное представление текущего слова с учетом контекста других слов.</a:t>
            </a:r>
            <a:endParaRPr sz="1717"/>
          </a:p>
        </p:txBody>
      </p:sp>
      <p:pic>
        <p:nvPicPr>
          <p:cNvPr id="240" name="Google Shape;240;g36ae3d6f989_0_108"/>
          <p:cNvPicPr preferRelativeResize="0"/>
          <p:nvPr/>
        </p:nvPicPr>
        <p:blipFill>
          <a:blip r:embed="rId3">
            <a:alphaModFix/>
          </a:blip>
          <a:stretch>
            <a:fillRect/>
          </a:stretch>
        </p:blipFill>
        <p:spPr>
          <a:xfrm>
            <a:off x="4574550" y="1579024"/>
            <a:ext cx="4417051" cy="237739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244"/>
        <p:cNvGrpSpPr/>
        <p:nvPr/>
      </p:nvGrpSpPr>
      <p:grpSpPr>
        <a:xfrm>
          <a:off x="0" y="0"/>
          <a:ext cx="0" cy="0"/>
          <a:chOff x="0" y="0"/>
          <a:chExt cx="0" cy="0"/>
        </a:xfrm>
      </p:grpSpPr>
      <p:sp>
        <p:nvSpPr>
          <p:cNvPr id="245" name="Google Shape;245;g36ae3d6f989_0_267"/>
          <p:cNvSpPr txBox="1">
            <a:spLocks noGrp="1"/>
          </p:cNvSpPr>
          <p:nvPr>
            <p:ph type="title"/>
          </p:nvPr>
        </p:nvSpPr>
        <p:spPr>
          <a:xfrm>
            <a:off x="668850" y="324900"/>
            <a:ext cx="7806300" cy="586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Attention</a:t>
            </a:r>
            <a:endParaRPr/>
          </a:p>
        </p:txBody>
      </p:sp>
      <p:sp>
        <p:nvSpPr>
          <p:cNvPr id="246" name="Google Shape;246;g36ae3d6f989_0_267"/>
          <p:cNvSpPr txBox="1"/>
          <p:nvPr/>
        </p:nvSpPr>
        <p:spPr>
          <a:xfrm>
            <a:off x="714175" y="911700"/>
            <a:ext cx="8429700" cy="338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800">
                <a:solidFill>
                  <a:srgbClr val="0033B3"/>
                </a:solidFill>
                <a:highlight>
                  <a:srgbClr val="FFFFFF"/>
                </a:highlight>
                <a:latin typeface="Courier New"/>
                <a:ea typeface="Courier New"/>
                <a:cs typeface="Courier New"/>
                <a:sym typeface="Courier New"/>
              </a:rPr>
              <a:t>class </a:t>
            </a:r>
            <a:r>
              <a:rPr lang="ru" sz="800">
                <a:solidFill>
                  <a:schemeClr val="dk1"/>
                </a:solidFill>
                <a:highlight>
                  <a:srgbClr val="FFFFFF"/>
                </a:highlight>
                <a:latin typeface="Courier New"/>
                <a:ea typeface="Courier New"/>
                <a:cs typeface="Courier New"/>
                <a:sym typeface="Courier New"/>
              </a:rPr>
              <a:t>SelfAttention</a:t>
            </a:r>
            <a:r>
              <a:rPr lang="ru" sz="800">
                <a:solidFill>
                  <a:srgbClr val="080808"/>
                </a:solidFill>
                <a:highlight>
                  <a:srgbClr val="FFFFFF"/>
                </a:highlight>
                <a:latin typeface="Courier New"/>
                <a:ea typeface="Courier New"/>
                <a:cs typeface="Courier New"/>
                <a:sym typeface="Courier New"/>
              </a:rPr>
              <a:t>(nn.Module):</a:t>
            </a: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80808"/>
                </a:solidFill>
                <a:highlight>
                  <a:srgbClr val="FFFFFF"/>
                </a:highlight>
                <a:latin typeface="Courier New"/>
                <a:ea typeface="Courier New"/>
                <a:cs typeface="Courier New"/>
                <a:sym typeface="Courier New"/>
              </a:rPr>
              <a:t>   </a:t>
            </a:r>
            <a:r>
              <a:rPr lang="ru" sz="800" i="1">
                <a:solidFill>
                  <a:srgbClr val="8C8C8C"/>
                </a:solidFill>
                <a:highlight>
                  <a:srgbClr val="FFFFFF"/>
                </a:highlight>
                <a:latin typeface="Courier New"/>
                <a:ea typeface="Courier New"/>
                <a:cs typeface="Courier New"/>
                <a:sym typeface="Courier New"/>
              </a:rPr>
              <a:t>"""</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Multi-head self-attention mechanism.</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Args:</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embed_dim (int): Total dimension of the model.</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num_heads (int): Number of attention heads.</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dropout (float): Dropout probability on attention weights.</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a:t>
            </a:r>
            <a:r>
              <a:rPr lang="ru" sz="800">
                <a:solidFill>
                  <a:srgbClr val="0033B3"/>
                </a:solidFill>
                <a:highlight>
                  <a:srgbClr val="FFFFFF"/>
                </a:highlight>
                <a:latin typeface="Courier New"/>
                <a:ea typeface="Courier New"/>
                <a:cs typeface="Courier New"/>
                <a:sym typeface="Courier New"/>
              </a:rPr>
              <a:t>def </a:t>
            </a:r>
            <a:r>
              <a:rPr lang="ru" sz="800">
                <a:solidFill>
                  <a:srgbClr val="B200B2"/>
                </a:solidFill>
                <a:highlight>
                  <a:srgbClr val="FFFFFF"/>
                </a:highlight>
                <a:latin typeface="Courier New"/>
                <a:ea typeface="Courier New"/>
                <a:cs typeface="Courier New"/>
                <a:sym typeface="Courier New"/>
              </a:rPr>
              <a:t>__init__</a:t>
            </a:r>
            <a:r>
              <a:rPr lang="ru" sz="800">
                <a:solidFill>
                  <a:srgbClr val="080808"/>
                </a:solidFill>
                <a:highlight>
                  <a:srgbClr val="FFFFFF"/>
                </a:highlight>
                <a:latin typeface="Courier New"/>
                <a:ea typeface="Courier New"/>
                <a:cs typeface="Courier New"/>
                <a:sym typeface="Courier New"/>
              </a:rPr>
              <a:t>(</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 </a:t>
            </a:r>
            <a:r>
              <a:rPr lang="ru" sz="800">
                <a:solidFill>
                  <a:srgbClr val="000080"/>
                </a:solidFill>
                <a:highlight>
                  <a:srgbClr val="FFFFFF"/>
                </a:highlight>
                <a:latin typeface="Courier New"/>
                <a:ea typeface="Courier New"/>
                <a:cs typeface="Courier New"/>
                <a:sym typeface="Courier New"/>
              </a:rPr>
              <a:t>int</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num_heads</a:t>
            </a:r>
            <a:r>
              <a:rPr lang="ru" sz="800">
                <a:solidFill>
                  <a:srgbClr val="080808"/>
                </a:solidFill>
                <a:highlight>
                  <a:srgbClr val="FFFFFF"/>
                </a:highlight>
                <a:latin typeface="Courier New"/>
                <a:ea typeface="Courier New"/>
                <a:cs typeface="Courier New"/>
                <a:sym typeface="Courier New"/>
              </a:rPr>
              <a:t>: </a:t>
            </a:r>
            <a:r>
              <a:rPr lang="ru" sz="800">
                <a:solidFill>
                  <a:srgbClr val="000080"/>
                </a:solidFill>
                <a:highlight>
                  <a:srgbClr val="FFFFFF"/>
                </a:highlight>
                <a:latin typeface="Courier New"/>
                <a:ea typeface="Courier New"/>
                <a:cs typeface="Courier New"/>
                <a:sym typeface="Courier New"/>
              </a:rPr>
              <a:t>int</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dropout</a:t>
            </a:r>
            <a:r>
              <a:rPr lang="ru" sz="800">
                <a:solidFill>
                  <a:srgbClr val="080808"/>
                </a:solidFill>
                <a:highlight>
                  <a:srgbClr val="FFFFFF"/>
                </a:highlight>
                <a:latin typeface="Courier New"/>
                <a:ea typeface="Courier New"/>
                <a:cs typeface="Courier New"/>
                <a:sym typeface="Courier New"/>
              </a:rPr>
              <a:t>: </a:t>
            </a:r>
            <a:r>
              <a:rPr lang="ru" sz="800">
                <a:solidFill>
                  <a:srgbClr val="000080"/>
                </a:solidFill>
                <a:highlight>
                  <a:srgbClr val="FFFFFF"/>
                </a:highlight>
                <a:latin typeface="Courier New"/>
                <a:ea typeface="Courier New"/>
                <a:cs typeface="Courier New"/>
                <a:sym typeface="Courier New"/>
              </a:rPr>
              <a:t>float </a:t>
            </a:r>
            <a:r>
              <a:rPr lang="ru" sz="800">
                <a:solidFill>
                  <a:srgbClr val="080808"/>
                </a:solidFill>
                <a:highlight>
                  <a:srgbClr val="FFFFFF"/>
                </a:highlight>
                <a:latin typeface="Courier New"/>
                <a:ea typeface="Courier New"/>
                <a:cs typeface="Courier New"/>
                <a:sym typeface="Courier New"/>
              </a:rPr>
              <a:t>= </a:t>
            </a:r>
            <a:r>
              <a:rPr lang="ru" sz="800">
                <a:solidFill>
                  <a:srgbClr val="1750EB"/>
                </a:solidFill>
                <a:highlight>
                  <a:srgbClr val="FFFFFF"/>
                </a:highlight>
                <a:latin typeface="Courier New"/>
                <a:ea typeface="Courier New"/>
                <a:cs typeface="Courier New"/>
                <a:sym typeface="Courier New"/>
              </a:rPr>
              <a:t>0.0</a:t>
            </a:r>
            <a:r>
              <a:rPr lang="ru" sz="800">
                <a:solidFill>
                  <a:srgbClr val="080808"/>
                </a:solidFill>
                <a:highlight>
                  <a:srgbClr val="FFFFFF"/>
                </a:highlight>
                <a:latin typeface="Courier New"/>
                <a:ea typeface="Courier New"/>
                <a:cs typeface="Courier New"/>
                <a:sym typeface="Courier New"/>
              </a:rPr>
              <a:t>):</a:t>
            </a: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80808"/>
                </a:solidFill>
                <a:highlight>
                  <a:srgbClr val="FFFFFF"/>
                </a:highlight>
                <a:latin typeface="Courier New"/>
                <a:ea typeface="Courier New"/>
                <a:cs typeface="Courier New"/>
                <a:sym typeface="Courier New"/>
              </a:rPr>
              <a:t>       </a:t>
            </a:r>
            <a:r>
              <a:rPr lang="ru" sz="800">
                <a:solidFill>
                  <a:srgbClr val="000080"/>
                </a:solidFill>
                <a:highlight>
                  <a:srgbClr val="FFFFFF"/>
                </a:highlight>
                <a:latin typeface="Courier New"/>
                <a:ea typeface="Courier New"/>
                <a:cs typeface="Courier New"/>
                <a:sym typeface="Courier New"/>
              </a:rPr>
              <a:t>super</a:t>
            </a:r>
            <a:r>
              <a:rPr lang="ru" sz="800">
                <a:solidFill>
                  <a:srgbClr val="080808"/>
                </a:solidFill>
                <a:highlight>
                  <a:srgbClr val="FFFFFF"/>
                </a:highlight>
                <a:latin typeface="Courier New"/>
                <a:ea typeface="Courier New"/>
                <a:cs typeface="Courier New"/>
                <a:sym typeface="Courier New"/>
              </a:rPr>
              <a:t>(SelfAttention,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a:t>
            </a:r>
            <a:r>
              <a:rPr lang="ru" sz="800">
                <a:solidFill>
                  <a:srgbClr val="B200B2"/>
                </a:solidFill>
                <a:highlight>
                  <a:srgbClr val="FFFFFF"/>
                </a:highlight>
                <a:latin typeface="Courier New"/>
                <a:ea typeface="Courier New"/>
                <a:cs typeface="Courier New"/>
                <a:sym typeface="Courier New"/>
              </a:rPr>
              <a:t>__init__</a:t>
            </a:r>
            <a:r>
              <a:rPr lang="ru" sz="800">
                <a:solidFill>
                  <a:srgbClr val="080808"/>
                </a:solidFill>
                <a:highlight>
                  <a:srgbClr val="FFFFFF"/>
                </a:highlight>
                <a:latin typeface="Courier New"/>
                <a:ea typeface="Courier New"/>
                <a:cs typeface="Courier New"/>
                <a:sym typeface="Courier New"/>
              </a:rPr>
              <a:t>()</a:t>
            </a: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80808"/>
                </a:solidFill>
                <a:highlight>
                  <a:srgbClr val="FFFFFF"/>
                </a:highlight>
                <a:latin typeface="Courier New"/>
                <a:ea typeface="Courier New"/>
                <a:cs typeface="Courier New"/>
                <a:sym typeface="Courier New"/>
              </a:rPr>
              <a:t>       </a:t>
            </a:r>
            <a:r>
              <a:rPr lang="ru" sz="800">
                <a:solidFill>
                  <a:srgbClr val="0033B3"/>
                </a:solidFill>
                <a:highlight>
                  <a:srgbClr val="FFFFFF"/>
                </a:highlight>
                <a:latin typeface="Courier New"/>
                <a:ea typeface="Courier New"/>
                <a:cs typeface="Courier New"/>
                <a:sym typeface="Courier New"/>
              </a:rPr>
              <a:t>assert </a:t>
            </a:r>
            <a:r>
              <a:rPr lang="ru" sz="800">
                <a:solidFill>
                  <a:schemeClr val="dk1"/>
                </a:solidFill>
                <a:highlight>
                  <a:srgbClr val="FFFFFF"/>
                </a:highlight>
                <a:latin typeface="Courier New"/>
                <a:ea typeface="Courier New"/>
                <a:cs typeface="Courier New"/>
                <a:sym typeface="Courier New"/>
              </a:rPr>
              <a:t>embed_dim </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num_heads </a:t>
            </a:r>
            <a:r>
              <a:rPr lang="ru" sz="800">
                <a:solidFill>
                  <a:srgbClr val="080808"/>
                </a:solidFill>
                <a:highlight>
                  <a:srgbClr val="FFFFFF"/>
                </a:highlight>
                <a:latin typeface="Courier New"/>
                <a:ea typeface="Courier New"/>
                <a:cs typeface="Courier New"/>
                <a:sym typeface="Courier New"/>
              </a:rPr>
              <a:t>== </a:t>
            </a:r>
            <a:r>
              <a:rPr lang="ru" sz="800">
                <a:solidFill>
                  <a:srgbClr val="1750EB"/>
                </a:solidFill>
                <a:highlight>
                  <a:srgbClr val="FFFFFF"/>
                </a:highlight>
                <a:latin typeface="Courier New"/>
                <a:ea typeface="Courier New"/>
                <a:cs typeface="Courier New"/>
                <a:sym typeface="Courier New"/>
              </a:rPr>
              <a:t>0</a:t>
            </a:r>
            <a:r>
              <a:rPr lang="ru" sz="800">
                <a:solidFill>
                  <a:srgbClr val="080808"/>
                </a:solidFill>
                <a:highlight>
                  <a:srgbClr val="FFFFFF"/>
                </a:highlight>
                <a:latin typeface="Courier New"/>
                <a:ea typeface="Courier New"/>
                <a:cs typeface="Courier New"/>
                <a:sym typeface="Courier New"/>
              </a:rPr>
              <a:t>, </a:t>
            </a:r>
            <a:r>
              <a:rPr lang="ru" sz="800">
                <a:solidFill>
                  <a:srgbClr val="067D17"/>
                </a:solidFill>
                <a:highlight>
                  <a:srgbClr val="FFFFFF"/>
                </a:highlight>
                <a:latin typeface="Courier New"/>
                <a:ea typeface="Courier New"/>
                <a:cs typeface="Courier New"/>
                <a:sym typeface="Courier New"/>
              </a:rPr>
              <a:t>"embed_dim must be divisible by num_heads"</a:t>
            </a:r>
            <a:endParaRPr sz="800">
              <a:solidFill>
                <a:srgbClr val="067D17"/>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67D17"/>
                </a:solidFill>
                <a:highlight>
                  <a:srgbClr val="FFFFFF"/>
                </a:highlight>
                <a:latin typeface="Courier New"/>
                <a:ea typeface="Courier New"/>
                <a:cs typeface="Courier New"/>
                <a:sym typeface="Courier New"/>
              </a:rPr>
              <a:t>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.embed_dim = </a:t>
            </a:r>
            <a:r>
              <a:rPr lang="ru" sz="800">
                <a:solidFill>
                  <a:schemeClr val="dk1"/>
                </a:solidFill>
                <a:highlight>
                  <a:srgbClr val="FFFFFF"/>
                </a:highlight>
                <a:latin typeface="Courier New"/>
                <a:ea typeface="Courier New"/>
                <a:cs typeface="Courier New"/>
                <a:sym typeface="Courier New"/>
              </a:rPr>
              <a:t>embed_dim</a:t>
            </a:r>
            <a:endParaRPr sz="80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highlight>
                  <a:srgbClr val="FFFFFF"/>
                </a:highlight>
                <a:latin typeface="Courier New"/>
                <a:ea typeface="Courier New"/>
                <a:cs typeface="Courier New"/>
                <a:sym typeface="Courier New"/>
              </a:rPr>
              <a:t>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.num_heads = </a:t>
            </a:r>
            <a:r>
              <a:rPr lang="ru" sz="800">
                <a:solidFill>
                  <a:schemeClr val="dk1"/>
                </a:solidFill>
                <a:highlight>
                  <a:srgbClr val="FFFFFF"/>
                </a:highlight>
                <a:latin typeface="Courier New"/>
                <a:ea typeface="Courier New"/>
                <a:cs typeface="Courier New"/>
                <a:sym typeface="Courier New"/>
              </a:rPr>
              <a:t>num_heads</a:t>
            </a:r>
            <a:endParaRPr sz="80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highlight>
                  <a:srgbClr val="FFFFFF"/>
                </a:highlight>
                <a:latin typeface="Courier New"/>
                <a:ea typeface="Courier New"/>
                <a:cs typeface="Courier New"/>
                <a:sym typeface="Courier New"/>
              </a:rPr>
              <a:t>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.head_dim = </a:t>
            </a:r>
            <a:r>
              <a:rPr lang="ru" sz="800">
                <a:solidFill>
                  <a:schemeClr val="dk1"/>
                </a:solidFill>
                <a:highlight>
                  <a:srgbClr val="FFFFFF"/>
                </a:highlight>
                <a:latin typeface="Courier New"/>
                <a:ea typeface="Courier New"/>
                <a:cs typeface="Courier New"/>
                <a:sym typeface="Courier New"/>
              </a:rPr>
              <a:t>embed_dim </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num_heads</a:t>
            </a:r>
            <a:endParaRPr sz="80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80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highlight>
                  <a:srgbClr val="FFFFFF"/>
                </a:highlight>
                <a:latin typeface="Courier New"/>
                <a:ea typeface="Courier New"/>
                <a:cs typeface="Courier New"/>
                <a:sym typeface="Courier New"/>
              </a:rPr>
              <a:t>       </a:t>
            </a:r>
            <a:r>
              <a:rPr lang="ru" sz="800" i="1">
                <a:solidFill>
                  <a:srgbClr val="8C8C8C"/>
                </a:solidFill>
                <a:highlight>
                  <a:srgbClr val="FFFFFF"/>
                </a:highlight>
                <a:latin typeface="Courier New"/>
                <a:ea typeface="Courier New"/>
                <a:cs typeface="Courier New"/>
                <a:sym typeface="Courier New"/>
              </a:rPr>
              <a:t># Linear layers for queries, keys, and values</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.q_lin = nn.Linear(</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a:t>
            </a: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80808"/>
                </a:solidFill>
                <a:highlight>
                  <a:srgbClr val="FFFFFF"/>
                </a:highlight>
                <a:latin typeface="Courier New"/>
                <a:ea typeface="Courier New"/>
                <a:cs typeface="Courier New"/>
                <a:sym typeface="Courier New"/>
              </a:rPr>
              <a:t>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.k_lin = nn.Linear(</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a:t>
            </a: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80808"/>
                </a:solidFill>
                <a:highlight>
                  <a:srgbClr val="FFFFFF"/>
                </a:highlight>
                <a:latin typeface="Courier New"/>
                <a:ea typeface="Courier New"/>
                <a:cs typeface="Courier New"/>
                <a:sym typeface="Courier New"/>
              </a:rPr>
              <a:t>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.v_lin = nn.Linear(</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a:t>
            </a: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80808"/>
                </a:solidFill>
                <a:highlight>
                  <a:srgbClr val="FFFFFF"/>
                </a:highlight>
                <a:latin typeface="Courier New"/>
                <a:ea typeface="Courier New"/>
                <a:cs typeface="Courier New"/>
                <a:sym typeface="Courier New"/>
              </a:rPr>
              <a:t>       </a:t>
            </a:r>
            <a:r>
              <a:rPr lang="ru" sz="800" i="1">
                <a:solidFill>
                  <a:srgbClr val="8C8C8C"/>
                </a:solidFill>
                <a:highlight>
                  <a:srgbClr val="FFFFFF"/>
                </a:highlight>
                <a:latin typeface="Courier New"/>
                <a:ea typeface="Courier New"/>
                <a:cs typeface="Courier New"/>
                <a:sym typeface="Courier New"/>
              </a:rPr>
              <a:t># Final linear layer</a:t>
            </a:r>
            <a:endParaRPr sz="8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i="1">
                <a:solidFill>
                  <a:srgbClr val="8C8C8C"/>
                </a:solidFill>
                <a:highlight>
                  <a:srgbClr val="FFFFFF"/>
                </a:highlight>
                <a:latin typeface="Courier New"/>
                <a:ea typeface="Courier New"/>
                <a:cs typeface="Courier New"/>
                <a:sym typeface="Courier New"/>
              </a:rPr>
              <a:t>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.out_lin = nn.Linear(</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 </a:t>
            </a:r>
            <a:r>
              <a:rPr lang="ru" sz="800">
                <a:solidFill>
                  <a:schemeClr val="dk1"/>
                </a:solidFill>
                <a:highlight>
                  <a:srgbClr val="FFFFFF"/>
                </a:highlight>
                <a:latin typeface="Courier New"/>
                <a:ea typeface="Courier New"/>
                <a:cs typeface="Courier New"/>
                <a:sym typeface="Courier New"/>
              </a:rPr>
              <a:t>embed_dim</a:t>
            </a:r>
            <a:r>
              <a:rPr lang="ru" sz="800">
                <a:solidFill>
                  <a:srgbClr val="080808"/>
                </a:solidFill>
                <a:highlight>
                  <a:srgbClr val="FFFFFF"/>
                </a:highlight>
                <a:latin typeface="Courier New"/>
                <a:ea typeface="Courier New"/>
                <a:cs typeface="Courier New"/>
                <a:sym typeface="Courier New"/>
              </a:rPr>
              <a:t>)</a:t>
            </a: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80808"/>
                </a:solidFill>
                <a:highlight>
                  <a:srgbClr val="FFFFFF"/>
                </a:highlight>
                <a:latin typeface="Courier New"/>
                <a:ea typeface="Courier New"/>
                <a:cs typeface="Courier New"/>
                <a:sym typeface="Courier New"/>
              </a:rPr>
              <a:t>       </a:t>
            </a:r>
            <a:r>
              <a:rPr lang="ru" sz="800">
                <a:solidFill>
                  <a:srgbClr val="94558D"/>
                </a:solidFill>
                <a:highlight>
                  <a:srgbClr val="FFFFFF"/>
                </a:highlight>
                <a:latin typeface="Courier New"/>
                <a:ea typeface="Courier New"/>
                <a:cs typeface="Courier New"/>
                <a:sym typeface="Courier New"/>
              </a:rPr>
              <a:t>self</a:t>
            </a:r>
            <a:r>
              <a:rPr lang="ru" sz="800">
                <a:solidFill>
                  <a:srgbClr val="080808"/>
                </a:solidFill>
                <a:highlight>
                  <a:srgbClr val="FFFFFF"/>
                </a:highlight>
                <a:latin typeface="Courier New"/>
                <a:ea typeface="Courier New"/>
                <a:cs typeface="Courier New"/>
                <a:sym typeface="Courier New"/>
              </a:rPr>
              <a:t>.dropout = nn.Dropout(</a:t>
            </a:r>
            <a:r>
              <a:rPr lang="ru" sz="800">
                <a:solidFill>
                  <a:schemeClr val="dk1"/>
                </a:solidFill>
                <a:highlight>
                  <a:srgbClr val="FFFFFF"/>
                </a:highlight>
                <a:latin typeface="Courier New"/>
                <a:ea typeface="Courier New"/>
                <a:cs typeface="Courier New"/>
                <a:sym typeface="Courier New"/>
              </a:rPr>
              <a:t>dropout</a:t>
            </a:r>
            <a:r>
              <a:rPr lang="ru" sz="800">
                <a:solidFill>
                  <a:srgbClr val="080808"/>
                </a:solidFill>
                <a:highlight>
                  <a:srgbClr val="FFFFFF"/>
                </a:highlight>
                <a:latin typeface="Courier New"/>
                <a:ea typeface="Courier New"/>
                <a:cs typeface="Courier New"/>
                <a:sym typeface="Courier New"/>
              </a:rPr>
              <a:t>)</a:t>
            </a: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8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800">
                <a:solidFill>
                  <a:srgbClr val="080808"/>
                </a:solidFill>
                <a:highlight>
                  <a:srgbClr val="FFFFFF"/>
                </a:highlight>
                <a:latin typeface="Courier New"/>
                <a:ea typeface="Courier New"/>
                <a:cs typeface="Courier New"/>
                <a:sym typeface="Courier New"/>
              </a:rPr>
              <a:t>   </a:t>
            </a:r>
            <a:endParaRPr sz="8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250"/>
        <p:cNvGrpSpPr/>
        <p:nvPr/>
      </p:nvGrpSpPr>
      <p:grpSpPr>
        <a:xfrm>
          <a:off x="0" y="0"/>
          <a:ext cx="0" cy="0"/>
          <a:chOff x="0" y="0"/>
          <a:chExt cx="0" cy="0"/>
        </a:xfrm>
      </p:grpSpPr>
      <p:sp>
        <p:nvSpPr>
          <p:cNvPr id="251" name="Google Shape;251;g36ae3d6f989_0_298"/>
          <p:cNvSpPr txBox="1">
            <a:spLocks noGrp="1"/>
          </p:cNvSpPr>
          <p:nvPr>
            <p:ph type="title"/>
          </p:nvPr>
        </p:nvSpPr>
        <p:spPr>
          <a:xfrm>
            <a:off x="721750" y="0"/>
            <a:ext cx="77988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Attention</a:t>
            </a:r>
            <a:endParaRPr/>
          </a:p>
        </p:txBody>
      </p:sp>
      <p:sp>
        <p:nvSpPr>
          <p:cNvPr id="252" name="Google Shape;252;g36ae3d6f989_0_298"/>
          <p:cNvSpPr txBox="1"/>
          <p:nvPr/>
        </p:nvSpPr>
        <p:spPr>
          <a:xfrm>
            <a:off x="721750" y="531825"/>
            <a:ext cx="8422200" cy="449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rgbClr val="0033B3"/>
                </a:solidFill>
                <a:highlight>
                  <a:srgbClr val="FFFFFF"/>
                </a:highlight>
                <a:latin typeface="Courier New"/>
                <a:ea typeface="Courier New"/>
                <a:cs typeface="Courier New"/>
                <a:sym typeface="Courier New"/>
              </a:rPr>
              <a:t>def </a:t>
            </a:r>
            <a:r>
              <a:rPr lang="ru" sz="700">
                <a:solidFill>
                  <a:srgbClr val="00627A"/>
                </a:solidFill>
                <a:highlight>
                  <a:srgbClr val="FFFFFF"/>
                </a:highlight>
                <a:latin typeface="Courier New"/>
                <a:ea typeface="Courier New"/>
                <a:cs typeface="Courier New"/>
                <a:sym typeface="Courier New"/>
              </a:rPr>
              <a:t>forward</a:t>
            </a:r>
            <a:r>
              <a:rPr lang="ru" sz="700">
                <a:solidFill>
                  <a:srgbClr val="080808"/>
                </a:solidFill>
                <a:highlight>
                  <a:srgbClr val="FFFFFF"/>
                </a:highlight>
                <a:latin typeface="Courier New"/>
                <a:ea typeface="Courier New"/>
                <a:cs typeface="Courier New"/>
                <a:sym typeface="Courier New"/>
              </a:rPr>
              <a:t>(</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x</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torch.Tensor</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mask</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torch.Tensor </a:t>
            </a:r>
            <a:r>
              <a:rPr lang="ru" sz="700">
                <a:solidFill>
                  <a:srgbClr val="080808"/>
                </a:solidFill>
                <a:highlight>
                  <a:srgbClr val="FFFFFF"/>
                </a:highlight>
                <a:latin typeface="Courier New"/>
                <a:ea typeface="Courier New"/>
                <a:cs typeface="Courier New"/>
                <a:sym typeface="Courier New"/>
              </a:rPr>
              <a:t>= </a:t>
            </a:r>
            <a:r>
              <a:rPr lang="ru" sz="700">
                <a:solidFill>
                  <a:srgbClr val="0033B3"/>
                </a:solidFill>
                <a:highlight>
                  <a:srgbClr val="FFFFFF"/>
                </a:highlight>
                <a:latin typeface="Courier New"/>
                <a:ea typeface="Courier New"/>
                <a:cs typeface="Courier New"/>
                <a:sym typeface="Courier New"/>
              </a:rPr>
              <a:t>None</a:t>
            </a:r>
            <a:r>
              <a:rPr lang="ru" sz="700">
                <a:solidFill>
                  <a:srgbClr val="080808"/>
                </a:solidFill>
                <a:highlight>
                  <a:srgbClr val="FFFFFF"/>
                </a:highlight>
                <a:latin typeface="Courier New"/>
                <a:ea typeface="Courier New"/>
                <a:cs typeface="Courier New"/>
                <a:sym typeface="Courier New"/>
              </a:rPr>
              <a:t>) -&gt; </a:t>
            </a:r>
            <a:r>
              <a:rPr lang="ru" sz="700">
                <a:solidFill>
                  <a:schemeClr val="dk1"/>
                </a:solidFill>
                <a:highlight>
                  <a:srgbClr val="FFFFFF"/>
                </a:highlight>
                <a:latin typeface="Courier New"/>
                <a:ea typeface="Courier New"/>
                <a:cs typeface="Courier New"/>
                <a:sym typeface="Courier New"/>
              </a:rPr>
              <a:t>torch.Tensor</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i="1">
                <a:solidFill>
                  <a:srgbClr val="8C8C8C"/>
                </a:solidFill>
                <a:highlight>
                  <a:srgbClr val="FFFFFF"/>
                </a:highlight>
                <a:latin typeface="Courier New"/>
                <a:ea typeface="Courier New"/>
                <a:cs typeface="Courier New"/>
                <a:sym typeface="Courier New"/>
              </a:rPr>
              <a:t>"""</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Forward pass for self-attention.</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Args:</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x (Tensor): Input tensor of shape (batch_size, seq_len, embed_dim).</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mask (Tensor, optional): Attention mask of shape (batch_size, 1, 1, seq_len),</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where 0 indicates positions to mask.</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Returns:</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Tensor: Output tensor of shape (batch_size, seq_len, embed_dim).</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batch_size</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seq_len</a:t>
            </a:r>
            <a:r>
              <a:rPr lang="ru" sz="700">
                <a:solidFill>
                  <a:srgbClr val="080808"/>
                </a:solidFill>
                <a:highlight>
                  <a:srgbClr val="FFFFFF"/>
                </a:highlight>
                <a:latin typeface="Courier New"/>
                <a:ea typeface="Courier New"/>
                <a:cs typeface="Courier New"/>
                <a:sym typeface="Courier New"/>
              </a:rPr>
              <a:t>, _ = </a:t>
            </a:r>
            <a:r>
              <a:rPr lang="ru" sz="700">
                <a:solidFill>
                  <a:schemeClr val="dk1"/>
                </a:solidFill>
                <a:highlight>
                  <a:srgbClr val="FFFFFF"/>
                </a:highlight>
                <a:latin typeface="Courier New"/>
                <a:ea typeface="Courier New"/>
                <a:cs typeface="Courier New"/>
                <a:sym typeface="Courier New"/>
              </a:rPr>
              <a:t>x</a:t>
            </a:r>
            <a:r>
              <a:rPr lang="ru" sz="700">
                <a:solidFill>
                  <a:srgbClr val="080808"/>
                </a:solidFill>
                <a:highlight>
                  <a:srgbClr val="FFFFFF"/>
                </a:highlight>
                <a:latin typeface="Courier New"/>
                <a:ea typeface="Courier New"/>
                <a:cs typeface="Courier New"/>
                <a:sym typeface="Courier New"/>
              </a:rPr>
              <a:t>.size()</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i="1">
                <a:solidFill>
                  <a:srgbClr val="8C8C8C"/>
                </a:solidFill>
                <a:highlight>
                  <a:srgbClr val="FFFFFF"/>
                </a:highlight>
                <a:latin typeface="Courier New"/>
                <a:ea typeface="Courier New"/>
                <a:cs typeface="Courier New"/>
                <a:sym typeface="Courier New"/>
              </a:rPr>
              <a:t># Compute Q, K, V</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Q </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.q_lin(</a:t>
            </a:r>
            <a:r>
              <a:rPr lang="ru" sz="700">
                <a:solidFill>
                  <a:schemeClr val="dk1"/>
                </a:solidFill>
                <a:highlight>
                  <a:srgbClr val="FFFFFF"/>
                </a:highlight>
                <a:latin typeface="Courier New"/>
                <a:ea typeface="Courier New"/>
                <a:cs typeface="Courier New"/>
                <a:sym typeface="Courier New"/>
              </a:rPr>
              <a:t>x</a:t>
            </a:r>
            <a:r>
              <a:rPr lang="ru" sz="700">
                <a:solidFill>
                  <a:srgbClr val="080808"/>
                </a:solidFill>
                <a:highlight>
                  <a:srgbClr val="FFFFFF"/>
                </a:highlight>
                <a:latin typeface="Courier New"/>
                <a:ea typeface="Courier New"/>
                <a:cs typeface="Courier New"/>
                <a:sym typeface="Courier New"/>
              </a:rPr>
              <a:t>)  </a:t>
            </a:r>
            <a:r>
              <a:rPr lang="ru" sz="700" i="1">
                <a:solidFill>
                  <a:srgbClr val="8C8C8C"/>
                </a:solidFill>
                <a:highlight>
                  <a:srgbClr val="FFFFFF"/>
                </a:highlight>
                <a:latin typeface="Courier New"/>
                <a:ea typeface="Courier New"/>
                <a:cs typeface="Courier New"/>
                <a:sym typeface="Courier New"/>
              </a:rPr>
              <a:t># (batch_size, seq_len, embed_dim)</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K </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.k_lin(</a:t>
            </a:r>
            <a:r>
              <a:rPr lang="ru" sz="700">
                <a:solidFill>
                  <a:schemeClr val="dk1"/>
                </a:solidFill>
                <a:highlight>
                  <a:srgbClr val="FFFFFF"/>
                </a:highlight>
                <a:latin typeface="Courier New"/>
                <a:ea typeface="Courier New"/>
                <a:cs typeface="Courier New"/>
                <a:sym typeface="Courier New"/>
              </a:rPr>
              <a:t>x</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V </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.v_lin(</a:t>
            </a:r>
            <a:r>
              <a:rPr lang="ru" sz="700">
                <a:solidFill>
                  <a:schemeClr val="dk1"/>
                </a:solidFill>
                <a:highlight>
                  <a:srgbClr val="FFFFFF"/>
                </a:highlight>
                <a:latin typeface="Courier New"/>
                <a:ea typeface="Courier New"/>
                <a:cs typeface="Courier New"/>
                <a:sym typeface="Courier New"/>
              </a:rPr>
              <a:t>x</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i="1">
                <a:solidFill>
                  <a:srgbClr val="8C8C8C"/>
                </a:solidFill>
                <a:highlight>
                  <a:srgbClr val="FFFFFF"/>
                </a:highlight>
                <a:latin typeface="Courier New"/>
                <a:ea typeface="Courier New"/>
                <a:cs typeface="Courier New"/>
                <a:sym typeface="Courier New"/>
              </a:rPr>
              <a:t># Split into heads and transpose for attention computation</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Q </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Q</a:t>
            </a:r>
            <a:r>
              <a:rPr lang="ru" sz="700">
                <a:solidFill>
                  <a:srgbClr val="080808"/>
                </a:solidFill>
                <a:highlight>
                  <a:srgbClr val="FFFFFF"/>
                </a:highlight>
                <a:latin typeface="Courier New"/>
                <a:ea typeface="Courier New"/>
                <a:cs typeface="Courier New"/>
                <a:sym typeface="Courier New"/>
              </a:rPr>
              <a:t>.view(</a:t>
            </a:r>
            <a:r>
              <a:rPr lang="ru" sz="700">
                <a:solidFill>
                  <a:schemeClr val="dk1"/>
                </a:solidFill>
                <a:highlight>
                  <a:srgbClr val="FFFFFF"/>
                </a:highlight>
                <a:latin typeface="Courier New"/>
                <a:ea typeface="Courier New"/>
                <a:cs typeface="Courier New"/>
                <a:sym typeface="Courier New"/>
              </a:rPr>
              <a:t>batch_size</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seq_len</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.num_heads,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.head_dim).transpose(</a:t>
            </a:r>
            <a:r>
              <a:rPr lang="ru" sz="700">
                <a:solidFill>
                  <a:srgbClr val="1750EB"/>
                </a:solidFill>
                <a:highlight>
                  <a:srgbClr val="FFFFFF"/>
                </a:highlight>
                <a:latin typeface="Courier New"/>
                <a:ea typeface="Courier New"/>
                <a:cs typeface="Courier New"/>
                <a:sym typeface="Courier New"/>
              </a:rPr>
              <a:t>1</a:t>
            </a:r>
            <a:r>
              <a:rPr lang="ru" sz="700">
                <a:solidFill>
                  <a:srgbClr val="080808"/>
                </a:solidFill>
                <a:highlight>
                  <a:srgbClr val="FFFFFF"/>
                </a:highlight>
                <a:latin typeface="Courier New"/>
                <a:ea typeface="Courier New"/>
                <a:cs typeface="Courier New"/>
                <a:sym typeface="Courier New"/>
              </a:rPr>
              <a:t>, </a:t>
            </a:r>
            <a:r>
              <a:rPr lang="ru" sz="700">
                <a:solidFill>
                  <a:srgbClr val="1750EB"/>
                </a:solidFill>
                <a:highlight>
                  <a:srgbClr val="FFFFFF"/>
                </a:highlight>
                <a:latin typeface="Courier New"/>
                <a:ea typeface="Courier New"/>
                <a:cs typeface="Courier New"/>
                <a:sym typeface="Courier New"/>
              </a:rPr>
              <a:t>2</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K </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K</a:t>
            </a:r>
            <a:r>
              <a:rPr lang="ru" sz="700">
                <a:solidFill>
                  <a:srgbClr val="080808"/>
                </a:solidFill>
                <a:highlight>
                  <a:srgbClr val="FFFFFF"/>
                </a:highlight>
                <a:latin typeface="Courier New"/>
                <a:ea typeface="Courier New"/>
                <a:cs typeface="Courier New"/>
                <a:sym typeface="Courier New"/>
              </a:rPr>
              <a:t>.view(</a:t>
            </a:r>
            <a:r>
              <a:rPr lang="ru" sz="700">
                <a:solidFill>
                  <a:schemeClr val="dk1"/>
                </a:solidFill>
                <a:highlight>
                  <a:srgbClr val="FFFFFF"/>
                </a:highlight>
                <a:latin typeface="Courier New"/>
                <a:ea typeface="Courier New"/>
                <a:cs typeface="Courier New"/>
                <a:sym typeface="Courier New"/>
              </a:rPr>
              <a:t>batch_size</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seq_len</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.num_heads,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.head_dim).transpose(</a:t>
            </a:r>
            <a:r>
              <a:rPr lang="ru" sz="700">
                <a:solidFill>
                  <a:srgbClr val="1750EB"/>
                </a:solidFill>
                <a:highlight>
                  <a:srgbClr val="FFFFFF"/>
                </a:highlight>
                <a:latin typeface="Courier New"/>
                <a:ea typeface="Courier New"/>
                <a:cs typeface="Courier New"/>
                <a:sym typeface="Courier New"/>
              </a:rPr>
              <a:t>1</a:t>
            </a:r>
            <a:r>
              <a:rPr lang="ru" sz="700">
                <a:solidFill>
                  <a:srgbClr val="080808"/>
                </a:solidFill>
                <a:highlight>
                  <a:srgbClr val="FFFFFF"/>
                </a:highlight>
                <a:latin typeface="Courier New"/>
                <a:ea typeface="Courier New"/>
                <a:cs typeface="Courier New"/>
                <a:sym typeface="Courier New"/>
              </a:rPr>
              <a:t>, </a:t>
            </a:r>
            <a:r>
              <a:rPr lang="ru" sz="700">
                <a:solidFill>
                  <a:srgbClr val="1750EB"/>
                </a:solidFill>
                <a:highlight>
                  <a:srgbClr val="FFFFFF"/>
                </a:highlight>
                <a:latin typeface="Courier New"/>
                <a:ea typeface="Courier New"/>
                <a:cs typeface="Courier New"/>
                <a:sym typeface="Courier New"/>
              </a:rPr>
              <a:t>2</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V </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V</a:t>
            </a:r>
            <a:r>
              <a:rPr lang="ru" sz="700">
                <a:solidFill>
                  <a:srgbClr val="080808"/>
                </a:solidFill>
                <a:highlight>
                  <a:srgbClr val="FFFFFF"/>
                </a:highlight>
                <a:latin typeface="Courier New"/>
                <a:ea typeface="Courier New"/>
                <a:cs typeface="Courier New"/>
                <a:sym typeface="Courier New"/>
              </a:rPr>
              <a:t>.view(</a:t>
            </a:r>
            <a:r>
              <a:rPr lang="ru" sz="700">
                <a:solidFill>
                  <a:schemeClr val="dk1"/>
                </a:solidFill>
                <a:highlight>
                  <a:srgbClr val="FFFFFF"/>
                </a:highlight>
                <a:latin typeface="Courier New"/>
                <a:ea typeface="Courier New"/>
                <a:cs typeface="Courier New"/>
                <a:sym typeface="Courier New"/>
              </a:rPr>
              <a:t>batch_size</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seq_len</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.num_heads,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.head_dim).transpose(</a:t>
            </a:r>
            <a:r>
              <a:rPr lang="ru" sz="700">
                <a:solidFill>
                  <a:srgbClr val="1750EB"/>
                </a:solidFill>
                <a:highlight>
                  <a:srgbClr val="FFFFFF"/>
                </a:highlight>
                <a:latin typeface="Courier New"/>
                <a:ea typeface="Courier New"/>
                <a:cs typeface="Courier New"/>
                <a:sym typeface="Courier New"/>
              </a:rPr>
              <a:t>1</a:t>
            </a:r>
            <a:r>
              <a:rPr lang="ru" sz="700">
                <a:solidFill>
                  <a:srgbClr val="080808"/>
                </a:solidFill>
                <a:highlight>
                  <a:srgbClr val="FFFFFF"/>
                </a:highlight>
                <a:latin typeface="Courier New"/>
                <a:ea typeface="Courier New"/>
                <a:cs typeface="Courier New"/>
                <a:sym typeface="Courier New"/>
              </a:rPr>
              <a:t>, </a:t>
            </a:r>
            <a:r>
              <a:rPr lang="ru" sz="700">
                <a:solidFill>
                  <a:srgbClr val="1750EB"/>
                </a:solidFill>
                <a:highlight>
                  <a:srgbClr val="FFFFFF"/>
                </a:highlight>
                <a:latin typeface="Courier New"/>
                <a:ea typeface="Courier New"/>
                <a:cs typeface="Courier New"/>
                <a:sym typeface="Courier New"/>
              </a:rPr>
              <a:t>2</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i="1">
                <a:solidFill>
                  <a:srgbClr val="8C8C8C"/>
                </a:solidFill>
                <a:highlight>
                  <a:srgbClr val="FFFFFF"/>
                </a:highlight>
                <a:latin typeface="Courier New"/>
                <a:ea typeface="Courier New"/>
                <a:cs typeface="Courier New"/>
                <a:sym typeface="Courier New"/>
              </a:rPr>
              <a:t># Scaled dot-product attention</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scores </a:t>
            </a:r>
            <a:r>
              <a:rPr lang="ru" sz="700">
                <a:solidFill>
                  <a:srgbClr val="080808"/>
                </a:solidFill>
                <a:highlight>
                  <a:srgbClr val="FFFFFF"/>
                </a:highlight>
                <a:latin typeface="Courier New"/>
                <a:ea typeface="Courier New"/>
                <a:cs typeface="Courier New"/>
                <a:sym typeface="Courier New"/>
              </a:rPr>
              <a:t>= torch.matmul(</a:t>
            </a:r>
            <a:r>
              <a:rPr lang="ru" sz="700">
                <a:solidFill>
                  <a:schemeClr val="dk1"/>
                </a:solidFill>
                <a:highlight>
                  <a:srgbClr val="FFFFFF"/>
                </a:highlight>
                <a:latin typeface="Courier New"/>
                <a:ea typeface="Courier New"/>
                <a:cs typeface="Courier New"/>
                <a:sym typeface="Courier New"/>
              </a:rPr>
              <a:t>Q</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K</a:t>
            </a:r>
            <a:r>
              <a:rPr lang="ru" sz="700">
                <a:solidFill>
                  <a:srgbClr val="080808"/>
                </a:solidFill>
                <a:highlight>
                  <a:srgbClr val="FFFFFF"/>
                </a:highlight>
                <a:latin typeface="Courier New"/>
                <a:ea typeface="Courier New"/>
                <a:cs typeface="Courier New"/>
                <a:sym typeface="Courier New"/>
              </a:rPr>
              <a:t>.transpose(-</a:t>
            </a:r>
            <a:r>
              <a:rPr lang="ru" sz="700">
                <a:solidFill>
                  <a:srgbClr val="1750EB"/>
                </a:solidFill>
                <a:highlight>
                  <a:srgbClr val="FFFFFF"/>
                </a:highlight>
                <a:latin typeface="Courier New"/>
                <a:ea typeface="Courier New"/>
                <a:cs typeface="Courier New"/>
                <a:sym typeface="Courier New"/>
              </a:rPr>
              <a:t>2</a:t>
            </a:r>
            <a:r>
              <a:rPr lang="ru" sz="700">
                <a:solidFill>
                  <a:srgbClr val="080808"/>
                </a:solidFill>
                <a:highlight>
                  <a:srgbClr val="FFFFFF"/>
                </a:highlight>
                <a:latin typeface="Courier New"/>
                <a:ea typeface="Courier New"/>
                <a:cs typeface="Courier New"/>
                <a:sym typeface="Courier New"/>
              </a:rPr>
              <a:t>, -</a:t>
            </a:r>
            <a:r>
              <a:rPr lang="ru" sz="700">
                <a:solidFill>
                  <a:srgbClr val="1750EB"/>
                </a:solidFill>
                <a:highlight>
                  <a:srgbClr val="FFFFFF"/>
                </a:highlight>
                <a:latin typeface="Courier New"/>
                <a:ea typeface="Courier New"/>
                <a:cs typeface="Courier New"/>
                <a:sym typeface="Courier New"/>
              </a:rPr>
              <a:t>1</a:t>
            </a:r>
            <a:r>
              <a:rPr lang="ru" sz="700">
                <a:solidFill>
                  <a:srgbClr val="080808"/>
                </a:solidFill>
                <a:highlight>
                  <a:srgbClr val="FFFFFF"/>
                </a:highlight>
                <a:latin typeface="Courier New"/>
                <a:ea typeface="Courier New"/>
                <a:cs typeface="Courier New"/>
                <a:sym typeface="Courier New"/>
              </a:rPr>
              <a:t>)) / math.sqrt(</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.head_dim)</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rgbClr val="0033B3"/>
                </a:solidFill>
                <a:highlight>
                  <a:srgbClr val="FFFFFF"/>
                </a:highlight>
                <a:latin typeface="Courier New"/>
                <a:ea typeface="Courier New"/>
                <a:cs typeface="Courier New"/>
                <a:sym typeface="Courier New"/>
              </a:rPr>
              <a:t>if </a:t>
            </a:r>
            <a:r>
              <a:rPr lang="ru" sz="700">
                <a:solidFill>
                  <a:schemeClr val="dk1"/>
                </a:solidFill>
                <a:highlight>
                  <a:srgbClr val="FFFFFF"/>
                </a:highlight>
                <a:latin typeface="Courier New"/>
                <a:ea typeface="Courier New"/>
                <a:cs typeface="Courier New"/>
                <a:sym typeface="Courier New"/>
              </a:rPr>
              <a:t>mask </a:t>
            </a:r>
            <a:r>
              <a:rPr lang="ru" sz="700">
                <a:solidFill>
                  <a:srgbClr val="0033B3"/>
                </a:solidFill>
                <a:highlight>
                  <a:srgbClr val="FFFFFF"/>
                </a:highlight>
                <a:latin typeface="Courier New"/>
                <a:ea typeface="Courier New"/>
                <a:cs typeface="Courier New"/>
                <a:sym typeface="Courier New"/>
              </a:rPr>
              <a:t>is not None</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scores </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scores</a:t>
            </a:r>
            <a:r>
              <a:rPr lang="ru" sz="700">
                <a:solidFill>
                  <a:srgbClr val="080808"/>
                </a:solidFill>
                <a:highlight>
                  <a:srgbClr val="FFFFFF"/>
                </a:highlight>
                <a:latin typeface="Courier New"/>
                <a:ea typeface="Courier New"/>
                <a:cs typeface="Courier New"/>
                <a:sym typeface="Courier New"/>
              </a:rPr>
              <a:t>.masked_fill(</a:t>
            </a:r>
            <a:r>
              <a:rPr lang="ru" sz="700">
                <a:solidFill>
                  <a:schemeClr val="dk1"/>
                </a:solidFill>
                <a:highlight>
                  <a:srgbClr val="FFFFFF"/>
                </a:highlight>
                <a:latin typeface="Courier New"/>
                <a:ea typeface="Courier New"/>
                <a:cs typeface="Courier New"/>
                <a:sym typeface="Courier New"/>
              </a:rPr>
              <a:t>mask </a:t>
            </a:r>
            <a:r>
              <a:rPr lang="ru" sz="700">
                <a:solidFill>
                  <a:srgbClr val="080808"/>
                </a:solidFill>
                <a:highlight>
                  <a:srgbClr val="FFFFFF"/>
                </a:highlight>
                <a:latin typeface="Courier New"/>
                <a:ea typeface="Courier New"/>
                <a:cs typeface="Courier New"/>
                <a:sym typeface="Courier New"/>
              </a:rPr>
              <a:t>== </a:t>
            </a:r>
            <a:r>
              <a:rPr lang="ru" sz="700">
                <a:solidFill>
                  <a:srgbClr val="1750EB"/>
                </a:solidFill>
                <a:highlight>
                  <a:srgbClr val="FFFFFF"/>
                </a:highlight>
                <a:latin typeface="Courier New"/>
                <a:ea typeface="Courier New"/>
                <a:cs typeface="Courier New"/>
                <a:sym typeface="Courier New"/>
              </a:rPr>
              <a:t>0</a:t>
            </a:r>
            <a:r>
              <a:rPr lang="ru" sz="700">
                <a:solidFill>
                  <a:srgbClr val="080808"/>
                </a:solidFill>
                <a:highlight>
                  <a:srgbClr val="FFFFFF"/>
                </a:highlight>
                <a:latin typeface="Courier New"/>
                <a:ea typeface="Courier New"/>
                <a:cs typeface="Courier New"/>
                <a:sym typeface="Courier New"/>
              </a:rPr>
              <a:t>, </a:t>
            </a:r>
            <a:r>
              <a:rPr lang="ru" sz="700">
                <a:solidFill>
                  <a:srgbClr val="000080"/>
                </a:solidFill>
                <a:highlight>
                  <a:srgbClr val="FFFFFF"/>
                </a:highlight>
                <a:latin typeface="Courier New"/>
                <a:ea typeface="Courier New"/>
                <a:cs typeface="Courier New"/>
                <a:sym typeface="Courier New"/>
              </a:rPr>
              <a:t>float</a:t>
            </a:r>
            <a:r>
              <a:rPr lang="ru" sz="700">
                <a:solidFill>
                  <a:srgbClr val="080808"/>
                </a:solidFill>
                <a:highlight>
                  <a:srgbClr val="FFFFFF"/>
                </a:highlight>
                <a:latin typeface="Courier New"/>
                <a:ea typeface="Courier New"/>
                <a:cs typeface="Courier New"/>
                <a:sym typeface="Courier New"/>
              </a:rPr>
              <a:t>(</a:t>
            </a:r>
            <a:r>
              <a:rPr lang="ru" sz="700">
                <a:solidFill>
                  <a:srgbClr val="067D17"/>
                </a:solidFill>
                <a:highlight>
                  <a:srgbClr val="FFFFFF"/>
                </a:highlight>
                <a:latin typeface="Courier New"/>
                <a:ea typeface="Courier New"/>
                <a:cs typeface="Courier New"/>
                <a:sym typeface="Courier New"/>
              </a:rPr>
              <a:t>'-inf'</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attn </a:t>
            </a:r>
            <a:r>
              <a:rPr lang="ru" sz="700">
                <a:solidFill>
                  <a:srgbClr val="080808"/>
                </a:solidFill>
                <a:highlight>
                  <a:srgbClr val="FFFFFF"/>
                </a:highlight>
                <a:latin typeface="Courier New"/>
                <a:ea typeface="Courier New"/>
                <a:cs typeface="Courier New"/>
                <a:sym typeface="Courier New"/>
              </a:rPr>
              <a:t>= torch.softmax(</a:t>
            </a:r>
            <a:r>
              <a:rPr lang="ru" sz="700">
                <a:solidFill>
                  <a:schemeClr val="dk1"/>
                </a:solidFill>
                <a:highlight>
                  <a:srgbClr val="FFFFFF"/>
                </a:highlight>
                <a:latin typeface="Courier New"/>
                <a:ea typeface="Courier New"/>
                <a:cs typeface="Courier New"/>
                <a:sym typeface="Courier New"/>
              </a:rPr>
              <a:t>scores</a:t>
            </a:r>
            <a:r>
              <a:rPr lang="ru" sz="700">
                <a:solidFill>
                  <a:srgbClr val="080808"/>
                </a:solidFill>
                <a:highlight>
                  <a:srgbClr val="FFFFFF"/>
                </a:highlight>
                <a:latin typeface="Courier New"/>
                <a:ea typeface="Courier New"/>
                <a:cs typeface="Courier New"/>
                <a:sym typeface="Courier New"/>
              </a:rPr>
              <a:t>, </a:t>
            </a:r>
            <a:r>
              <a:rPr lang="ru" sz="700">
                <a:solidFill>
                  <a:srgbClr val="660099"/>
                </a:solidFill>
                <a:highlight>
                  <a:srgbClr val="FFFFFF"/>
                </a:highlight>
                <a:latin typeface="Courier New"/>
                <a:ea typeface="Courier New"/>
                <a:cs typeface="Courier New"/>
                <a:sym typeface="Courier New"/>
              </a:rPr>
              <a:t>dim</a:t>
            </a:r>
            <a:r>
              <a:rPr lang="ru" sz="700">
                <a:solidFill>
                  <a:srgbClr val="080808"/>
                </a:solidFill>
                <a:highlight>
                  <a:srgbClr val="FFFFFF"/>
                </a:highlight>
                <a:latin typeface="Courier New"/>
                <a:ea typeface="Courier New"/>
                <a:cs typeface="Courier New"/>
                <a:sym typeface="Courier New"/>
              </a:rPr>
              <a:t>=-</a:t>
            </a:r>
            <a:r>
              <a:rPr lang="ru" sz="700">
                <a:solidFill>
                  <a:srgbClr val="1750EB"/>
                </a:solidFill>
                <a:highlight>
                  <a:srgbClr val="FFFFFF"/>
                </a:highlight>
                <a:latin typeface="Courier New"/>
                <a:ea typeface="Courier New"/>
                <a:cs typeface="Courier New"/>
                <a:sym typeface="Courier New"/>
              </a:rPr>
              <a:t>1</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attn </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.dropout(</a:t>
            </a:r>
            <a:r>
              <a:rPr lang="ru" sz="700">
                <a:solidFill>
                  <a:schemeClr val="dk1"/>
                </a:solidFill>
                <a:highlight>
                  <a:srgbClr val="FFFFFF"/>
                </a:highlight>
                <a:latin typeface="Courier New"/>
                <a:ea typeface="Courier New"/>
                <a:cs typeface="Courier New"/>
                <a:sym typeface="Courier New"/>
              </a:rPr>
              <a:t>attn</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i="1">
                <a:solidFill>
                  <a:srgbClr val="8C8C8C"/>
                </a:solidFill>
                <a:highlight>
                  <a:srgbClr val="FFFFFF"/>
                </a:highlight>
                <a:latin typeface="Courier New"/>
                <a:ea typeface="Courier New"/>
                <a:cs typeface="Courier New"/>
                <a:sym typeface="Courier New"/>
              </a:rPr>
              <a:t># Attention output</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out </a:t>
            </a:r>
            <a:r>
              <a:rPr lang="ru" sz="700">
                <a:solidFill>
                  <a:srgbClr val="080808"/>
                </a:solidFill>
                <a:highlight>
                  <a:srgbClr val="FFFFFF"/>
                </a:highlight>
                <a:latin typeface="Courier New"/>
                <a:ea typeface="Courier New"/>
                <a:cs typeface="Courier New"/>
                <a:sym typeface="Courier New"/>
              </a:rPr>
              <a:t>= torch.matmul(</a:t>
            </a:r>
            <a:r>
              <a:rPr lang="ru" sz="700">
                <a:solidFill>
                  <a:schemeClr val="dk1"/>
                </a:solidFill>
                <a:highlight>
                  <a:srgbClr val="FFFFFF"/>
                </a:highlight>
                <a:latin typeface="Courier New"/>
                <a:ea typeface="Courier New"/>
                <a:cs typeface="Courier New"/>
                <a:sym typeface="Courier New"/>
              </a:rPr>
              <a:t>attn</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V</a:t>
            </a:r>
            <a:r>
              <a:rPr lang="ru" sz="700">
                <a:solidFill>
                  <a:srgbClr val="080808"/>
                </a:solidFill>
                <a:highlight>
                  <a:srgbClr val="FFFFFF"/>
                </a:highlight>
                <a:latin typeface="Courier New"/>
                <a:ea typeface="Courier New"/>
                <a:cs typeface="Courier New"/>
                <a:sym typeface="Courier New"/>
              </a:rPr>
              <a:t>)  </a:t>
            </a:r>
            <a:r>
              <a:rPr lang="ru" sz="700" i="1">
                <a:solidFill>
                  <a:srgbClr val="8C8C8C"/>
                </a:solidFill>
                <a:highlight>
                  <a:srgbClr val="FFFFFF"/>
                </a:highlight>
                <a:latin typeface="Courier New"/>
                <a:ea typeface="Courier New"/>
                <a:cs typeface="Courier New"/>
                <a:sym typeface="Courier New"/>
              </a:rPr>
              <a:t># (batch_size, num_heads, seq_len, head_dim)</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 Concatenate heads and apply final linear layer</a:t>
            </a:r>
            <a:endParaRPr sz="700" i="1">
              <a:solidFill>
                <a:srgbClr val="8C8C8C"/>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i="1">
                <a:solidFill>
                  <a:srgbClr val="8C8C8C"/>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out </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out</a:t>
            </a:r>
            <a:r>
              <a:rPr lang="ru" sz="700">
                <a:solidFill>
                  <a:srgbClr val="080808"/>
                </a:solidFill>
                <a:highlight>
                  <a:srgbClr val="FFFFFF"/>
                </a:highlight>
                <a:latin typeface="Courier New"/>
                <a:ea typeface="Courier New"/>
                <a:cs typeface="Courier New"/>
                <a:sym typeface="Courier New"/>
              </a:rPr>
              <a:t>.transpose(</a:t>
            </a:r>
            <a:r>
              <a:rPr lang="ru" sz="700">
                <a:solidFill>
                  <a:srgbClr val="1750EB"/>
                </a:solidFill>
                <a:highlight>
                  <a:srgbClr val="FFFFFF"/>
                </a:highlight>
                <a:latin typeface="Courier New"/>
                <a:ea typeface="Courier New"/>
                <a:cs typeface="Courier New"/>
                <a:sym typeface="Courier New"/>
              </a:rPr>
              <a:t>1</a:t>
            </a:r>
            <a:r>
              <a:rPr lang="ru" sz="700">
                <a:solidFill>
                  <a:srgbClr val="080808"/>
                </a:solidFill>
                <a:highlight>
                  <a:srgbClr val="FFFFFF"/>
                </a:highlight>
                <a:latin typeface="Courier New"/>
                <a:ea typeface="Courier New"/>
                <a:cs typeface="Courier New"/>
                <a:sym typeface="Courier New"/>
              </a:rPr>
              <a:t>, </a:t>
            </a:r>
            <a:r>
              <a:rPr lang="ru" sz="700">
                <a:solidFill>
                  <a:srgbClr val="1750EB"/>
                </a:solidFill>
                <a:highlight>
                  <a:srgbClr val="FFFFFF"/>
                </a:highlight>
                <a:latin typeface="Courier New"/>
                <a:ea typeface="Courier New"/>
                <a:cs typeface="Courier New"/>
                <a:sym typeface="Courier New"/>
              </a:rPr>
              <a:t>2</a:t>
            </a:r>
            <a:r>
              <a:rPr lang="ru" sz="700">
                <a:solidFill>
                  <a:srgbClr val="080808"/>
                </a:solidFill>
                <a:highlight>
                  <a:srgbClr val="FFFFFF"/>
                </a:highlight>
                <a:latin typeface="Courier New"/>
                <a:ea typeface="Courier New"/>
                <a:cs typeface="Courier New"/>
                <a:sym typeface="Courier New"/>
              </a:rPr>
              <a:t>).contiguous().view(</a:t>
            </a:r>
            <a:r>
              <a:rPr lang="ru" sz="700">
                <a:solidFill>
                  <a:schemeClr val="dk1"/>
                </a:solidFill>
                <a:highlight>
                  <a:srgbClr val="FFFFFF"/>
                </a:highlight>
                <a:latin typeface="Courier New"/>
                <a:ea typeface="Courier New"/>
                <a:cs typeface="Courier New"/>
                <a:sym typeface="Courier New"/>
              </a:rPr>
              <a:t>batch_size</a:t>
            </a: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seq_len</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.embed_dim)</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chemeClr val="dk1"/>
                </a:solidFill>
                <a:highlight>
                  <a:srgbClr val="FFFFFF"/>
                </a:highlight>
                <a:latin typeface="Courier New"/>
                <a:ea typeface="Courier New"/>
                <a:cs typeface="Courier New"/>
                <a:sym typeface="Courier New"/>
              </a:rPr>
              <a:t>out </a:t>
            </a:r>
            <a:r>
              <a:rPr lang="ru" sz="700">
                <a:solidFill>
                  <a:srgbClr val="080808"/>
                </a:solidFill>
                <a:highlight>
                  <a:srgbClr val="FFFFFF"/>
                </a:highlight>
                <a:latin typeface="Courier New"/>
                <a:ea typeface="Courier New"/>
                <a:cs typeface="Courier New"/>
                <a:sym typeface="Courier New"/>
              </a:rPr>
              <a:t>= </a:t>
            </a:r>
            <a:r>
              <a:rPr lang="ru" sz="700">
                <a:solidFill>
                  <a:srgbClr val="94558D"/>
                </a:solidFill>
                <a:highlight>
                  <a:srgbClr val="FFFFFF"/>
                </a:highlight>
                <a:latin typeface="Courier New"/>
                <a:ea typeface="Courier New"/>
                <a:cs typeface="Courier New"/>
                <a:sym typeface="Courier New"/>
              </a:rPr>
              <a:t>self</a:t>
            </a:r>
            <a:r>
              <a:rPr lang="ru" sz="700">
                <a:solidFill>
                  <a:srgbClr val="080808"/>
                </a:solidFill>
                <a:highlight>
                  <a:srgbClr val="FFFFFF"/>
                </a:highlight>
                <a:latin typeface="Courier New"/>
                <a:ea typeface="Courier New"/>
                <a:cs typeface="Courier New"/>
                <a:sym typeface="Courier New"/>
              </a:rPr>
              <a:t>.out_lin(</a:t>
            </a:r>
            <a:r>
              <a:rPr lang="ru" sz="700">
                <a:solidFill>
                  <a:schemeClr val="dk1"/>
                </a:solidFill>
                <a:highlight>
                  <a:srgbClr val="FFFFFF"/>
                </a:highlight>
                <a:latin typeface="Courier New"/>
                <a:ea typeface="Courier New"/>
                <a:cs typeface="Courier New"/>
                <a:sym typeface="Courier New"/>
              </a:rPr>
              <a:t>out</a:t>
            </a:r>
            <a:r>
              <a:rPr lang="ru" sz="700">
                <a:solidFill>
                  <a:srgbClr val="080808"/>
                </a:solidFill>
                <a:highlight>
                  <a:srgbClr val="FFFFFF"/>
                </a:highlight>
                <a:latin typeface="Courier New"/>
                <a:ea typeface="Courier New"/>
                <a:cs typeface="Courier New"/>
                <a:sym typeface="Courier New"/>
              </a:rPr>
              <a:t>)</a:t>
            </a: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700">
              <a:solidFill>
                <a:srgbClr val="080808"/>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ru" sz="700">
                <a:solidFill>
                  <a:srgbClr val="080808"/>
                </a:solidFill>
                <a:highlight>
                  <a:srgbClr val="FFFFFF"/>
                </a:highlight>
                <a:latin typeface="Courier New"/>
                <a:ea typeface="Courier New"/>
                <a:cs typeface="Courier New"/>
                <a:sym typeface="Courier New"/>
              </a:rPr>
              <a:t>       </a:t>
            </a:r>
            <a:r>
              <a:rPr lang="ru" sz="700">
                <a:solidFill>
                  <a:srgbClr val="0033B3"/>
                </a:solidFill>
                <a:highlight>
                  <a:srgbClr val="FFFFFF"/>
                </a:highlight>
                <a:latin typeface="Courier New"/>
                <a:ea typeface="Courier New"/>
                <a:cs typeface="Courier New"/>
                <a:sym typeface="Courier New"/>
              </a:rPr>
              <a:t>return </a:t>
            </a:r>
            <a:r>
              <a:rPr lang="ru" sz="700">
                <a:solidFill>
                  <a:schemeClr val="dk1"/>
                </a:solidFill>
                <a:highlight>
                  <a:srgbClr val="FFFFFF"/>
                </a:highlight>
                <a:latin typeface="Courier New"/>
                <a:ea typeface="Courier New"/>
                <a:cs typeface="Courier New"/>
                <a:sym typeface="Courier New"/>
              </a:rPr>
              <a:t>out</a:t>
            </a:r>
            <a:endParaRPr sz="7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36ae3d6f989_0_114"/>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Multi-head attention</a:t>
            </a:r>
            <a:endParaRPr/>
          </a:p>
        </p:txBody>
      </p:sp>
      <p:sp>
        <p:nvSpPr>
          <p:cNvPr id="258" name="Google Shape;258;g36ae3d6f989_0_114"/>
          <p:cNvSpPr txBox="1">
            <a:spLocks noGrp="1"/>
          </p:cNvSpPr>
          <p:nvPr>
            <p:ph type="body" idx="1"/>
          </p:nvPr>
        </p:nvSpPr>
        <p:spPr>
          <a:xfrm>
            <a:off x="987635" y="1426624"/>
            <a:ext cx="4359300" cy="34035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15000"/>
              </a:lnSpc>
              <a:spcBef>
                <a:spcPts val="300"/>
              </a:spcBef>
              <a:spcAft>
                <a:spcPts val="0"/>
              </a:spcAft>
              <a:buNone/>
            </a:pPr>
            <a:r>
              <a:rPr lang="ru" sz="1717" b="1" dirty="0"/>
              <a:t>Разделение на головы</a:t>
            </a:r>
            <a:endParaRPr sz="1717" b="1" dirty="0"/>
          </a:p>
          <a:p>
            <a:pPr marL="0" lvl="0" indent="0" algn="l" rtl="0">
              <a:lnSpc>
                <a:spcPct val="115000"/>
              </a:lnSpc>
              <a:spcBef>
                <a:spcPts val="300"/>
              </a:spcBef>
              <a:spcAft>
                <a:spcPts val="0"/>
              </a:spcAft>
              <a:buNone/>
            </a:pPr>
            <a:r>
              <a:rPr lang="ru" sz="1717" dirty="0"/>
              <a:t>В Multi-Head Attention входные данные разделяются на несколько независимых групп (голов). В каждой голове выполняется отдельное внимание (self-attention), которое может улавливать разные аспекты взаимосвязей (например, один аспект может отслеживать синтаксические связи, другой — семантические).</a:t>
            </a:r>
            <a:endParaRPr sz="1717" dirty="0"/>
          </a:p>
          <a:p>
            <a:pPr marL="0" lvl="0" indent="0" algn="l" rtl="0">
              <a:lnSpc>
                <a:spcPct val="115000"/>
              </a:lnSpc>
              <a:spcBef>
                <a:spcPts val="300"/>
              </a:spcBef>
              <a:spcAft>
                <a:spcPts val="0"/>
              </a:spcAft>
              <a:buNone/>
            </a:pPr>
            <a:endParaRPr sz="1717" dirty="0"/>
          </a:p>
          <a:p>
            <a:pPr marL="0" lvl="0" indent="0" algn="l" rtl="0">
              <a:lnSpc>
                <a:spcPct val="115000"/>
              </a:lnSpc>
              <a:spcBef>
                <a:spcPts val="300"/>
              </a:spcBef>
              <a:spcAft>
                <a:spcPts val="0"/>
              </a:spcAft>
              <a:buNone/>
            </a:pPr>
            <a:r>
              <a:rPr lang="ru" sz="1717" b="1" dirty="0"/>
              <a:t>Параллельные Attention-вычисления</a:t>
            </a:r>
            <a:endParaRPr sz="1717" b="1" dirty="0"/>
          </a:p>
          <a:p>
            <a:pPr marL="0" lvl="0" indent="0" algn="l" rtl="0">
              <a:lnSpc>
                <a:spcPct val="115000"/>
              </a:lnSpc>
              <a:spcBef>
                <a:spcPts val="300"/>
              </a:spcBef>
              <a:spcAft>
                <a:spcPts val="0"/>
              </a:spcAft>
              <a:buNone/>
            </a:pPr>
            <a:r>
              <a:rPr lang="ru" sz="1717" dirty="0"/>
              <a:t>Каждый из этих голов обрабатывает запросы (Q), ключи (K) и значения (V) отдельно. В результате каждая голова находит свою уникальную структуру взаимосвязей, что позволяет учитывать больше разных контекстов для каждого слова.</a:t>
            </a:r>
            <a:endParaRPr sz="1717" dirty="0"/>
          </a:p>
          <a:p>
            <a:pPr marL="0" lvl="0" indent="0" algn="l" rtl="0">
              <a:lnSpc>
                <a:spcPct val="115000"/>
              </a:lnSpc>
              <a:spcBef>
                <a:spcPts val="300"/>
              </a:spcBef>
              <a:spcAft>
                <a:spcPts val="0"/>
              </a:spcAft>
              <a:buNone/>
            </a:pPr>
            <a:endParaRPr sz="1717" dirty="0"/>
          </a:p>
          <a:p>
            <a:pPr marL="0" lvl="0" indent="0" algn="l" rtl="0">
              <a:lnSpc>
                <a:spcPct val="115000"/>
              </a:lnSpc>
              <a:spcBef>
                <a:spcPts val="300"/>
              </a:spcBef>
              <a:spcAft>
                <a:spcPts val="0"/>
              </a:spcAft>
              <a:buNone/>
            </a:pPr>
            <a:r>
              <a:rPr lang="ru" sz="1717" b="1" dirty="0"/>
              <a:t>Объединение результатов</a:t>
            </a:r>
            <a:endParaRPr sz="1717" b="1" dirty="0"/>
          </a:p>
          <a:p>
            <a:pPr marL="0" lvl="0" indent="0" algn="l" rtl="0">
              <a:lnSpc>
                <a:spcPct val="115000"/>
              </a:lnSpc>
              <a:spcBef>
                <a:spcPts val="300"/>
              </a:spcBef>
              <a:spcAft>
                <a:spcPts val="0"/>
              </a:spcAft>
              <a:buNone/>
            </a:pPr>
            <a:r>
              <a:rPr lang="ru" sz="1717" dirty="0"/>
              <a:t>После обработки каждой головы их выходы объединяются и снова пропускаются через линейный слой, чтобы получить окончательное представление.</a:t>
            </a:r>
            <a:endParaRPr sz="1717" dirty="0"/>
          </a:p>
          <a:p>
            <a:pPr marL="0" lvl="0" indent="0" algn="l" rtl="0">
              <a:lnSpc>
                <a:spcPct val="115000"/>
              </a:lnSpc>
              <a:spcBef>
                <a:spcPts val="300"/>
              </a:spcBef>
              <a:spcAft>
                <a:spcPts val="0"/>
              </a:spcAft>
              <a:buNone/>
            </a:pPr>
            <a:endParaRPr sz="1717" dirty="0"/>
          </a:p>
        </p:txBody>
      </p:sp>
      <p:pic>
        <p:nvPicPr>
          <p:cNvPr id="259" name="Google Shape;259;g36ae3d6f989_0_114"/>
          <p:cNvPicPr preferRelativeResize="0"/>
          <p:nvPr/>
        </p:nvPicPr>
        <p:blipFill>
          <a:blip r:embed="rId3">
            <a:alphaModFix/>
          </a:blip>
          <a:stretch>
            <a:fillRect/>
          </a:stretch>
        </p:blipFill>
        <p:spPr>
          <a:xfrm>
            <a:off x="5208896" y="1579031"/>
            <a:ext cx="3935104" cy="2673245"/>
          </a:xfrm>
          <a:prstGeom prst="rect">
            <a:avLst/>
          </a:prstGeom>
          <a:noFill/>
          <a:ln>
            <a:noFill/>
          </a:ln>
        </p:spPr>
      </p:pic>
      <p:pic>
        <p:nvPicPr>
          <p:cNvPr id="260" name="Google Shape;260;g36ae3d6f989_0_114"/>
          <p:cNvPicPr preferRelativeResize="0"/>
          <p:nvPr/>
        </p:nvPicPr>
        <p:blipFill rotWithShape="1">
          <a:blip r:embed="rId4">
            <a:alphaModFix/>
          </a:blip>
          <a:srcRect/>
          <a:stretch/>
        </p:blipFill>
        <p:spPr>
          <a:xfrm>
            <a:off x="366914" y="1579031"/>
            <a:ext cx="620721" cy="620719"/>
          </a:xfrm>
          <a:prstGeom prst="rect">
            <a:avLst/>
          </a:prstGeom>
          <a:noFill/>
          <a:ln>
            <a:noFill/>
          </a:ln>
        </p:spPr>
      </p:pic>
      <p:pic>
        <p:nvPicPr>
          <p:cNvPr id="261" name="Google Shape;261;g36ae3d6f989_0_114"/>
          <p:cNvPicPr preferRelativeResize="0"/>
          <p:nvPr/>
        </p:nvPicPr>
        <p:blipFill rotWithShape="1">
          <a:blip r:embed="rId5">
            <a:alphaModFix/>
          </a:blip>
          <a:srcRect/>
          <a:stretch/>
        </p:blipFill>
        <p:spPr>
          <a:xfrm>
            <a:off x="325971" y="3976964"/>
            <a:ext cx="620721" cy="620719"/>
          </a:xfrm>
          <a:prstGeom prst="rect">
            <a:avLst/>
          </a:prstGeom>
          <a:noFill/>
          <a:ln>
            <a:noFill/>
          </a:ln>
        </p:spPr>
      </p:pic>
      <p:pic>
        <p:nvPicPr>
          <p:cNvPr id="262" name="Google Shape;262;g36ae3d6f989_0_114"/>
          <p:cNvPicPr preferRelativeResize="0"/>
          <p:nvPr/>
        </p:nvPicPr>
        <p:blipFill rotWithShape="1">
          <a:blip r:embed="rId6">
            <a:alphaModFix/>
          </a:blip>
          <a:srcRect/>
          <a:stretch/>
        </p:blipFill>
        <p:spPr>
          <a:xfrm>
            <a:off x="325971" y="2943751"/>
            <a:ext cx="620721" cy="62071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66"/>
        <p:cNvGrpSpPr/>
        <p:nvPr/>
      </p:nvGrpSpPr>
      <p:grpSpPr>
        <a:xfrm>
          <a:off x="0" y="0"/>
          <a:ext cx="0" cy="0"/>
          <a:chOff x="0" y="0"/>
          <a:chExt cx="0" cy="0"/>
        </a:xfrm>
      </p:grpSpPr>
      <p:sp>
        <p:nvSpPr>
          <p:cNvPr id="267" name="Google Shape;267;g36ae3d6f989_0_273"/>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Multi-head attention</a:t>
            </a:r>
            <a:endParaRPr/>
          </a:p>
        </p:txBody>
      </p:sp>
      <p:sp>
        <p:nvSpPr>
          <p:cNvPr id="268" name="Google Shape;268;g36ae3d6f989_0_273"/>
          <p:cNvSpPr txBox="1"/>
          <p:nvPr/>
        </p:nvSpPr>
        <p:spPr>
          <a:xfrm>
            <a:off x="500550" y="881300"/>
            <a:ext cx="8643600" cy="437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800" b="1">
                <a:solidFill>
                  <a:srgbClr val="007020"/>
                </a:solidFill>
                <a:latin typeface="Courier New"/>
                <a:ea typeface="Courier New"/>
                <a:cs typeface="Courier New"/>
                <a:sym typeface="Courier New"/>
              </a:rPr>
              <a:t>class</a:t>
            </a:r>
            <a:r>
              <a:rPr lang="ru" sz="800">
                <a:solidFill>
                  <a:schemeClr val="dk1"/>
                </a:solidFill>
                <a:latin typeface="Courier New"/>
                <a:ea typeface="Courier New"/>
                <a:cs typeface="Courier New"/>
                <a:sym typeface="Courier New"/>
              </a:rPr>
              <a:t> </a:t>
            </a:r>
            <a:r>
              <a:rPr lang="ru" sz="800" b="1">
                <a:solidFill>
                  <a:srgbClr val="0E84B5"/>
                </a:solidFill>
                <a:latin typeface="Courier New"/>
                <a:ea typeface="Courier New"/>
                <a:cs typeface="Courier New"/>
                <a:sym typeface="Courier New"/>
              </a:rPr>
              <a:t>MultiHeadAttention</a:t>
            </a:r>
            <a:r>
              <a:rPr lang="ru" sz="800">
                <a:solidFill>
                  <a:schemeClr val="dk1"/>
                </a:solidFill>
                <a:latin typeface="Courier New"/>
                <a:ea typeface="Courier New"/>
                <a:cs typeface="Courier New"/>
                <a:sym typeface="Courier New"/>
              </a:rPr>
              <a:t>(d2l.Module):  </a:t>
            </a:r>
            <a:r>
              <a:rPr lang="ru" sz="800" i="1">
                <a:solidFill>
                  <a:srgbClr val="60A0B0"/>
                </a:solidFill>
                <a:latin typeface="Courier New"/>
                <a:ea typeface="Courier New"/>
                <a:cs typeface="Courier New"/>
                <a:sym typeface="Courier New"/>
              </a:rPr>
              <a:t>#@save</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rgbClr val="BBBBBB"/>
                </a:solidFill>
                <a:latin typeface="Courier New"/>
                <a:ea typeface="Courier New"/>
                <a:cs typeface="Courier New"/>
                <a:sym typeface="Courier New"/>
              </a:rPr>
              <a:t>    </a:t>
            </a:r>
            <a:r>
              <a:rPr lang="ru" sz="800" i="1">
                <a:solidFill>
                  <a:srgbClr val="4070A0"/>
                </a:solidFill>
                <a:latin typeface="Courier New"/>
                <a:ea typeface="Courier New"/>
                <a:cs typeface="Courier New"/>
                <a:sym typeface="Courier New"/>
              </a:rPr>
              <a:t>"""Multi-head attention."""</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b="1">
                <a:solidFill>
                  <a:srgbClr val="007020"/>
                </a:solidFill>
                <a:latin typeface="Courier New"/>
                <a:ea typeface="Courier New"/>
                <a:cs typeface="Courier New"/>
                <a:sym typeface="Courier New"/>
              </a:rPr>
              <a:t>def</a:t>
            </a:r>
            <a:r>
              <a:rPr lang="ru" sz="800">
                <a:solidFill>
                  <a:schemeClr val="dk1"/>
                </a:solidFill>
                <a:latin typeface="Courier New"/>
                <a:ea typeface="Courier New"/>
                <a:cs typeface="Courier New"/>
                <a:sym typeface="Courier New"/>
              </a:rPr>
              <a:t> </a:t>
            </a:r>
            <a:r>
              <a:rPr lang="ru" sz="800">
                <a:solidFill>
                  <a:srgbClr val="06287E"/>
                </a:solidFill>
                <a:latin typeface="Courier New"/>
                <a:ea typeface="Courier New"/>
                <a:cs typeface="Courier New"/>
                <a:sym typeface="Courier New"/>
              </a:rPr>
              <a:t>__init__</a:t>
            </a:r>
            <a:r>
              <a:rPr lang="ru" sz="800">
                <a:solidFill>
                  <a:schemeClr val="dk1"/>
                </a:solidFill>
                <a:latin typeface="Courier New"/>
                <a:ea typeface="Courier New"/>
                <a:cs typeface="Courier New"/>
                <a:sym typeface="Courier New"/>
              </a:rPr>
              <a:t>(</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 num_hiddens, num_heads, dropout, bias=</a:t>
            </a:r>
            <a:r>
              <a:rPr lang="ru" sz="800" b="1">
                <a:solidFill>
                  <a:srgbClr val="007020"/>
                </a:solidFill>
                <a:latin typeface="Courier New"/>
                <a:ea typeface="Courier New"/>
                <a:cs typeface="Courier New"/>
                <a:sym typeface="Courier New"/>
              </a:rPr>
              <a:t>False</a:t>
            </a:r>
            <a:r>
              <a:rPr lang="ru" sz="800">
                <a:solidFill>
                  <a:schemeClr val="dk1"/>
                </a:solidFill>
                <a:latin typeface="Courier New"/>
                <a:ea typeface="Courier New"/>
                <a:cs typeface="Courier New"/>
                <a:sym typeface="Courier New"/>
              </a:rPr>
              <a:t>, **kwargs):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a:solidFill>
                  <a:srgbClr val="007020"/>
                </a:solidFill>
                <a:latin typeface="Courier New"/>
                <a:ea typeface="Courier New"/>
                <a:cs typeface="Courier New"/>
                <a:sym typeface="Courier New"/>
              </a:rPr>
              <a:t>super</a:t>
            </a:r>
            <a:r>
              <a:rPr lang="ru" sz="800">
                <a:solidFill>
                  <a:schemeClr val="dk1"/>
                </a:solidFill>
                <a:latin typeface="Courier New"/>
                <a:ea typeface="Courier New"/>
                <a:cs typeface="Courier New"/>
                <a:sym typeface="Courier New"/>
              </a:rPr>
              <a:t>().</a:t>
            </a:r>
            <a:r>
              <a:rPr lang="ru" sz="800">
                <a:solidFill>
                  <a:srgbClr val="06287E"/>
                </a:solidFill>
                <a:latin typeface="Courier New"/>
                <a:ea typeface="Courier New"/>
                <a:cs typeface="Courier New"/>
                <a:sym typeface="Courier New"/>
              </a:rPr>
              <a:t>__init__</a:t>
            </a:r>
            <a:r>
              <a:rPr lang="ru"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.num_heads = num_heads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.attention = d2l.DotProductAttention(dropout)</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.W_q = nn.LazyLinear(num_hiddens, bias=bias)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.W_k = nn.LazyLinear(num_hiddens, bias=bias)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.W_v = nn.LazyLinear(num_hiddens, bias=bias)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.W_o = nn.LazyLinear(num_hiddens, bias=bias)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b="1">
                <a:solidFill>
                  <a:srgbClr val="007020"/>
                </a:solidFill>
                <a:latin typeface="Courier New"/>
                <a:ea typeface="Courier New"/>
                <a:cs typeface="Courier New"/>
                <a:sym typeface="Courier New"/>
              </a:rPr>
              <a:t>def</a:t>
            </a:r>
            <a:r>
              <a:rPr lang="ru" sz="800">
                <a:solidFill>
                  <a:schemeClr val="dk1"/>
                </a:solidFill>
                <a:latin typeface="Courier New"/>
                <a:ea typeface="Courier New"/>
                <a:cs typeface="Courier New"/>
                <a:sym typeface="Courier New"/>
              </a:rPr>
              <a:t> </a:t>
            </a:r>
            <a:r>
              <a:rPr lang="ru" sz="800">
                <a:solidFill>
                  <a:srgbClr val="06287E"/>
                </a:solidFill>
                <a:latin typeface="Courier New"/>
                <a:ea typeface="Courier New"/>
                <a:cs typeface="Courier New"/>
                <a:sym typeface="Courier New"/>
              </a:rPr>
              <a:t>forward</a:t>
            </a:r>
            <a:r>
              <a:rPr lang="ru" sz="800">
                <a:solidFill>
                  <a:schemeClr val="dk1"/>
                </a:solidFill>
                <a:latin typeface="Courier New"/>
                <a:ea typeface="Courier New"/>
                <a:cs typeface="Courier New"/>
                <a:sym typeface="Courier New"/>
              </a:rPr>
              <a:t>(</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 queries, keys, values, valid_lens):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Shape of queries, keys, or values: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(batch_size, no. of queries or key-value pairs, num_hiddens)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Shape of valid_lens: (batch_size,) or (batch_size, no. of queries)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After transposing, shape of output queries, keys, or values: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(batch_size * num_heads, no. of queries or key-value pairs,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num_hiddens / num_heads)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queries =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.transpose_qkv(</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.W_q(queries))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keys =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.transpose_qkv(</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.W_k(keys))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values =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.transpose_qkv(</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.W_v(values))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b="1">
                <a:solidFill>
                  <a:srgbClr val="007020"/>
                </a:solidFill>
                <a:latin typeface="Courier New"/>
                <a:ea typeface="Courier New"/>
                <a:cs typeface="Courier New"/>
                <a:sym typeface="Courier New"/>
              </a:rPr>
              <a:t>if</a:t>
            </a:r>
            <a:r>
              <a:rPr lang="ru" sz="800">
                <a:solidFill>
                  <a:schemeClr val="dk1"/>
                </a:solidFill>
                <a:latin typeface="Courier New"/>
                <a:ea typeface="Courier New"/>
                <a:cs typeface="Courier New"/>
                <a:sym typeface="Courier New"/>
              </a:rPr>
              <a:t> valid_lens </a:t>
            </a:r>
            <a:r>
              <a:rPr lang="ru" sz="800" b="1">
                <a:solidFill>
                  <a:srgbClr val="007020"/>
                </a:solidFill>
                <a:latin typeface="Courier New"/>
                <a:ea typeface="Courier New"/>
                <a:cs typeface="Courier New"/>
                <a:sym typeface="Courier New"/>
              </a:rPr>
              <a:t>is</a:t>
            </a:r>
            <a:r>
              <a:rPr lang="ru" sz="800">
                <a:solidFill>
                  <a:schemeClr val="dk1"/>
                </a:solidFill>
                <a:latin typeface="Courier New"/>
                <a:ea typeface="Courier New"/>
                <a:cs typeface="Courier New"/>
                <a:sym typeface="Courier New"/>
              </a:rPr>
              <a:t> </a:t>
            </a:r>
            <a:r>
              <a:rPr lang="ru" sz="800" b="1">
                <a:solidFill>
                  <a:srgbClr val="007020"/>
                </a:solidFill>
                <a:latin typeface="Courier New"/>
                <a:ea typeface="Courier New"/>
                <a:cs typeface="Courier New"/>
                <a:sym typeface="Courier New"/>
              </a:rPr>
              <a:t>not</a:t>
            </a:r>
            <a:r>
              <a:rPr lang="ru" sz="800">
                <a:solidFill>
                  <a:schemeClr val="dk1"/>
                </a:solidFill>
                <a:latin typeface="Courier New"/>
                <a:ea typeface="Courier New"/>
                <a:cs typeface="Courier New"/>
                <a:sym typeface="Courier New"/>
              </a:rPr>
              <a:t> </a:t>
            </a:r>
            <a:r>
              <a:rPr lang="ru" sz="800" b="1">
                <a:solidFill>
                  <a:srgbClr val="007020"/>
                </a:solidFill>
                <a:latin typeface="Courier New"/>
                <a:ea typeface="Courier New"/>
                <a:cs typeface="Courier New"/>
                <a:sym typeface="Courier New"/>
              </a:rPr>
              <a:t>None</a:t>
            </a:r>
            <a:r>
              <a:rPr lang="ru"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On axis 0, copy the first item (scalar or vector) for num_heads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times, then copy the next item, and so on</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valid_lens = torch.repeat_interleave(</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valid_lens, repeats=</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.num_heads, dim=</a:t>
            </a:r>
            <a:r>
              <a:rPr lang="ru" sz="800">
                <a:solidFill>
                  <a:srgbClr val="40A070"/>
                </a:solidFill>
                <a:latin typeface="Courier New"/>
                <a:ea typeface="Courier New"/>
                <a:cs typeface="Courier New"/>
                <a:sym typeface="Courier New"/>
              </a:rPr>
              <a:t>0</a:t>
            </a:r>
            <a:r>
              <a:rPr lang="ru"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Shape of output: (batch_size * num_heads, no. of queries,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num_hiddens / num_heads)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output =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.attention(queries, keys, values, valid_lens)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a:t>
            </a:r>
            <a:r>
              <a:rPr lang="ru" sz="800" i="1">
                <a:solidFill>
                  <a:srgbClr val="60A0B0"/>
                </a:solidFill>
                <a:latin typeface="Courier New"/>
                <a:ea typeface="Courier New"/>
                <a:cs typeface="Courier New"/>
                <a:sym typeface="Courier New"/>
              </a:rPr>
              <a:t># Shape of output_concat: (batch_size, no. of queries, num_hiddens)</a:t>
            </a:r>
            <a:endParaRPr sz="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800">
                <a:solidFill>
                  <a:schemeClr val="dk1"/>
                </a:solidFill>
                <a:latin typeface="Courier New"/>
                <a:ea typeface="Courier New"/>
                <a:cs typeface="Courier New"/>
                <a:sym typeface="Courier New"/>
              </a:rPr>
              <a:t>        output_concat =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.transpose_output(output)</a:t>
            </a:r>
            <a:endParaRPr sz="8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800">
                <a:solidFill>
                  <a:schemeClr val="dk1"/>
                </a:solidFill>
                <a:latin typeface="Courier New"/>
                <a:ea typeface="Courier New"/>
                <a:cs typeface="Courier New"/>
                <a:sym typeface="Courier New"/>
              </a:rPr>
              <a:t>        </a:t>
            </a:r>
            <a:r>
              <a:rPr lang="ru" sz="800" b="1">
                <a:solidFill>
                  <a:srgbClr val="007020"/>
                </a:solidFill>
                <a:latin typeface="Courier New"/>
                <a:ea typeface="Courier New"/>
                <a:cs typeface="Courier New"/>
                <a:sym typeface="Courier New"/>
              </a:rPr>
              <a:t>return</a:t>
            </a:r>
            <a:r>
              <a:rPr lang="ru" sz="800">
                <a:solidFill>
                  <a:schemeClr val="dk1"/>
                </a:solidFill>
                <a:latin typeface="Courier New"/>
                <a:ea typeface="Courier New"/>
                <a:cs typeface="Courier New"/>
                <a:sym typeface="Courier New"/>
              </a:rPr>
              <a:t> </a:t>
            </a:r>
            <a:r>
              <a:rPr lang="ru" sz="800">
                <a:solidFill>
                  <a:srgbClr val="007020"/>
                </a:solidFill>
                <a:latin typeface="Courier New"/>
                <a:ea typeface="Courier New"/>
                <a:cs typeface="Courier New"/>
                <a:sym typeface="Courier New"/>
              </a:rPr>
              <a:t>self</a:t>
            </a:r>
            <a:r>
              <a:rPr lang="ru" sz="800">
                <a:solidFill>
                  <a:schemeClr val="dk1"/>
                </a:solidFill>
                <a:latin typeface="Courier New"/>
                <a:ea typeface="Courier New"/>
                <a:cs typeface="Courier New"/>
                <a:sym typeface="Courier New"/>
              </a:rPr>
              <a:t>.W_o(output_concat)</a:t>
            </a:r>
            <a:endParaRPr sz="800">
              <a:solidFill>
                <a:schemeClr val="dk1"/>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72"/>
        <p:cNvGrpSpPr/>
        <p:nvPr/>
      </p:nvGrpSpPr>
      <p:grpSpPr>
        <a:xfrm>
          <a:off x="0" y="0"/>
          <a:ext cx="0" cy="0"/>
          <a:chOff x="0" y="0"/>
          <a:chExt cx="0" cy="0"/>
        </a:xfrm>
      </p:grpSpPr>
      <p:sp>
        <p:nvSpPr>
          <p:cNvPr id="273" name="Google Shape;273;g36ae3d6f989_0_285"/>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Multi-head attention</a:t>
            </a:r>
            <a:endParaRPr/>
          </a:p>
        </p:txBody>
      </p:sp>
      <p:sp>
        <p:nvSpPr>
          <p:cNvPr id="274" name="Google Shape;274;g36ae3d6f989_0_285"/>
          <p:cNvSpPr txBox="1"/>
          <p:nvPr/>
        </p:nvSpPr>
        <p:spPr>
          <a:xfrm>
            <a:off x="500550" y="881300"/>
            <a:ext cx="8643600" cy="36774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900" b="1">
                <a:solidFill>
                  <a:schemeClr val="dk1"/>
                </a:solidFill>
                <a:latin typeface="Courier New"/>
                <a:ea typeface="Courier New"/>
                <a:cs typeface="Courier New"/>
                <a:sym typeface="Courier New"/>
              </a:rPr>
              <a:t>@d2l</a:t>
            </a:r>
            <a:r>
              <a:rPr lang="ru" sz="900">
                <a:solidFill>
                  <a:schemeClr val="dk1"/>
                </a:solidFill>
                <a:latin typeface="Courier New"/>
                <a:ea typeface="Courier New"/>
                <a:cs typeface="Courier New"/>
                <a:sym typeface="Courier New"/>
              </a:rPr>
              <a:t>.add_to_class(MultiHeadAttention)  </a:t>
            </a:r>
            <a:r>
              <a:rPr lang="ru" sz="900" i="1">
                <a:solidFill>
                  <a:srgbClr val="60A0B0"/>
                </a:solidFill>
                <a:latin typeface="Courier New"/>
                <a:ea typeface="Courier New"/>
                <a:cs typeface="Courier New"/>
                <a:sym typeface="Courier New"/>
              </a:rPr>
              <a:t>#@save</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b="1">
                <a:solidFill>
                  <a:srgbClr val="007020"/>
                </a:solidFill>
                <a:latin typeface="Courier New"/>
                <a:ea typeface="Courier New"/>
                <a:cs typeface="Courier New"/>
                <a:sym typeface="Courier New"/>
              </a:rPr>
              <a:t>def</a:t>
            </a:r>
            <a:r>
              <a:rPr lang="ru" sz="900">
                <a:solidFill>
                  <a:schemeClr val="dk1"/>
                </a:solidFill>
                <a:latin typeface="Courier New"/>
                <a:ea typeface="Courier New"/>
                <a:cs typeface="Courier New"/>
                <a:sym typeface="Courier New"/>
              </a:rPr>
              <a:t> </a:t>
            </a:r>
            <a:r>
              <a:rPr lang="ru" sz="900">
                <a:solidFill>
                  <a:srgbClr val="06287E"/>
                </a:solidFill>
                <a:latin typeface="Courier New"/>
                <a:ea typeface="Courier New"/>
                <a:cs typeface="Courier New"/>
                <a:sym typeface="Courier New"/>
              </a:rPr>
              <a:t>transpose_qkv</a:t>
            </a:r>
            <a:r>
              <a:rPr lang="ru" sz="900">
                <a:solidFill>
                  <a:schemeClr val="dk1"/>
                </a:solidFill>
                <a:latin typeface="Courier New"/>
                <a:ea typeface="Courier New"/>
                <a:cs typeface="Courier New"/>
                <a:sym typeface="Courier New"/>
              </a:rPr>
              <a:t>(</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 X):</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rgbClr val="BBBBBB"/>
                </a:solidFill>
                <a:latin typeface="Courier New"/>
                <a:ea typeface="Courier New"/>
                <a:cs typeface="Courier New"/>
                <a:sym typeface="Courier New"/>
              </a:rPr>
              <a:t>    </a:t>
            </a:r>
            <a:r>
              <a:rPr lang="ru" sz="900" i="1">
                <a:solidFill>
                  <a:srgbClr val="4070A0"/>
                </a:solidFill>
                <a:latin typeface="Courier New"/>
                <a:ea typeface="Courier New"/>
                <a:cs typeface="Courier New"/>
                <a:sym typeface="Courier New"/>
              </a:rPr>
              <a:t>"""Transposition for parallel computation of multiple attention heads."""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Shape of input X: (batch_size, no. of queries or key-value pairs,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num_hiddens). Shape of output X: (batch_size, no. of queries or</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key-value pairs, num_heads, num_hiddens / num_heads)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X = X.reshape(X.shape[</a:t>
            </a:r>
            <a:r>
              <a:rPr lang="ru" sz="900">
                <a:solidFill>
                  <a:srgbClr val="40A070"/>
                </a:solidFill>
                <a:latin typeface="Courier New"/>
                <a:ea typeface="Courier New"/>
                <a:cs typeface="Courier New"/>
                <a:sym typeface="Courier New"/>
              </a:rPr>
              <a:t>0</a:t>
            </a:r>
            <a:r>
              <a:rPr lang="ru" sz="900">
                <a:solidFill>
                  <a:schemeClr val="dk1"/>
                </a:solidFill>
                <a:latin typeface="Courier New"/>
                <a:ea typeface="Courier New"/>
                <a:cs typeface="Courier New"/>
                <a:sym typeface="Courier New"/>
              </a:rPr>
              <a:t>], X.shape[</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.num_heads, -</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Shape of output X: (batch_size, num_heads, no. of queries or key-value</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pairs, num_hiddens / num_heads)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X = X.permute(</a:t>
            </a:r>
            <a:r>
              <a:rPr lang="ru" sz="900">
                <a:solidFill>
                  <a:srgbClr val="40A070"/>
                </a:solidFill>
                <a:latin typeface="Courier New"/>
                <a:ea typeface="Courier New"/>
                <a:cs typeface="Courier New"/>
                <a:sym typeface="Courier New"/>
              </a:rPr>
              <a:t>0</a:t>
            </a:r>
            <a:r>
              <a:rPr lang="ru" sz="900">
                <a:solidFill>
                  <a:schemeClr val="dk1"/>
                </a:solidFill>
                <a:latin typeface="Courier New"/>
                <a:ea typeface="Courier New"/>
                <a:cs typeface="Courier New"/>
                <a:sym typeface="Courier New"/>
              </a:rPr>
              <a:t>, </a:t>
            </a:r>
            <a:r>
              <a:rPr lang="ru" sz="900">
                <a:solidFill>
                  <a:srgbClr val="40A070"/>
                </a:solidFill>
                <a:latin typeface="Courier New"/>
                <a:ea typeface="Courier New"/>
                <a:cs typeface="Courier New"/>
                <a:sym typeface="Courier New"/>
              </a:rPr>
              <a:t>2</a:t>
            </a:r>
            <a:r>
              <a:rPr lang="ru" sz="900">
                <a:solidFill>
                  <a:schemeClr val="dk1"/>
                </a:solidFill>
                <a:latin typeface="Courier New"/>
                <a:ea typeface="Courier New"/>
                <a:cs typeface="Courier New"/>
                <a:sym typeface="Courier New"/>
              </a:rPr>
              <a:t>, </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 </a:t>
            </a:r>
            <a:r>
              <a:rPr lang="ru" sz="900">
                <a:solidFill>
                  <a:srgbClr val="40A070"/>
                </a:solidFill>
                <a:latin typeface="Courier New"/>
                <a:ea typeface="Courier New"/>
                <a:cs typeface="Courier New"/>
                <a:sym typeface="Courier New"/>
              </a:rPr>
              <a:t>3</a:t>
            </a:r>
            <a:r>
              <a:rPr lang="ru"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Shape of output: (batch_size * num_heads, no. of queries or key-value</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pairs, num_hiddens / num_heads)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b="1">
                <a:solidFill>
                  <a:srgbClr val="007020"/>
                </a:solidFill>
                <a:latin typeface="Courier New"/>
                <a:ea typeface="Courier New"/>
                <a:cs typeface="Courier New"/>
                <a:sym typeface="Courier New"/>
              </a:rPr>
              <a:t>return</a:t>
            </a:r>
            <a:r>
              <a:rPr lang="ru" sz="900">
                <a:solidFill>
                  <a:schemeClr val="dk1"/>
                </a:solidFill>
                <a:latin typeface="Courier New"/>
                <a:ea typeface="Courier New"/>
                <a:cs typeface="Courier New"/>
                <a:sym typeface="Courier New"/>
              </a:rPr>
              <a:t> X.reshape(-</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 X.shape[</a:t>
            </a:r>
            <a:r>
              <a:rPr lang="ru" sz="900">
                <a:solidFill>
                  <a:srgbClr val="40A070"/>
                </a:solidFill>
                <a:latin typeface="Courier New"/>
                <a:ea typeface="Courier New"/>
                <a:cs typeface="Courier New"/>
                <a:sym typeface="Courier New"/>
              </a:rPr>
              <a:t>2</a:t>
            </a:r>
            <a:r>
              <a:rPr lang="ru" sz="900">
                <a:solidFill>
                  <a:schemeClr val="dk1"/>
                </a:solidFill>
                <a:latin typeface="Courier New"/>
                <a:ea typeface="Courier New"/>
                <a:cs typeface="Courier New"/>
                <a:sym typeface="Courier New"/>
              </a:rPr>
              <a:t>], X.shape[</a:t>
            </a:r>
            <a:r>
              <a:rPr lang="ru" sz="900">
                <a:solidFill>
                  <a:srgbClr val="40A070"/>
                </a:solidFill>
                <a:latin typeface="Courier New"/>
                <a:ea typeface="Courier New"/>
                <a:cs typeface="Courier New"/>
                <a:sym typeface="Courier New"/>
              </a:rPr>
              <a:t>3</a:t>
            </a:r>
            <a:r>
              <a:rPr lang="ru"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b="1">
                <a:solidFill>
                  <a:schemeClr val="dk1"/>
                </a:solidFill>
                <a:latin typeface="Courier New"/>
                <a:ea typeface="Courier New"/>
                <a:cs typeface="Courier New"/>
                <a:sym typeface="Courier New"/>
              </a:rPr>
              <a:t>@d2l</a:t>
            </a:r>
            <a:r>
              <a:rPr lang="ru" sz="900">
                <a:solidFill>
                  <a:schemeClr val="dk1"/>
                </a:solidFill>
                <a:latin typeface="Courier New"/>
                <a:ea typeface="Courier New"/>
                <a:cs typeface="Courier New"/>
                <a:sym typeface="Courier New"/>
              </a:rPr>
              <a:t>.add_to_class(MultiHeadAttention)  </a:t>
            </a:r>
            <a:r>
              <a:rPr lang="ru" sz="900" i="1">
                <a:solidFill>
                  <a:srgbClr val="60A0B0"/>
                </a:solidFill>
                <a:latin typeface="Courier New"/>
                <a:ea typeface="Courier New"/>
                <a:cs typeface="Courier New"/>
                <a:sym typeface="Courier New"/>
              </a:rPr>
              <a:t>#@save</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b="1">
                <a:solidFill>
                  <a:srgbClr val="007020"/>
                </a:solidFill>
                <a:latin typeface="Courier New"/>
                <a:ea typeface="Courier New"/>
                <a:cs typeface="Courier New"/>
                <a:sym typeface="Courier New"/>
              </a:rPr>
              <a:t>def</a:t>
            </a:r>
            <a:r>
              <a:rPr lang="ru" sz="900">
                <a:solidFill>
                  <a:schemeClr val="dk1"/>
                </a:solidFill>
                <a:latin typeface="Courier New"/>
                <a:ea typeface="Courier New"/>
                <a:cs typeface="Courier New"/>
                <a:sym typeface="Courier New"/>
              </a:rPr>
              <a:t> </a:t>
            </a:r>
            <a:r>
              <a:rPr lang="ru" sz="900">
                <a:solidFill>
                  <a:srgbClr val="06287E"/>
                </a:solidFill>
                <a:latin typeface="Courier New"/>
                <a:ea typeface="Courier New"/>
                <a:cs typeface="Courier New"/>
                <a:sym typeface="Courier New"/>
              </a:rPr>
              <a:t>transpose_output</a:t>
            </a:r>
            <a:r>
              <a:rPr lang="ru" sz="900">
                <a:solidFill>
                  <a:schemeClr val="dk1"/>
                </a:solidFill>
                <a:latin typeface="Courier New"/>
                <a:ea typeface="Courier New"/>
                <a:cs typeface="Courier New"/>
                <a:sym typeface="Courier New"/>
              </a:rPr>
              <a:t>(</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 X):</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rgbClr val="BBBBBB"/>
                </a:solidFill>
                <a:latin typeface="Courier New"/>
                <a:ea typeface="Courier New"/>
                <a:cs typeface="Courier New"/>
                <a:sym typeface="Courier New"/>
              </a:rPr>
              <a:t>    </a:t>
            </a:r>
            <a:r>
              <a:rPr lang="ru" sz="900" i="1">
                <a:solidFill>
                  <a:srgbClr val="4070A0"/>
                </a:solidFill>
                <a:latin typeface="Courier New"/>
                <a:ea typeface="Courier New"/>
                <a:cs typeface="Courier New"/>
                <a:sym typeface="Courier New"/>
              </a:rPr>
              <a:t>"""Reverse the operation of transpose_qkv."""</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X = X.reshape(-</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.num_heads, X.shape[</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 X.shape[</a:t>
            </a:r>
            <a:r>
              <a:rPr lang="ru" sz="900">
                <a:solidFill>
                  <a:srgbClr val="40A070"/>
                </a:solidFill>
                <a:latin typeface="Courier New"/>
                <a:ea typeface="Courier New"/>
                <a:cs typeface="Courier New"/>
                <a:sym typeface="Courier New"/>
              </a:rPr>
              <a:t>2</a:t>
            </a:r>
            <a:r>
              <a:rPr lang="ru"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X = X.permute(</a:t>
            </a:r>
            <a:r>
              <a:rPr lang="ru" sz="900">
                <a:solidFill>
                  <a:srgbClr val="40A070"/>
                </a:solidFill>
                <a:latin typeface="Courier New"/>
                <a:ea typeface="Courier New"/>
                <a:cs typeface="Courier New"/>
                <a:sym typeface="Courier New"/>
              </a:rPr>
              <a:t>0</a:t>
            </a:r>
            <a:r>
              <a:rPr lang="ru" sz="900">
                <a:solidFill>
                  <a:schemeClr val="dk1"/>
                </a:solidFill>
                <a:latin typeface="Courier New"/>
                <a:ea typeface="Courier New"/>
                <a:cs typeface="Courier New"/>
                <a:sym typeface="Courier New"/>
              </a:rPr>
              <a:t>, </a:t>
            </a:r>
            <a:r>
              <a:rPr lang="ru" sz="900">
                <a:solidFill>
                  <a:srgbClr val="40A070"/>
                </a:solidFill>
                <a:latin typeface="Courier New"/>
                <a:ea typeface="Courier New"/>
                <a:cs typeface="Courier New"/>
                <a:sym typeface="Courier New"/>
              </a:rPr>
              <a:t>2</a:t>
            </a:r>
            <a:r>
              <a:rPr lang="ru" sz="900">
                <a:solidFill>
                  <a:schemeClr val="dk1"/>
                </a:solidFill>
                <a:latin typeface="Courier New"/>
                <a:ea typeface="Courier New"/>
                <a:cs typeface="Courier New"/>
                <a:sym typeface="Courier New"/>
              </a:rPr>
              <a:t>, </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 </a:t>
            </a:r>
            <a:r>
              <a:rPr lang="ru" sz="900">
                <a:solidFill>
                  <a:srgbClr val="40A070"/>
                </a:solidFill>
                <a:latin typeface="Courier New"/>
                <a:ea typeface="Courier New"/>
                <a:cs typeface="Courier New"/>
                <a:sym typeface="Courier New"/>
              </a:rPr>
              <a:t>3</a:t>
            </a:r>
            <a:r>
              <a:rPr lang="ru"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b="1">
                <a:solidFill>
                  <a:srgbClr val="007020"/>
                </a:solidFill>
                <a:latin typeface="Courier New"/>
                <a:ea typeface="Courier New"/>
                <a:cs typeface="Courier New"/>
                <a:sym typeface="Courier New"/>
              </a:rPr>
              <a:t>return</a:t>
            </a:r>
            <a:r>
              <a:rPr lang="ru" sz="900">
                <a:solidFill>
                  <a:schemeClr val="dk1"/>
                </a:solidFill>
                <a:latin typeface="Courier New"/>
                <a:ea typeface="Courier New"/>
                <a:cs typeface="Courier New"/>
                <a:sym typeface="Courier New"/>
              </a:rPr>
              <a:t> X.reshape(X.shape[</a:t>
            </a:r>
            <a:r>
              <a:rPr lang="ru" sz="900">
                <a:solidFill>
                  <a:srgbClr val="40A070"/>
                </a:solidFill>
                <a:latin typeface="Courier New"/>
                <a:ea typeface="Courier New"/>
                <a:cs typeface="Courier New"/>
                <a:sym typeface="Courier New"/>
              </a:rPr>
              <a:t>0</a:t>
            </a:r>
            <a:r>
              <a:rPr lang="ru" sz="900">
                <a:solidFill>
                  <a:schemeClr val="dk1"/>
                </a:solidFill>
                <a:latin typeface="Courier New"/>
                <a:ea typeface="Courier New"/>
                <a:cs typeface="Courier New"/>
                <a:sym typeface="Courier New"/>
              </a:rPr>
              <a:t>], X.shape[</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 -</a:t>
            </a:r>
            <a:r>
              <a:rPr lang="ru" sz="900">
                <a:solidFill>
                  <a:srgbClr val="40A070"/>
                </a:solidFill>
                <a:latin typeface="Courier New"/>
                <a:ea typeface="Courier New"/>
                <a:cs typeface="Courier New"/>
                <a:sym typeface="Courier New"/>
              </a:rPr>
              <a:t>1</a:t>
            </a:r>
            <a:r>
              <a:rPr lang="ru"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600" b="1">
              <a:solidFill>
                <a:srgbClr val="007020"/>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78"/>
        <p:cNvGrpSpPr/>
        <p:nvPr/>
      </p:nvGrpSpPr>
      <p:grpSpPr>
        <a:xfrm>
          <a:off x="0" y="0"/>
          <a:ext cx="0" cy="0"/>
          <a:chOff x="0" y="0"/>
          <a:chExt cx="0" cy="0"/>
        </a:xfrm>
      </p:grpSpPr>
      <p:sp>
        <p:nvSpPr>
          <p:cNvPr id="279" name="Google Shape;279;g36ae3d6f989_0_353"/>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Positional Encoding</a:t>
            </a:r>
            <a:endParaRPr/>
          </a:p>
        </p:txBody>
      </p:sp>
      <p:sp>
        <p:nvSpPr>
          <p:cNvPr id="280" name="Google Shape;280;g36ae3d6f989_0_353"/>
          <p:cNvSpPr txBox="1"/>
          <p:nvPr/>
        </p:nvSpPr>
        <p:spPr>
          <a:xfrm>
            <a:off x="500550" y="881300"/>
            <a:ext cx="8643600" cy="36480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1100" b="1">
                <a:solidFill>
                  <a:srgbClr val="007020"/>
                </a:solidFill>
                <a:latin typeface="Courier New"/>
                <a:ea typeface="Courier New"/>
                <a:cs typeface="Courier New"/>
                <a:sym typeface="Courier New"/>
              </a:rPr>
              <a:t>class</a:t>
            </a:r>
            <a:r>
              <a:rPr lang="ru" sz="1100">
                <a:solidFill>
                  <a:schemeClr val="dk1"/>
                </a:solidFill>
                <a:latin typeface="Courier New"/>
                <a:ea typeface="Courier New"/>
                <a:cs typeface="Courier New"/>
                <a:sym typeface="Courier New"/>
              </a:rPr>
              <a:t> </a:t>
            </a:r>
            <a:r>
              <a:rPr lang="ru" sz="1100" b="1">
                <a:solidFill>
                  <a:srgbClr val="0E84B5"/>
                </a:solidFill>
                <a:latin typeface="Courier New"/>
                <a:ea typeface="Courier New"/>
                <a:cs typeface="Courier New"/>
                <a:sym typeface="Courier New"/>
              </a:rPr>
              <a:t>PositionalEncoding</a:t>
            </a:r>
            <a:r>
              <a:rPr lang="ru" sz="1100">
                <a:solidFill>
                  <a:schemeClr val="dk1"/>
                </a:solidFill>
                <a:latin typeface="Courier New"/>
                <a:ea typeface="Courier New"/>
                <a:cs typeface="Courier New"/>
                <a:sym typeface="Courier New"/>
              </a:rPr>
              <a:t>(nn.Module):  </a:t>
            </a:r>
            <a:r>
              <a:rPr lang="ru" sz="1100" i="1">
                <a:solidFill>
                  <a:srgbClr val="60A0B0"/>
                </a:solidFill>
                <a:latin typeface="Courier New"/>
                <a:ea typeface="Courier New"/>
                <a:cs typeface="Courier New"/>
                <a:sym typeface="Courier New"/>
              </a:rPr>
              <a:t>#@save</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rgbClr val="BBBBBB"/>
                </a:solidFill>
                <a:latin typeface="Courier New"/>
                <a:ea typeface="Courier New"/>
                <a:cs typeface="Courier New"/>
                <a:sym typeface="Courier New"/>
              </a:rPr>
              <a:t>    </a:t>
            </a:r>
            <a:r>
              <a:rPr lang="ru" sz="1100" i="1">
                <a:solidFill>
                  <a:srgbClr val="4070A0"/>
                </a:solidFill>
                <a:latin typeface="Courier New"/>
                <a:ea typeface="Courier New"/>
                <a:cs typeface="Courier New"/>
                <a:sym typeface="Courier New"/>
              </a:rPr>
              <a:t>"""Positional encoding."""</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def</a:t>
            </a:r>
            <a:r>
              <a:rPr lang="ru" sz="1100">
                <a:solidFill>
                  <a:schemeClr val="dk1"/>
                </a:solidFill>
                <a:latin typeface="Courier New"/>
                <a:ea typeface="Courier New"/>
                <a:cs typeface="Courier New"/>
                <a:sym typeface="Courier New"/>
              </a:rPr>
              <a:t> </a:t>
            </a:r>
            <a:r>
              <a:rPr lang="ru" sz="1100">
                <a:solidFill>
                  <a:srgbClr val="06287E"/>
                </a:solidFill>
                <a:latin typeface="Courier New"/>
                <a:ea typeface="Courier New"/>
                <a:cs typeface="Courier New"/>
                <a:sym typeface="Courier New"/>
              </a:rPr>
              <a:t>__init__</a:t>
            </a:r>
            <a:r>
              <a:rPr lang="ru" sz="1100">
                <a:solidFill>
                  <a:schemeClr val="dk1"/>
                </a:solidFill>
                <a:latin typeface="Courier New"/>
                <a:ea typeface="Courier New"/>
                <a:cs typeface="Courier New"/>
                <a:sym typeface="Courier New"/>
              </a:rPr>
              <a:t>(</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 num_hiddens, dropout, max_len=</a:t>
            </a:r>
            <a:r>
              <a:rPr lang="ru" sz="1100">
                <a:solidFill>
                  <a:srgbClr val="40A070"/>
                </a:solidFill>
                <a:latin typeface="Courier New"/>
                <a:ea typeface="Courier New"/>
                <a:cs typeface="Courier New"/>
                <a:sym typeface="Courier New"/>
              </a:rPr>
              <a:t>1000</a:t>
            </a:r>
            <a:r>
              <a:rPr lang="ru"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super</a:t>
            </a:r>
            <a:r>
              <a:rPr lang="ru" sz="1100">
                <a:solidFill>
                  <a:schemeClr val="dk1"/>
                </a:solidFill>
                <a:latin typeface="Courier New"/>
                <a:ea typeface="Courier New"/>
                <a:cs typeface="Courier New"/>
                <a:sym typeface="Courier New"/>
              </a:rPr>
              <a:t>().</a:t>
            </a:r>
            <a:r>
              <a:rPr lang="ru" sz="1100">
                <a:solidFill>
                  <a:srgbClr val="06287E"/>
                </a:solidFill>
                <a:latin typeface="Courier New"/>
                <a:ea typeface="Courier New"/>
                <a:cs typeface="Courier New"/>
                <a:sym typeface="Courier New"/>
              </a:rPr>
              <a:t>__init__</a:t>
            </a:r>
            <a:r>
              <a:rPr lang="ru"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.dropout = nn.Dropout(dropout)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i="1">
                <a:solidFill>
                  <a:srgbClr val="60A0B0"/>
                </a:solidFill>
                <a:latin typeface="Courier New"/>
                <a:ea typeface="Courier New"/>
                <a:cs typeface="Courier New"/>
                <a:sym typeface="Courier New"/>
              </a:rPr>
              <a:t># Create a long enough P</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.P = torch.zeros((</a:t>
            </a:r>
            <a:r>
              <a:rPr lang="ru" sz="1100">
                <a:solidFill>
                  <a:srgbClr val="40A070"/>
                </a:solidFill>
                <a:latin typeface="Courier New"/>
                <a:ea typeface="Courier New"/>
                <a:cs typeface="Courier New"/>
                <a:sym typeface="Courier New"/>
              </a:rPr>
              <a:t>1</a:t>
            </a:r>
            <a:r>
              <a:rPr lang="ru" sz="1100">
                <a:solidFill>
                  <a:schemeClr val="dk1"/>
                </a:solidFill>
                <a:latin typeface="Courier New"/>
                <a:ea typeface="Courier New"/>
                <a:cs typeface="Courier New"/>
                <a:sym typeface="Courier New"/>
              </a:rPr>
              <a:t>, max_len, num_hiddens))</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X = torch.arange(max_len, dtype=torch.float32).reshape(</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40A070"/>
                </a:solidFill>
                <a:latin typeface="Courier New"/>
                <a:ea typeface="Courier New"/>
                <a:cs typeface="Courier New"/>
                <a:sym typeface="Courier New"/>
              </a:rPr>
              <a:t>1</a:t>
            </a:r>
            <a:r>
              <a:rPr lang="ru" sz="1100">
                <a:solidFill>
                  <a:schemeClr val="dk1"/>
                </a:solidFill>
                <a:latin typeface="Courier New"/>
                <a:ea typeface="Courier New"/>
                <a:cs typeface="Courier New"/>
                <a:sym typeface="Courier New"/>
              </a:rPr>
              <a:t>, </a:t>
            </a:r>
            <a:r>
              <a:rPr lang="ru" sz="1100">
                <a:solidFill>
                  <a:srgbClr val="40A070"/>
                </a:solidFill>
                <a:latin typeface="Courier New"/>
                <a:ea typeface="Courier New"/>
                <a:cs typeface="Courier New"/>
                <a:sym typeface="Courier New"/>
              </a:rPr>
              <a:t>1</a:t>
            </a:r>
            <a:r>
              <a:rPr lang="ru" sz="1100">
                <a:solidFill>
                  <a:schemeClr val="dk1"/>
                </a:solidFill>
                <a:latin typeface="Courier New"/>
                <a:ea typeface="Courier New"/>
                <a:cs typeface="Courier New"/>
                <a:sym typeface="Courier New"/>
              </a:rPr>
              <a:t>) / torch.pow(</a:t>
            </a:r>
            <a:r>
              <a:rPr lang="ru" sz="1100">
                <a:solidFill>
                  <a:srgbClr val="40A070"/>
                </a:solidFill>
                <a:latin typeface="Courier New"/>
                <a:ea typeface="Courier New"/>
                <a:cs typeface="Courier New"/>
                <a:sym typeface="Courier New"/>
              </a:rPr>
              <a:t>10000</a:t>
            </a:r>
            <a:r>
              <a:rPr lang="ru" sz="1100">
                <a:solidFill>
                  <a:schemeClr val="dk1"/>
                </a:solidFill>
                <a:latin typeface="Courier New"/>
                <a:ea typeface="Courier New"/>
                <a:cs typeface="Courier New"/>
                <a:sym typeface="Courier New"/>
              </a:rPr>
              <a:t>, torch.arange(</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40A070"/>
                </a:solidFill>
                <a:latin typeface="Courier New"/>
                <a:ea typeface="Courier New"/>
                <a:cs typeface="Courier New"/>
                <a:sym typeface="Courier New"/>
              </a:rPr>
              <a:t>0</a:t>
            </a:r>
            <a:r>
              <a:rPr lang="ru" sz="1100">
                <a:solidFill>
                  <a:schemeClr val="dk1"/>
                </a:solidFill>
                <a:latin typeface="Courier New"/>
                <a:ea typeface="Courier New"/>
                <a:cs typeface="Courier New"/>
                <a:sym typeface="Courier New"/>
              </a:rPr>
              <a:t>, num_hiddens, </a:t>
            </a:r>
            <a:r>
              <a:rPr lang="ru" sz="1100">
                <a:solidFill>
                  <a:srgbClr val="40A070"/>
                </a:solidFill>
                <a:latin typeface="Courier New"/>
                <a:ea typeface="Courier New"/>
                <a:cs typeface="Courier New"/>
                <a:sym typeface="Courier New"/>
              </a:rPr>
              <a:t>2</a:t>
            </a:r>
            <a:r>
              <a:rPr lang="ru" sz="1100">
                <a:solidFill>
                  <a:schemeClr val="dk1"/>
                </a:solidFill>
                <a:latin typeface="Courier New"/>
                <a:ea typeface="Courier New"/>
                <a:cs typeface="Courier New"/>
                <a:sym typeface="Courier New"/>
              </a:rPr>
              <a:t>, dtype=torch.float32) / num_hiddens)</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.P[:, :, </a:t>
            </a:r>
            <a:r>
              <a:rPr lang="ru" sz="1100">
                <a:solidFill>
                  <a:srgbClr val="40A070"/>
                </a:solidFill>
                <a:latin typeface="Courier New"/>
                <a:ea typeface="Courier New"/>
                <a:cs typeface="Courier New"/>
                <a:sym typeface="Courier New"/>
              </a:rPr>
              <a:t>0</a:t>
            </a:r>
            <a:r>
              <a:rPr lang="ru" sz="1100">
                <a:solidFill>
                  <a:schemeClr val="dk1"/>
                </a:solidFill>
                <a:latin typeface="Courier New"/>
                <a:ea typeface="Courier New"/>
                <a:cs typeface="Courier New"/>
                <a:sym typeface="Courier New"/>
              </a:rPr>
              <a:t>::</a:t>
            </a:r>
            <a:r>
              <a:rPr lang="ru" sz="1100">
                <a:solidFill>
                  <a:srgbClr val="40A070"/>
                </a:solidFill>
                <a:latin typeface="Courier New"/>
                <a:ea typeface="Courier New"/>
                <a:cs typeface="Courier New"/>
                <a:sym typeface="Courier New"/>
              </a:rPr>
              <a:t>2</a:t>
            </a:r>
            <a:r>
              <a:rPr lang="ru" sz="1100">
                <a:solidFill>
                  <a:schemeClr val="dk1"/>
                </a:solidFill>
                <a:latin typeface="Courier New"/>
                <a:ea typeface="Courier New"/>
                <a:cs typeface="Courier New"/>
                <a:sym typeface="Courier New"/>
              </a:rPr>
              <a:t>] = torch.sin(X)</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.P[:, :, </a:t>
            </a:r>
            <a:r>
              <a:rPr lang="ru" sz="1100">
                <a:solidFill>
                  <a:srgbClr val="40A070"/>
                </a:solidFill>
                <a:latin typeface="Courier New"/>
                <a:ea typeface="Courier New"/>
                <a:cs typeface="Courier New"/>
                <a:sym typeface="Courier New"/>
              </a:rPr>
              <a:t>1</a:t>
            </a:r>
            <a:r>
              <a:rPr lang="ru" sz="1100">
                <a:solidFill>
                  <a:schemeClr val="dk1"/>
                </a:solidFill>
                <a:latin typeface="Courier New"/>
                <a:ea typeface="Courier New"/>
                <a:cs typeface="Courier New"/>
                <a:sym typeface="Courier New"/>
              </a:rPr>
              <a:t>::</a:t>
            </a:r>
            <a:r>
              <a:rPr lang="ru" sz="1100">
                <a:solidFill>
                  <a:srgbClr val="40A070"/>
                </a:solidFill>
                <a:latin typeface="Courier New"/>
                <a:ea typeface="Courier New"/>
                <a:cs typeface="Courier New"/>
                <a:sym typeface="Courier New"/>
              </a:rPr>
              <a:t>2</a:t>
            </a:r>
            <a:r>
              <a:rPr lang="ru" sz="1100">
                <a:solidFill>
                  <a:schemeClr val="dk1"/>
                </a:solidFill>
                <a:latin typeface="Courier New"/>
                <a:ea typeface="Courier New"/>
                <a:cs typeface="Courier New"/>
                <a:sym typeface="Courier New"/>
              </a:rPr>
              <a:t>] = torch.cos(X)</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def</a:t>
            </a:r>
            <a:r>
              <a:rPr lang="ru" sz="1100">
                <a:solidFill>
                  <a:schemeClr val="dk1"/>
                </a:solidFill>
                <a:latin typeface="Courier New"/>
                <a:ea typeface="Courier New"/>
                <a:cs typeface="Courier New"/>
                <a:sym typeface="Courier New"/>
              </a:rPr>
              <a:t> </a:t>
            </a:r>
            <a:r>
              <a:rPr lang="ru" sz="1100">
                <a:solidFill>
                  <a:srgbClr val="06287E"/>
                </a:solidFill>
                <a:latin typeface="Courier New"/>
                <a:ea typeface="Courier New"/>
                <a:cs typeface="Courier New"/>
                <a:sym typeface="Courier New"/>
              </a:rPr>
              <a:t>forward</a:t>
            </a:r>
            <a:r>
              <a:rPr lang="ru" sz="1100">
                <a:solidFill>
                  <a:schemeClr val="dk1"/>
                </a:solidFill>
                <a:latin typeface="Courier New"/>
                <a:ea typeface="Courier New"/>
                <a:cs typeface="Courier New"/>
                <a:sym typeface="Courier New"/>
              </a:rPr>
              <a:t>(</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 X):</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X = X +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.P[:, :X.shape[</a:t>
            </a:r>
            <a:r>
              <a:rPr lang="ru" sz="1100">
                <a:solidFill>
                  <a:srgbClr val="40A070"/>
                </a:solidFill>
                <a:latin typeface="Courier New"/>
                <a:ea typeface="Courier New"/>
                <a:cs typeface="Courier New"/>
                <a:sym typeface="Courier New"/>
              </a:rPr>
              <a:t>1</a:t>
            </a:r>
            <a:r>
              <a:rPr lang="ru" sz="1100">
                <a:solidFill>
                  <a:schemeClr val="dk1"/>
                </a:solidFill>
                <a:latin typeface="Courier New"/>
                <a:ea typeface="Courier New"/>
                <a:cs typeface="Courier New"/>
                <a:sym typeface="Courier New"/>
              </a:rPr>
              <a:t>], :].to(X.device)</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return</a:t>
            </a: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.dropout(X)</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900" b="1">
              <a:solidFill>
                <a:schemeClr val="dk1"/>
              </a:solidFill>
              <a:latin typeface="Courier New"/>
              <a:ea typeface="Courier New"/>
              <a:cs typeface="Courier New"/>
              <a:sym typeface="Courier New"/>
            </a:endParaRPr>
          </a:p>
        </p:txBody>
      </p:sp>
      <p:pic>
        <p:nvPicPr>
          <p:cNvPr id="281" name="Google Shape;281;g36ae3d6f989_0_353"/>
          <p:cNvPicPr preferRelativeResize="0"/>
          <p:nvPr/>
        </p:nvPicPr>
        <p:blipFill>
          <a:blip r:embed="rId3">
            <a:alphaModFix/>
          </a:blip>
          <a:stretch>
            <a:fillRect/>
          </a:stretch>
        </p:blipFill>
        <p:spPr>
          <a:xfrm>
            <a:off x="6156175" y="1959513"/>
            <a:ext cx="2730700" cy="1224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36ae3d6f989_0_183"/>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ru" sz="4900"/>
              <a:t>Архитектура Transformer</a:t>
            </a:r>
            <a:endParaRPr sz="49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g36ae3d6f989_0_1"/>
          <p:cNvPicPr preferRelativeResize="0"/>
          <p:nvPr/>
        </p:nvPicPr>
        <p:blipFill>
          <a:blip r:embed="rId3">
            <a:alphaModFix/>
          </a:blip>
          <a:stretch>
            <a:fillRect/>
          </a:stretch>
        </p:blipFill>
        <p:spPr>
          <a:xfrm>
            <a:off x="0" y="0"/>
            <a:ext cx="8839201" cy="462344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36ae3d6f989_0_187"/>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06" name="Google Shape;306;g36ae3d6f989_0_187"/>
          <p:cNvSpPr txBox="1">
            <a:spLocks noGrp="1"/>
          </p:cNvSpPr>
          <p:nvPr>
            <p:ph type="body" idx="1"/>
          </p:nvPr>
        </p:nvSpPr>
        <p:spPr>
          <a:xfrm>
            <a:off x="500550" y="1445512"/>
            <a:ext cx="4439940" cy="3412075"/>
          </a:xfrm>
          <a:prstGeom prst="rect">
            <a:avLst/>
          </a:prstGeom>
          <a:noFill/>
          <a:ln>
            <a:noFill/>
          </a:ln>
        </p:spPr>
        <p:txBody>
          <a:bodyPr spcFirstLastPara="1" wrap="square" lIns="91425" tIns="91425" rIns="91425" bIns="91425" anchor="t" anchorCtr="0">
            <a:normAutofit fontScale="92500"/>
          </a:bodyPr>
          <a:lstStyle/>
          <a:p>
            <a:pPr marL="457200" lvl="0" indent="-321275" algn="l" rtl="0">
              <a:lnSpc>
                <a:spcPct val="115000"/>
              </a:lnSpc>
              <a:spcBef>
                <a:spcPts val="300"/>
              </a:spcBef>
              <a:spcAft>
                <a:spcPts val="0"/>
              </a:spcAft>
              <a:buSzPct val="100000"/>
              <a:buChar char="●"/>
            </a:pPr>
            <a:r>
              <a:rPr lang="ru" sz="1717" dirty="0"/>
              <a:t>Энкодер — анализирует и преобразует входные данные (например, текст или фразу на английском).</a:t>
            </a:r>
          </a:p>
          <a:p>
            <a:pPr marL="457200" lvl="0" indent="-321275" algn="l" rtl="0">
              <a:lnSpc>
                <a:spcPct val="115000"/>
              </a:lnSpc>
              <a:spcBef>
                <a:spcPts val="300"/>
              </a:spcBef>
              <a:spcAft>
                <a:spcPts val="0"/>
              </a:spcAft>
              <a:buSzPct val="100000"/>
              <a:buChar char="●"/>
            </a:pPr>
            <a:endParaRPr sz="1717" dirty="0"/>
          </a:p>
          <a:p>
            <a:pPr marL="457200" lvl="0" indent="-321275" algn="l" rtl="0">
              <a:lnSpc>
                <a:spcPct val="115000"/>
              </a:lnSpc>
              <a:spcBef>
                <a:spcPts val="0"/>
              </a:spcBef>
              <a:spcAft>
                <a:spcPts val="0"/>
              </a:spcAft>
              <a:buSzPct val="100000"/>
              <a:buChar char="●"/>
            </a:pPr>
            <a:r>
              <a:rPr lang="ru" sz="1717" dirty="0"/>
              <a:t>Декодер — генерирует выходные данные (например, перевод на другой язык), используя информацию от энкодера.</a:t>
            </a:r>
          </a:p>
          <a:p>
            <a:pPr marL="457200" lvl="0" indent="-321275" algn="l" rtl="0">
              <a:lnSpc>
                <a:spcPct val="115000"/>
              </a:lnSpc>
              <a:spcBef>
                <a:spcPts val="0"/>
              </a:spcBef>
              <a:spcAft>
                <a:spcPts val="0"/>
              </a:spcAft>
              <a:buSzPct val="100000"/>
              <a:buChar char="●"/>
            </a:pPr>
            <a:endParaRPr sz="1717" dirty="0"/>
          </a:p>
          <a:p>
            <a:pPr marL="457200" lvl="0" indent="-321275" algn="l" rtl="0">
              <a:lnSpc>
                <a:spcPct val="115000"/>
              </a:lnSpc>
              <a:spcBef>
                <a:spcPts val="0"/>
              </a:spcBef>
              <a:spcAft>
                <a:spcPts val="0"/>
              </a:spcAft>
              <a:buSzPct val="100000"/>
              <a:buChar char="●"/>
            </a:pPr>
            <a:r>
              <a:rPr lang="ru" sz="1717" dirty="0"/>
              <a:t>Полносвязный слой с функцией активации для задачи классификации</a:t>
            </a:r>
            <a:endParaRPr sz="1717" dirty="0"/>
          </a:p>
        </p:txBody>
      </p:sp>
      <p:pic>
        <p:nvPicPr>
          <p:cNvPr id="307" name="Google Shape;307;g36ae3d6f989_0_187"/>
          <p:cNvPicPr preferRelativeResize="0"/>
          <p:nvPr/>
        </p:nvPicPr>
        <p:blipFill>
          <a:blip r:embed="rId3">
            <a:alphaModFix/>
          </a:blip>
          <a:stretch>
            <a:fillRect/>
          </a:stretch>
        </p:blipFill>
        <p:spPr>
          <a:xfrm>
            <a:off x="5311500" y="918049"/>
            <a:ext cx="3010173" cy="34120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311"/>
        <p:cNvGrpSpPr/>
        <p:nvPr/>
      </p:nvGrpSpPr>
      <p:grpSpPr>
        <a:xfrm>
          <a:off x="0" y="0"/>
          <a:ext cx="0" cy="0"/>
          <a:chOff x="0" y="0"/>
          <a:chExt cx="0" cy="0"/>
        </a:xfrm>
      </p:grpSpPr>
      <p:sp>
        <p:nvSpPr>
          <p:cNvPr id="312" name="Google Shape;312;g36ae3d6f989_0_304"/>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13" name="Google Shape;313;g36ae3d6f989_0_304"/>
          <p:cNvSpPr txBox="1"/>
          <p:nvPr/>
        </p:nvSpPr>
        <p:spPr>
          <a:xfrm>
            <a:off x="500550" y="917100"/>
            <a:ext cx="8643600" cy="187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b="1" dirty="0">
                <a:solidFill>
                  <a:srgbClr val="007020"/>
                </a:solidFill>
                <a:latin typeface="Courier New"/>
                <a:ea typeface="Courier New"/>
                <a:cs typeface="Courier New"/>
                <a:sym typeface="Courier New"/>
              </a:rPr>
              <a:t>class</a:t>
            </a:r>
            <a:r>
              <a:rPr lang="ru" sz="1100" dirty="0">
                <a:solidFill>
                  <a:schemeClr val="dk1"/>
                </a:solidFill>
                <a:latin typeface="Courier New"/>
                <a:ea typeface="Courier New"/>
                <a:cs typeface="Courier New"/>
                <a:sym typeface="Courier New"/>
              </a:rPr>
              <a:t> </a:t>
            </a:r>
            <a:r>
              <a:rPr lang="ru" sz="1100" b="1" dirty="0">
                <a:solidFill>
                  <a:srgbClr val="0E84B5"/>
                </a:solidFill>
                <a:latin typeface="Courier New"/>
                <a:ea typeface="Courier New"/>
                <a:cs typeface="Courier New"/>
                <a:sym typeface="Courier New"/>
              </a:rPr>
              <a:t>PositionWiseFFN</a:t>
            </a:r>
            <a:r>
              <a:rPr lang="ru" sz="1100" dirty="0">
                <a:solidFill>
                  <a:schemeClr val="dk1"/>
                </a:solidFill>
                <a:latin typeface="Courier New"/>
                <a:ea typeface="Courier New"/>
                <a:cs typeface="Courier New"/>
                <a:sym typeface="Courier New"/>
              </a:rPr>
              <a:t>(nn.Module):  </a:t>
            </a:r>
            <a:r>
              <a:rPr lang="ru" sz="1100" i="1" dirty="0">
                <a:solidFill>
                  <a:srgbClr val="60A0B0"/>
                </a:solidFill>
                <a:latin typeface="Courier New"/>
                <a:ea typeface="Courier New"/>
                <a:cs typeface="Courier New"/>
                <a:sym typeface="Courier New"/>
              </a:rPr>
              <a:t>#@save</a:t>
            </a:r>
            <a:endParaRPr sz="11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1100" dirty="0">
                <a:solidFill>
                  <a:srgbClr val="BBBBBB"/>
                </a:solidFill>
                <a:latin typeface="Courier New"/>
                <a:ea typeface="Courier New"/>
                <a:cs typeface="Courier New"/>
                <a:sym typeface="Courier New"/>
              </a:rPr>
              <a:t>    </a:t>
            </a:r>
            <a:r>
              <a:rPr lang="ru" sz="1100" i="1" dirty="0">
                <a:solidFill>
                  <a:srgbClr val="4070A0"/>
                </a:solidFill>
                <a:latin typeface="Courier New"/>
                <a:ea typeface="Courier New"/>
                <a:cs typeface="Courier New"/>
                <a:sym typeface="Courier New"/>
              </a:rPr>
              <a:t>"""The positionwise feed-forward network."""</a:t>
            </a:r>
            <a:endParaRPr sz="11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1100" dirty="0">
                <a:solidFill>
                  <a:schemeClr val="dk1"/>
                </a:solidFill>
                <a:latin typeface="Courier New"/>
                <a:ea typeface="Courier New"/>
                <a:cs typeface="Courier New"/>
                <a:sym typeface="Courier New"/>
              </a:rPr>
              <a:t>    </a:t>
            </a:r>
            <a:r>
              <a:rPr lang="ru" sz="1100" b="1" dirty="0">
                <a:solidFill>
                  <a:srgbClr val="007020"/>
                </a:solidFill>
                <a:latin typeface="Courier New"/>
                <a:ea typeface="Courier New"/>
                <a:cs typeface="Courier New"/>
                <a:sym typeface="Courier New"/>
              </a:rPr>
              <a:t>def</a:t>
            </a:r>
            <a:r>
              <a:rPr lang="ru" sz="1100" dirty="0">
                <a:solidFill>
                  <a:schemeClr val="dk1"/>
                </a:solidFill>
                <a:latin typeface="Courier New"/>
                <a:ea typeface="Courier New"/>
                <a:cs typeface="Courier New"/>
                <a:sym typeface="Courier New"/>
              </a:rPr>
              <a:t> </a:t>
            </a:r>
            <a:r>
              <a:rPr lang="ru" sz="1100" dirty="0">
                <a:solidFill>
                  <a:srgbClr val="06287E"/>
                </a:solidFill>
                <a:latin typeface="Courier New"/>
                <a:ea typeface="Courier New"/>
                <a:cs typeface="Courier New"/>
                <a:sym typeface="Courier New"/>
              </a:rPr>
              <a:t>__init__</a:t>
            </a:r>
            <a:r>
              <a:rPr lang="ru" sz="1100" dirty="0">
                <a:solidFill>
                  <a:schemeClr val="dk1"/>
                </a:solidFill>
                <a:latin typeface="Courier New"/>
                <a:ea typeface="Courier New"/>
                <a:cs typeface="Courier New"/>
                <a:sym typeface="Courier New"/>
              </a:rPr>
              <a:t>(</a:t>
            </a:r>
            <a:r>
              <a:rPr lang="ru" sz="1100" dirty="0">
                <a:solidFill>
                  <a:srgbClr val="007020"/>
                </a:solidFill>
                <a:latin typeface="Courier New"/>
                <a:ea typeface="Courier New"/>
                <a:cs typeface="Courier New"/>
                <a:sym typeface="Courier New"/>
              </a:rPr>
              <a:t>self</a:t>
            </a:r>
            <a:r>
              <a:rPr lang="ru" sz="1100" dirty="0">
                <a:solidFill>
                  <a:schemeClr val="dk1"/>
                </a:solidFill>
                <a:latin typeface="Courier New"/>
                <a:ea typeface="Courier New"/>
                <a:cs typeface="Courier New"/>
                <a:sym typeface="Courier New"/>
              </a:rPr>
              <a:t>, ffn_num_hiddens, ffn_num_outputs):</a:t>
            </a:r>
            <a:endParaRPr sz="11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1100" dirty="0">
                <a:solidFill>
                  <a:schemeClr val="dk1"/>
                </a:solidFill>
                <a:latin typeface="Courier New"/>
                <a:ea typeface="Courier New"/>
                <a:cs typeface="Courier New"/>
                <a:sym typeface="Courier New"/>
              </a:rPr>
              <a:t>        </a:t>
            </a:r>
            <a:r>
              <a:rPr lang="ru" sz="1100" dirty="0">
                <a:solidFill>
                  <a:srgbClr val="007020"/>
                </a:solidFill>
                <a:latin typeface="Courier New"/>
                <a:ea typeface="Courier New"/>
                <a:cs typeface="Courier New"/>
                <a:sym typeface="Courier New"/>
              </a:rPr>
              <a:t>super</a:t>
            </a:r>
            <a:r>
              <a:rPr lang="ru" sz="1100" dirty="0">
                <a:solidFill>
                  <a:schemeClr val="dk1"/>
                </a:solidFill>
                <a:latin typeface="Courier New"/>
                <a:ea typeface="Courier New"/>
                <a:cs typeface="Courier New"/>
                <a:sym typeface="Courier New"/>
              </a:rPr>
              <a:t>().</a:t>
            </a:r>
            <a:r>
              <a:rPr lang="ru" sz="1100" dirty="0">
                <a:solidFill>
                  <a:srgbClr val="06287E"/>
                </a:solidFill>
                <a:latin typeface="Courier New"/>
                <a:ea typeface="Courier New"/>
                <a:cs typeface="Courier New"/>
                <a:sym typeface="Courier New"/>
              </a:rPr>
              <a:t>__init__</a:t>
            </a:r>
            <a:r>
              <a:rPr lang="ru" sz="1100" dirty="0">
                <a:solidFill>
                  <a:schemeClr val="dk1"/>
                </a:solidFill>
                <a:latin typeface="Courier New"/>
                <a:ea typeface="Courier New"/>
                <a:cs typeface="Courier New"/>
                <a:sym typeface="Courier New"/>
              </a:rPr>
              <a:t>()</a:t>
            </a:r>
            <a:endParaRPr sz="11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1100" dirty="0">
                <a:solidFill>
                  <a:schemeClr val="dk1"/>
                </a:solidFill>
                <a:latin typeface="Courier New"/>
                <a:ea typeface="Courier New"/>
                <a:cs typeface="Courier New"/>
                <a:sym typeface="Courier New"/>
              </a:rPr>
              <a:t>        </a:t>
            </a:r>
            <a:r>
              <a:rPr lang="ru" sz="1100" dirty="0">
                <a:solidFill>
                  <a:srgbClr val="007020"/>
                </a:solidFill>
                <a:latin typeface="Courier New"/>
                <a:ea typeface="Courier New"/>
                <a:cs typeface="Courier New"/>
                <a:sym typeface="Courier New"/>
              </a:rPr>
              <a:t>self</a:t>
            </a:r>
            <a:r>
              <a:rPr lang="ru" sz="1100" dirty="0">
                <a:solidFill>
                  <a:schemeClr val="dk1"/>
                </a:solidFill>
                <a:latin typeface="Courier New"/>
                <a:ea typeface="Courier New"/>
                <a:cs typeface="Courier New"/>
                <a:sym typeface="Courier New"/>
              </a:rPr>
              <a:t>.dense1 = nn.LazyLinear(ffn_num_hiddens)</a:t>
            </a:r>
            <a:endParaRPr sz="11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1100" dirty="0">
                <a:solidFill>
                  <a:schemeClr val="dk1"/>
                </a:solidFill>
                <a:latin typeface="Courier New"/>
                <a:ea typeface="Courier New"/>
                <a:cs typeface="Courier New"/>
                <a:sym typeface="Courier New"/>
              </a:rPr>
              <a:t>        </a:t>
            </a:r>
            <a:r>
              <a:rPr lang="ru" sz="1100" dirty="0">
                <a:solidFill>
                  <a:srgbClr val="007020"/>
                </a:solidFill>
                <a:latin typeface="Courier New"/>
                <a:ea typeface="Courier New"/>
                <a:cs typeface="Courier New"/>
                <a:sym typeface="Courier New"/>
              </a:rPr>
              <a:t>self</a:t>
            </a:r>
            <a:r>
              <a:rPr lang="ru" sz="1100" dirty="0">
                <a:solidFill>
                  <a:schemeClr val="dk1"/>
                </a:solidFill>
                <a:latin typeface="Courier New"/>
                <a:ea typeface="Courier New"/>
                <a:cs typeface="Courier New"/>
                <a:sym typeface="Courier New"/>
              </a:rPr>
              <a:t>.relu = nn.ReLU()</a:t>
            </a:r>
            <a:endParaRPr sz="11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1100" dirty="0">
                <a:solidFill>
                  <a:schemeClr val="dk1"/>
                </a:solidFill>
                <a:latin typeface="Courier New"/>
                <a:ea typeface="Courier New"/>
                <a:cs typeface="Courier New"/>
                <a:sym typeface="Courier New"/>
              </a:rPr>
              <a:t>        </a:t>
            </a:r>
            <a:r>
              <a:rPr lang="ru" sz="1100" dirty="0">
                <a:solidFill>
                  <a:srgbClr val="007020"/>
                </a:solidFill>
                <a:latin typeface="Courier New"/>
                <a:ea typeface="Courier New"/>
                <a:cs typeface="Courier New"/>
                <a:sym typeface="Courier New"/>
              </a:rPr>
              <a:t>self</a:t>
            </a:r>
            <a:r>
              <a:rPr lang="ru" sz="1100" dirty="0">
                <a:solidFill>
                  <a:schemeClr val="dk1"/>
                </a:solidFill>
                <a:latin typeface="Courier New"/>
                <a:ea typeface="Courier New"/>
                <a:cs typeface="Courier New"/>
                <a:sym typeface="Courier New"/>
              </a:rPr>
              <a:t>.dense2 = nn.LazyLinear(ffn_num_outputs)</a:t>
            </a:r>
            <a:endParaRPr sz="1100" dirty="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100" dirty="0">
              <a:solidFill>
                <a:schemeClr val="dk1"/>
              </a:solidFill>
              <a:latin typeface="Courier New"/>
              <a:ea typeface="Courier New"/>
              <a:cs typeface="Courier New"/>
              <a:sym typeface="Courier New"/>
            </a:endParaRPr>
          </a:p>
          <a:p>
            <a:pPr marL="0" lvl="0" indent="0" algn="l" rtl="0">
              <a:spcBef>
                <a:spcPts val="0"/>
              </a:spcBef>
              <a:spcAft>
                <a:spcPts val="0"/>
              </a:spcAft>
              <a:buNone/>
            </a:pPr>
            <a:r>
              <a:rPr lang="ru" sz="1100" dirty="0">
                <a:solidFill>
                  <a:schemeClr val="dk1"/>
                </a:solidFill>
                <a:latin typeface="Courier New"/>
                <a:ea typeface="Courier New"/>
                <a:cs typeface="Courier New"/>
                <a:sym typeface="Courier New"/>
              </a:rPr>
              <a:t>    </a:t>
            </a:r>
            <a:r>
              <a:rPr lang="ru" sz="1100" b="1" dirty="0">
                <a:solidFill>
                  <a:srgbClr val="007020"/>
                </a:solidFill>
                <a:latin typeface="Courier New"/>
                <a:ea typeface="Courier New"/>
                <a:cs typeface="Courier New"/>
                <a:sym typeface="Courier New"/>
              </a:rPr>
              <a:t>def</a:t>
            </a:r>
            <a:r>
              <a:rPr lang="ru" sz="1100" dirty="0">
                <a:solidFill>
                  <a:schemeClr val="dk1"/>
                </a:solidFill>
                <a:latin typeface="Courier New"/>
                <a:ea typeface="Courier New"/>
                <a:cs typeface="Courier New"/>
                <a:sym typeface="Courier New"/>
              </a:rPr>
              <a:t> </a:t>
            </a:r>
            <a:r>
              <a:rPr lang="ru" sz="1100" dirty="0">
                <a:solidFill>
                  <a:srgbClr val="06287E"/>
                </a:solidFill>
                <a:latin typeface="Courier New"/>
                <a:ea typeface="Courier New"/>
                <a:cs typeface="Courier New"/>
                <a:sym typeface="Courier New"/>
              </a:rPr>
              <a:t>forward</a:t>
            </a:r>
            <a:r>
              <a:rPr lang="ru" sz="1100" dirty="0">
                <a:solidFill>
                  <a:schemeClr val="dk1"/>
                </a:solidFill>
                <a:latin typeface="Courier New"/>
                <a:ea typeface="Courier New"/>
                <a:cs typeface="Courier New"/>
                <a:sym typeface="Courier New"/>
              </a:rPr>
              <a:t>(</a:t>
            </a:r>
            <a:r>
              <a:rPr lang="ru" sz="1100" dirty="0">
                <a:solidFill>
                  <a:srgbClr val="007020"/>
                </a:solidFill>
                <a:latin typeface="Courier New"/>
                <a:ea typeface="Courier New"/>
                <a:cs typeface="Courier New"/>
                <a:sym typeface="Courier New"/>
              </a:rPr>
              <a:t>self</a:t>
            </a:r>
            <a:r>
              <a:rPr lang="ru" sz="1100" dirty="0">
                <a:solidFill>
                  <a:schemeClr val="dk1"/>
                </a:solidFill>
                <a:latin typeface="Courier New"/>
                <a:ea typeface="Courier New"/>
                <a:cs typeface="Courier New"/>
                <a:sym typeface="Courier New"/>
              </a:rPr>
              <a:t>, X):</a:t>
            </a:r>
            <a:endParaRPr sz="1100" dirty="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dirty="0">
                <a:solidFill>
                  <a:schemeClr val="dk1"/>
                </a:solidFill>
                <a:latin typeface="Courier New"/>
                <a:ea typeface="Courier New"/>
                <a:cs typeface="Courier New"/>
                <a:sym typeface="Courier New"/>
              </a:rPr>
              <a:t>        </a:t>
            </a:r>
            <a:r>
              <a:rPr lang="ru" sz="1100" b="1" dirty="0">
                <a:solidFill>
                  <a:srgbClr val="007020"/>
                </a:solidFill>
                <a:latin typeface="Courier New"/>
                <a:ea typeface="Courier New"/>
                <a:cs typeface="Courier New"/>
                <a:sym typeface="Courier New"/>
              </a:rPr>
              <a:t>return</a:t>
            </a:r>
            <a:r>
              <a:rPr lang="ru" sz="1100" dirty="0">
                <a:solidFill>
                  <a:schemeClr val="dk1"/>
                </a:solidFill>
                <a:latin typeface="Courier New"/>
                <a:ea typeface="Courier New"/>
                <a:cs typeface="Courier New"/>
                <a:sym typeface="Courier New"/>
              </a:rPr>
              <a:t> </a:t>
            </a:r>
            <a:r>
              <a:rPr lang="ru" sz="1100" dirty="0">
                <a:solidFill>
                  <a:srgbClr val="007020"/>
                </a:solidFill>
                <a:latin typeface="Courier New"/>
                <a:ea typeface="Courier New"/>
                <a:cs typeface="Courier New"/>
                <a:sym typeface="Courier New"/>
              </a:rPr>
              <a:t>self</a:t>
            </a:r>
            <a:r>
              <a:rPr lang="ru" sz="1100" dirty="0">
                <a:solidFill>
                  <a:schemeClr val="dk1"/>
                </a:solidFill>
                <a:latin typeface="Courier New"/>
                <a:ea typeface="Courier New"/>
                <a:cs typeface="Courier New"/>
                <a:sym typeface="Courier New"/>
              </a:rPr>
              <a:t>.dense2(</a:t>
            </a:r>
            <a:r>
              <a:rPr lang="ru" sz="1100" dirty="0">
                <a:solidFill>
                  <a:srgbClr val="007020"/>
                </a:solidFill>
                <a:latin typeface="Courier New"/>
                <a:ea typeface="Courier New"/>
                <a:cs typeface="Courier New"/>
                <a:sym typeface="Courier New"/>
              </a:rPr>
              <a:t>self</a:t>
            </a:r>
            <a:r>
              <a:rPr lang="ru" sz="1100" dirty="0">
                <a:solidFill>
                  <a:schemeClr val="dk1"/>
                </a:solidFill>
                <a:latin typeface="Courier New"/>
                <a:ea typeface="Courier New"/>
                <a:cs typeface="Courier New"/>
                <a:sym typeface="Courier New"/>
              </a:rPr>
              <a:t>.relu(</a:t>
            </a:r>
            <a:r>
              <a:rPr lang="ru" sz="1100" dirty="0">
                <a:solidFill>
                  <a:srgbClr val="007020"/>
                </a:solidFill>
                <a:latin typeface="Courier New"/>
                <a:ea typeface="Courier New"/>
                <a:cs typeface="Courier New"/>
                <a:sym typeface="Courier New"/>
              </a:rPr>
              <a:t>self</a:t>
            </a:r>
            <a:r>
              <a:rPr lang="ru" sz="1100" dirty="0">
                <a:solidFill>
                  <a:schemeClr val="dk1"/>
                </a:solidFill>
                <a:latin typeface="Courier New"/>
                <a:ea typeface="Courier New"/>
                <a:cs typeface="Courier New"/>
                <a:sym typeface="Courier New"/>
              </a:rPr>
              <a:t>.dense1(X)))</a:t>
            </a:r>
            <a:endParaRPr sz="1100" dirty="0">
              <a:solidFill>
                <a:schemeClr val="dk1"/>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317"/>
        <p:cNvGrpSpPr/>
        <p:nvPr/>
      </p:nvGrpSpPr>
      <p:grpSpPr>
        <a:xfrm>
          <a:off x="0" y="0"/>
          <a:ext cx="0" cy="0"/>
          <a:chOff x="0" y="0"/>
          <a:chExt cx="0" cy="0"/>
        </a:xfrm>
      </p:grpSpPr>
      <p:sp>
        <p:nvSpPr>
          <p:cNvPr id="318" name="Google Shape;318;g36ae3d6f989_0_313"/>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19" name="Google Shape;319;g36ae3d6f989_0_313"/>
          <p:cNvSpPr txBox="1"/>
          <p:nvPr/>
        </p:nvSpPr>
        <p:spPr>
          <a:xfrm>
            <a:off x="500550" y="917100"/>
            <a:ext cx="8643600" cy="22242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1100" b="1">
                <a:solidFill>
                  <a:srgbClr val="007020"/>
                </a:solidFill>
                <a:latin typeface="Courier New"/>
                <a:ea typeface="Courier New"/>
                <a:cs typeface="Courier New"/>
                <a:sym typeface="Courier New"/>
              </a:rPr>
              <a:t>class</a:t>
            </a:r>
            <a:r>
              <a:rPr lang="ru" sz="1100">
                <a:solidFill>
                  <a:schemeClr val="dk1"/>
                </a:solidFill>
                <a:latin typeface="Courier New"/>
                <a:ea typeface="Courier New"/>
                <a:cs typeface="Courier New"/>
                <a:sym typeface="Courier New"/>
              </a:rPr>
              <a:t> </a:t>
            </a:r>
            <a:r>
              <a:rPr lang="ru" sz="1100" b="1">
                <a:solidFill>
                  <a:srgbClr val="0E84B5"/>
                </a:solidFill>
                <a:latin typeface="Courier New"/>
                <a:ea typeface="Courier New"/>
                <a:cs typeface="Courier New"/>
                <a:sym typeface="Courier New"/>
              </a:rPr>
              <a:t>AddNorm</a:t>
            </a:r>
            <a:r>
              <a:rPr lang="ru" sz="1100">
                <a:solidFill>
                  <a:schemeClr val="dk1"/>
                </a:solidFill>
                <a:latin typeface="Courier New"/>
                <a:ea typeface="Courier New"/>
                <a:cs typeface="Courier New"/>
                <a:sym typeface="Courier New"/>
              </a:rPr>
              <a:t>(nn.Module):  </a:t>
            </a:r>
            <a:r>
              <a:rPr lang="ru" sz="1100" i="1">
                <a:solidFill>
                  <a:srgbClr val="60A0B0"/>
                </a:solidFill>
                <a:latin typeface="Courier New"/>
                <a:ea typeface="Courier New"/>
                <a:cs typeface="Courier New"/>
                <a:sym typeface="Courier New"/>
              </a:rPr>
              <a:t>#@save</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rgbClr val="BBBBBB"/>
                </a:solidFill>
                <a:latin typeface="Courier New"/>
                <a:ea typeface="Courier New"/>
                <a:cs typeface="Courier New"/>
                <a:sym typeface="Courier New"/>
              </a:rPr>
              <a:t>    </a:t>
            </a:r>
            <a:r>
              <a:rPr lang="ru" sz="1100" i="1">
                <a:solidFill>
                  <a:srgbClr val="4070A0"/>
                </a:solidFill>
                <a:latin typeface="Courier New"/>
                <a:ea typeface="Courier New"/>
                <a:cs typeface="Courier New"/>
                <a:sym typeface="Courier New"/>
              </a:rPr>
              <a:t>"""The residual connection followed by layer normalization."""</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def</a:t>
            </a:r>
            <a:r>
              <a:rPr lang="ru" sz="1100">
                <a:solidFill>
                  <a:schemeClr val="dk1"/>
                </a:solidFill>
                <a:latin typeface="Courier New"/>
                <a:ea typeface="Courier New"/>
                <a:cs typeface="Courier New"/>
                <a:sym typeface="Courier New"/>
              </a:rPr>
              <a:t> </a:t>
            </a:r>
            <a:r>
              <a:rPr lang="ru" sz="1100">
                <a:solidFill>
                  <a:srgbClr val="06287E"/>
                </a:solidFill>
                <a:latin typeface="Courier New"/>
                <a:ea typeface="Courier New"/>
                <a:cs typeface="Courier New"/>
                <a:sym typeface="Courier New"/>
              </a:rPr>
              <a:t>__init__</a:t>
            </a:r>
            <a:r>
              <a:rPr lang="ru" sz="1100">
                <a:solidFill>
                  <a:schemeClr val="dk1"/>
                </a:solidFill>
                <a:latin typeface="Courier New"/>
                <a:ea typeface="Courier New"/>
                <a:cs typeface="Courier New"/>
                <a:sym typeface="Courier New"/>
              </a:rPr>
              <a:t>(</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 norm_shape, dropout):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super</a:t>
            </a:r>
            <a:r>
              <a:rPr lang="ru" sz="1100">
                <a:solidFill>
                  <a:schemeClr val="dk1"/>
                </a:solidFill>
                <a:latin typeface="Courier New"/>
                <a:ea typeface="Courier New"/>
                <a:cs typeface="Courier New"/>
                <a:sym typeface="Courier New"/>
              </a:rPr>
              <a:t>().</a:t>
            </a:r>
            <a:r>
              <a:rPr lang="ru" sz="1100">
                <a:solidFill>
                  <a:srgbClr val="06287E"/>
                </a:solidFill>
                <a:latin typeface="Courier New"/>
                <a:ea typeface="Courier New"/>
                <a:cs typeface="Courier New"/>
                <a:sym typeface="Courier New"/>
              </a:rPr>
              <a:t>__init__</a:t>
            </a:r>
            <a:r>
              <a:rPr lang="ru"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.dropout = nn.Dropout(dropout)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.ln = nn.LayerNorm(norm_shape)</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def</a:t>
            </a:r>
            <a:r>
              <a:rPr lang="ru" sz="1100">
                <a:solidFill>
                  <a:schemeClr val="dk1"/>
                </a:solidFill>
                <a:latin typeface="Courier New"/>
                <a:ea typeface="Courier New"/>
                <a:cs typeface="Courier New"/>
                <a:sym typeface="Courier New"/>
              </a:rPr>
              <a:t> </a:t>
            </a:r>
            <a:r>
              <a:rPr lang="ru" sz="1100">
                <a:solidFill>
                  <a:srgbClr val="06287E"/>
                </a:solidFill>
                <a:latin typeface="Courier New"/>
                <a:ea typeface="Courier New"/>
                <a:cs typeface="Courier New"/>
                <a:sym typeface="Courier New"/>
              </a:rPr>
              <a:t>forward</a:t>
            </a:r>
            <a:r>
              <a:rPr lang="ru" sz="1100">
                <a:solidFill>
                  <a:schemeClr val="dk1"/>
                </a:solidFill>
                <a:latin typeface="Courier New"/>
                <a:ea typeface="Courier New"/>
                <a:cs typeface="Courier New"/>
                <a:sym typeface="Courier New"/>
              </a:rPr>
              <a:t>(</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 X, Y):</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return</a:t>
            </a: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.ln(</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.dropout(Y) + X)</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100" b="1">
              <a:solidFill>
                <a:srgbClr val="007020"/>
              </a:solidFill>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323"/>
        <p:cNvGrpSpPr/>
        <p:nvPr/>
      </p:nvGrpSpPr>
      <p:grpSpPr>
        <a:xfrm>
          <a:off x="0" y="0"/>
          <a:ext cx="0" cy="0"/>
          <a:chOff x="0" y="0"/>
          <a:chExt cx="0" cy="0"/>
        </a:xfrm>
      </p:grpSpPr>
      <p:sp>
        <p:nvSpPr>
          <p:cNvPr id="324" name="Google Shape;324;g36ae3d6f989_0_319"/>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25" name="Google Shape;325;g36ae3d6f989_0_319"/>
          <p:cNvSpPr txBox="1"/>
          <p:nvPr/>
        </p:nvSpPr>
        <p:spPr>
          <a:xfrm>
            <a:off x="500550" y="917100"/>
            <a:ext cx="8643600" cy="32631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1100" b="1">
                <a:solidFill>
                  <a:srgbClr val="007020"/>
                </a:solidFill>
                <a:latin typeface="Courier New"/>
                <a:ea typeface="Courier New"/>
                <a:cs typeface="Courier New"/>
                <a:sym typeface="Courier New"/>
              </a:rPr>
              <a:t>class</a:t>
            </a:r>
            <a:r>
              <a:rPr lang="ru" sz="1100">
                <a:solidFill>
                  <a:schemeClr val="dk1"/>
                </a:solidFill>
                <a:latin typeface="Courier New"/>
                <a:ea typeface="Courier New"/>
                <a:cs typeface="Courier New"/>
                <a:sym typeface="Courier New"/>
              </a:rPr>
              <a:t> </a:t>
            </a:r>
            <a:r>
              <a:rPr lang="ru" sz="1100" b="1">
                <a:solidFill>
                  <a:srgbClr val="0E84B5"/>
                </a:solidFill>
                <a:latin typeface="Courier New"/>
                <a:ea typeface="Courier New"/>
                <a:cs typeface="Courier New"/>
                <a:sym typeface="Courier New"/>
              </a:rPr>
              <a:t>TransformerEncoderBlock</a:t>
            </a:r>
            <a:r>
              <a:rPr lang="ru" sz="1100">
                <a:solidFill>
                  <a:schemeClr val="dk1"/>
                </a:solidFill>
                <a:latin typeface="Courier New"/>
                <a:ea typeface="Courier New"/>
                <a:cs typeface="Courier New"/>
                <a:sym typeface="Courier New"/>
              </a:rPr>
              <a:t>(nn.Module):  </a:t>
            </a:r>
            <a:r>
              <a:rPr lang="ru" sz="1100" i="1">
                <a:solidFill>
                  <a:srgbClr val="60A0B0"/>
                </a:solidFill>
                <a:latin typeface="Courier New"/>
                <a:ea typeface="Courier New"/>
                <a:cs typeface="Courier New"/>
                <a:sym typeface="Courier New"/>
              </a:rPr>
              <a:t>#@save</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rgbClr val="BBBBBB"/>
                </a:solidFill>
                <a:latin typeface="Courier New"/>
                <a:ea typeface="Courier New"/>
                <a:cs typeface="Courier New"/>
                <a:sym typeface="Courier New"/>
              </a:rPr>
              <a:t>    </a:t>
            </a:r>
            <a:r>
              <a:rPr lang="ru" sz="1100" i="1">
                <a:solidFill>
                  <a:srgbClr val="4070A0"/>
                </a:solidFill>
                <a:latin typeface="Courier New"/>
                <a:ea typeface="Courier New"/>
                <a:cs typeface="Courier New"/>
                <a:sym typeface="Courier New"/>
              </a:rPr>
              <a:t>"""The Transformer encoder block."""</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def</a:t>
            </a:r>
            <a:r>
              <a:rPr lang="ru" sz="1100">
                <a:solidFill>
                  <a:schemeClr val="dk1"/>
                </a:solidFill>
                <a:latin typeface="Courier New"/>
                <a:ea typeface="Courier New"/>
                <a:cs typeface="Courier New"/>
                <a:sym typeface="Courier New"/>
              </a:rPr>
              <a:t> </a:t>
            </a:r>
            <a:r>
              <a:rPr lang="ru" sz="1100">
                <a:solidFill>
                  <a:srgbClr val="06287E"/>
                </a:solidFill>
                <a:latin typeface="Courier New"/>
                <a:ea typeface="Courier New"/>
                <a:cs typeface="Courier New"/>
                <a:sym typeface="Courier New"/>
              </a:rPr>
              <a:t>__init__</a:t>
            </a:r>
            <a:r>
              <a:rPr lang="ru" sz="1100">
                <a:solidFill>
                  <a:schemeClr val="dk1"/>
                </a:solidFill>
                <a:latin typeface="Courier New"/>
                <a:ea typeface="Courier New"/>
                <a:cs typeface="Courier New"/>
                <a:sym typeface="Courier New"/>
              </a:rPr>
              <a:t>(</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 num_hiddens, ffn_num_hiddens, num_heads, dropout,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use_bias=</a:t>
            </a:r>
            <a:r>
              <a:rPr lang="ru" sz="1100" b="1">
                <a:solidFill>
                  <a:srgbClr val="007020"/>
                </a:solidFill>
                <a:latin typeface="Courier New"/>
                <a:ea typeface="Courier New"/>
                <a:cs typeface="Courier New"/>
                <a:sym typeface="Courier New"/>
              </a:rPr>
              <a:t>False</a:t>
            </a:r>
            <a:r>
              <a:rPr lang="ru"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super</a:t>
            </a:r>
            <a:r>
              <a:rPr lang="ru" sz="1100">
                <a:solidFill>
                  <a:schemeClr val="dk1"/>
                </a:solidFill>
                <a:latin typeface="Courier New"/>
                <a:ea typeface="Courier New"/>
                <a:cs typeface="Courier New"/>
                <a:sym typeface="Courier New"/>
              </a:rPr>
              <a:t>().</a:t>
            </a:r>
            <a:r>
              <a:rPr lang="ru" sz="1100">
                <a:solidFill>
                  <a:srgbClr val="06287E"/>
                </a:solidFill>
                <a:latin typeface="Courier New"/>
                <a:ea typeface="Courier New"/>
                <a:cs typeface="Courier New"/>
                <a:sym typeface="Courier New"/>
              </a:rPr>
              <a:t>__init__</a:t>
            </a:r>
            <a:r>
              <a:rPr lang="ru"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.attention = d2l.MultiHeadAttention(num_hiddens, num_heads,</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dropout, use_bias)</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.addnorm1 = AddNorm(num_hiddens, dropout)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.ffn = PositionWiseFFN(ffn_num_hiddens, num_hiddens)</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.addnorm2 = AddNorm(num_hiddens, dropout)</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def</a:t>
            </a:r>
            <a:r>
              <a:rPr lang="ru" sz="1100">
                <a:solidFill>
                  <a:schemeClr val="dk1"/>
                </a:solidFill>
                <a:latin typeface="Courier New"/>
                <a:ea typeface="Courier New"/>
                <a:cs typeface="Courier New"/>
                <a:sym typeface="Courier New"/>
              </a:rPr>
              <a:t> </a:t>
            </a:r>
            <a:r>
              <a:rPr lang="ru" sz="1100">
                <a:solidFill>
                  <a:srgbClr val="06287E"/>
                </a:solidFill>
                <a:latin typeface="Courier New"/>
                <a:ea typeface="Courier New"/>
                <a:cs typeface="Courier New"/>
                <a:sym typeface="Courier New"/>
              </a:rPr>
              <a:t>forward</a:t>
            </a:r>
            <a:r>
              <a:rPr lang="ru" sz="1100">
                <a:solidFill>
                  <a:schemeClr val="dk1"/>
                </a:solidFill>
                <a:latin typeface="Courier New"/>
                <a:ea typeface="Courier New"/>
                <a:cs typeface="Courier New"/>
                <a:sym typeface="Courier New"/>
              </a:rPr>
              <a:t>(</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 X, valid_lens):</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Y =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.addnorm1(X,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.attention(X, X, X, valid_lens))</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100">
                <a:solidFill>
                  <a:schemeClr val="dk1"/>
                </a:solidFill>
                <a:latin typeface="Courier New"/>
                <a:ea typeface="Courier New"/>
                <a:cs typeface="Courier New"/>
                <a:sym typeface="Courier New"/>
              </a:rPr>
              <a:t>        </a:t>
            </a:r>
            <a:r>
              <a:rPr lang="ru" sz="1100" b="1">
                <a:solidFill>
                  <a:srgbClr val="007020"/>
                </a:solidFill>
                <a:latin typeface="Courier New"/>
                <a:ea typeface="Courier New"/>
                <a:cs typeface="Courier New"/>
                <a:sym typeface="Courier New"/>
              </a:rPr>
              <a:t>return</a:t>
            </a:r>
            <a:r>
              <a:rPr lang="ru" sz="1100">
                <a:solidFill>
                  <a:schemeClr val="dk1"/>
                </a:solidFill>
                <a:latin typeface="Courier New"/>
                <a:ea typeface="Courier New"/>
                <a:cs typeface="Courier New"/>
                <a:sym typeface="Courier New"/>
              </a:rPr>
              <a:t>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.addnorm2(Y, </a:t>
            </a:r>
            <a:r>
              <a:rPr lang="ru" sz="1100">
                <a:solidFill>
                  <a:srgbClr val="007020"/>
                </a:solidFill>
                <a:latin typeface="Courier New"/>
                <a:ea typeface="Courier New"/>
                <a:cs typeface="Courier New"/>
                <a:sym typeface="Courier New"/>
              </a:rPr>
              <a:t>self</a:t>
            </a:r>
            <a:r>
              <a:rPr lang="ru" sz="1100">
                <a:solidFill>
                  <a:schemeClr val="dk1"/>
                </a:solidFill>
                <a:latin typeface="Courier New"/>
                <a:ea typeface="Courier New"/>
                <a:cs typeface="Courier New"/>
                <a:sym typeface="Courier New"/>
              </a:rPr>
              <a:t>.ffn(Y))</a:t>
            </a:r>
            <a:endParaRPr sz="11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100" b="1">
              <a:solidFill>
                <a:srgbClr val="007020"/>
              </a:solidFill>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329"/>
        <p:cNvGrpSpPr/>
        <p:nvPr/>
      </p:nvGrpSpPr>
      <p:grpSpPr>
        <a:xfrm>
          <a:off x="0" y="0"/>
          <a:ext cx="0" cy="0"/>
          <a:chOff x="0" y="0"/>
          <a:chExt cx="0" cy="0"/>
        </a:xfrm>
      </p:grpSpPr>
      <p:sp>
        <p:nvSpPr>
          <p:cNvPr id="330" name="Google Shape;330;g36ae3d6f989_0_325"/>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31" name="Google Shape;331;g36ae3d6f989_0_325"/>
          <p:cNvSpPr txBox="1"/>
          <p:nvPr/>
        </p:nvSpPr>
        <p:spPr>
          <a:xfrm>
            <a:off x="500550" y="917100"/>
            <a:ext cx="8643600" cy="44037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900" b="1">
                <a:solidFill>
                  <a:srgbClr val="007020"/>
                </a:solidFill>
                <a:latin typeface="Courier New"/>
                <a:ea typeface="Courier New"/>
                <a:cs typeface="Courier New"/>
                <a:sym typeface="Courier New"/>
              </a:rPr>
              <a:t>class</a:t>
            </a:r>
            <a:r>
              <a:rPr lang="ru" sz="900">
                <a:solidFill>
                  <a:schemeClr val="dk1"/>
                </a:solidFill>
                <a:latin typeface="Courier New"/>
                <a:ea typeface="Courier New"/>
                <a:cs typeface="Courier New"/>
                <a:sym typeface="Courier New"/>
              </a:rPr>
              <a:t> </a:t>
            </a:r>
            <a:r>
              <a:rPr lang="ru" sz="900" b="1">
                <a:solidFill>
                  <a:srgbClr val="0E84B5"/>
                </a:solidFill>
                <a:latin typeface="Courier New"/>
                <a:ea typeface="Courier New"/>
                <a:cs typeface="Courier New"/>
                <a:sym typeface="Courier New"/>
              </a:rPr>
              <a:t>TransformerEncoder</a:t>
            </a:r>
            <a:r>
              <a:rPr lang="ru" sz="900">
                <a:solidFill>
                  <a:schemeClr val="dk1"/>
                </a:solidFill>
                <a:latin typeface="Courier New"/>
                <a:ea typeface="Courier New"/>
                <a:cs typeface="Courier New"/>
                <a:sym typeface="Courier New"/>
              </a:rPr>
              <a:t>(d2l.Encoder):  </a:t>
            </a:r>
            <a:r>
              <a:rPr lang="ru" sz="900" i="1">
                <a:solidFill>
                  <a:srgbClr val="60A0B0"/>
                </a:solidFill>
                <a:latin typeface="Courier New"/>
                <a:ea typeface="Courier New"/>
                <a:cs typeface="Courier New"/>
                <a:sym typeface="Courier New"/>
              </a:rPr>
              <a:t>#@save</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rgbClr val="BBBBBB"/>
                </a:solidFill>
                <a:latin typeface="Courier New"/>
                <a:ea typeface="Courier New"/>
                <a:cs typeface="Courier New"/>
                <a:sym typeface="Courier New"/>
              </a:rPr>
              <a:t>    </a:t>
            </a:r>
            <a:r>
              <a:rPr lang="ru" sz="900" i="1">
                <a:solidFill>
                  <a:srgbClr val="4070A0"/>
                </a:solidFill>
                <a:latin typeface="Courier New"/>
                <a:ea typeface="Courier New"/>
                <a:cs typeface="Courier New"/>
                <a:sym typeface="Courier New"/>
              </a:rPr>
              <a:t>"""The Transformer encoder."""</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b="1">
                <a:solidFill>
                  <a:srgbClr val="007020"/>
                </a:solidFill>
                <a:latin typeface="Courier New"/>
                <a:ea typeface="Courier New"/>
                <a:cs typeface="Courier New"/>
                <a:sym typeface="Courier New"/>
              </a:rPr>
              <a:t>def</a:t>
            </a:r>
            <a:r>
              <a:rPr lang="ru" sz="900">
                <a:solidFill>
                  <a:schemeClr val="dk1"/>
                </a:solidFill>
                <a:latin typeface="Courier New"/>
                <a:ea typeface="Courier New"/>
                <a:cs typeface="Courier New"/>
                <a:sym typeface="Courier New"/>
              </a:rPr>
              <a:t> </a:t>
            </a:r>
            <a:r>
              <a:rPr lang="ru" sz="900">
                <a:solidFill>
                  <a:srgbClr val="06287E"/>
                </a:solidFill>
                <a:latin typeface="Courier New"/>
                <a:ea typeface="Courier New"/>
                <a:cs typeface="Courier New"/>
                <a:sym typeface="Courier New"/>
              </a:rPr>
              <a:t>__init__</a:t>
            </a:r>
            <a:r>
              <a:rPr lang="ru" sz="900">
                <a:solidFill>
                  <a:schemeClr val="dk1"/>
                </a:solidFill>
                <a:latin typeface="Courier New"/>
                <a:ea typeface="Courier New"/>
                <a:cs typeface="Courier New"/>
                <a:sym typeface="Courier New"/>
              </a:rPr>
              <a:t>(</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 vocab_size, num_hiddens, ffn_num_hiddens,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num_heads, num_blks, dropout, use_bias=</a:t>
            </a:r>
            <a:r>
              <a:rPr lang="ru" sz="900" b="1">
                <a:solidFill>
                  <a:srgbClr val="007020"/>
                </a:solidFill>
                <a:latin typeface="Courier New"/>
                <a:ea typeface="Courier New"/>
                <a:cs typeface="Courier New"/>
                <a:sym typeface="Courier New"/>
              </a:rPr>
              <a:t>False</a:t>
            </a:r>
            <a:r>
              <a:rPr lang="ru"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super</a:t>
            </a:r>
            <a:r>
              <a:rPr lang="ru" sz="900">
                <a:solidFill>
                  <a:schemeClr val="dk1"/>
                </a:solidFill>
                <a:latin typeface="Courier New"/>
                <a:ea typeface="Courier New"/>
                <a:cs typeface="Courier New"/>
                <a:sym typeface="Courier New"/>
              </a:rPr>
              <a:t>().</a:t>
            </a:r>
            <a:r>
              <a:rPr lang="ru" sz="900">
                <a:solidFill>
                  <a:srgbClr val="06287E"/>
                </a:solidFill>
                <a:latin typeface="Courier New"/>
                <a:ea typeface="Courier New"/>
                <a:cs typeface="Courier New"/>
                <a:sym typeface="Courier New"/>
              </a:rPr>
              <a:t>__init__</a:t>
            </a:r>
            <a:r>
              <a:rPr lang="ru"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.num_hiddens = num_hiddens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.embedding = nn.Embedding(vocab_size, num_hiddens)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.pos_encoding = d2l.PositionalEncoding(num_hiddens, dropout)</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.blks = nn.Sequential()</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b="1">
                <a:solidFill>
                  <a:srgbClr val="007020"/>
                </a:solidFill>
                <a:latin typeface="Courier New"/>
                <a:ea typeface="Courier New"/>
                <a:cs typeface="Courier New"/>
                <a:sym typeface="Courier New"/>
              </a:rPr>
              <a:t>for</a:t>
            </a:r>
            <a:r>
              <a:rPr lang="ru" sz="900">
                <a:solidFill>
                  <a:schemeClr val="dk1"/>
                </a:solidFill>
                <a:latin typeface="Courier New"/>
                <a:ea typeface="Courier New"/>
                <a:cs typeface="Courier New"/>
                <a:sym typeface="Courier New"/>
              </a:rPr>
              <a:t> i </a:t>
            </a:r>
            <a:r>
              <a:rPr lang="ru" sz="900" b="1">
                <a:solidFill>
                  <a:srgbClr val="007020"/>
                </a:solidFill>
                <a:latin typeface="Courier New"/>
                <a:ea typeface="Courier New"/>
                <a:cs typeface="Courier New"/>
                <a:sym typeface="Courier New"/>
              </a:rPr>
              <a:t>in</a:t>
            </a: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range</a:t>
            </a:r>
            <a:r>
              <a:rPr lang="ru" sz="900">
                <a:solidFill>
                  <a:schemeClr val="dk1"/>
                </a:solidFill>
                <a:latin typeface="Courier New"/>
                <a:ea typeface="Courier New"/>
                <a:cs typeface="Courier New"/>
                <a:sym typeface="Courier New"/>
              </a:rPr>
              <a:t>(num_blks):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.blks.add_module(</a:t>
            </a:r>
            <a:r>
              <a:rPr lang="ru" sz="900">
                <a:solidFill>
                  <a:srgbClr val="4070A0"/>
                </a:solidFill>
                <a:latin typeface="Courier New"/>
                <a:ea typeface="Courier New"/>
                <a:cs typeface="Courier New"/>
                <a:sym typeface="Courier New"/>
              </a:rPr>
              <a:t>"block"</a:t>
            </a:r>
            <a:r>
              <a:rPr lang="ru" sz="900">
                <a:solidFill>
                  <a:schemeClr val="dk1"/>
                </a:solidFill>
                <a:latin typeface="Courier New"/>
                <a:ea typeface="Courier New"/>
                <a:cs typeface="Courier New"/>
                <a:sym typeface="Courier New"/>
              </a:rPr>
              <a:t>+</a:t>
            </a:r>
            <a:r>
              <a:rPr lang="ru" sz="900">
                <a:solidFill>
                  <a:srgbClr val="007020"/>
                </a:solidFill>
                <a:latin typeface="Courier New"/>
                <a:ea typeface="Courier New"/>
                <a:cs typeface="Courier New"/>
                <a:sym typeface="Courier New"/>
              </a:rPr>
              <a:t>str</a:t>
            </a:r>
            <a:r>
              <a:rPr lang="ru" sz="900">
                <a:solidFill>
                  <a:schemeClr val="dk1"/>
                </a:solidFill>
                <a:latin typeface="Courier New"/>
                <a:ea typeface="Courier New"/>
                <a:cs typeface="Courier New"/>
                <a:sym typeface="Courier New"/>
              </a:rPr>
              <a:t>(i), TransformerEncoderBlock(</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num_hiddens, ffn_num_hiddens, num_heads, dropout, use_bias))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b="1">
                <a:solidFill>
                  <a:srgbClr val="007020"/>
                </a:solidFill>
                <a:latin typeface="Courier New"/>
                <a:ea typeface="Courier New"/>
                <a:cs typeface="Courier New"/>
                <a:sym typeface="Courier New"/>
              </a:rPr>
              <a:t>def</a:t>
            </a:r>
            <a:r>
              <a:rPr lang="ru" sz="900">
                <a:solidFill>
                  <a:schemeClr val="dk1"/>
                </a:solidFill>
                <a:latin typeface="Courier New"/>
                <a:ea typeface="Courier New"/>
                <a:cs typeface="Courier New"/>
                <a:sym typeface="Courier New"/>
              </a:rPr>
              <a:t> </a:t>
            </a:r>
            <a:r>
              <a:rPr lang="ru" sz="900">
                <a:solidFill>
                  <a:srgbClr val="06287E"/>
                </a:solidFill>
                <a:latin typeface="Courier New"/>
                <a:ea typeface="Courier New"/>
                <a:cs typeface="Courier New"/>
                <a:sym typeface="Courier New"/>
              </a:rPr>
              <a:t>forward</a:t>
            </a:r>
            <a:r>
              <a:rPr lang="ru" sz="900">
                <a:solidFill>
                  <a:schemeClr val="dk1"/>
                </a:solidFill>
                <a:latin typeface="Courier New"/>
                <a:ea typeface="Courier New"/>
                <a:cs typeface="Courier New"/>
                <a:sym typeface="Courier New"/>
              </a:rPr>
              <a:t>(</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 X, valid_lens):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Since positional encoding values are between -1 and 1, the embedding</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values are multiplied by the square root of the embedding dimension</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i="1">
                <a:solidFill>
                  <a:srgbClr val="60A0B0"/>
                </a:solidFill>
                <a:latin typeface="Courier New"/>
                <a:ea typeface="Courier New"/>
                <a:cs typeface="Courier New"/>
                <a:sym typeface="Courier New"/>
              </a:rPr>
              <a:t># to rescale before they are summed up</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X =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.pos_encoding(</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.embedding(X) * math.sqrt(</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.num_hiddens))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.attention_weights = [</a:t>
            </a:r>
            <a:r>
              <a:rPr lang="ru" sz="900" b="1">
                <a:solidFill>
                  <a:srgbClr val="007020"/>
                </a:solidFill>
                <a:latin typeface="Courier New"/>
                <a:ea typeface="Courier New"/>
                <a:cs typeface="Courier New"/>
                <a:sym typeface="Courier New"/>
              </a:rPr>
              <a:t>None</a:t>
            </a:r>
            <a:r>
              <a:rPr lang="ru" sz="900">
                <a:solidFill>
                  <a:schemeClr val="dk1"/>
                </a:solidFill>
                <a:latin typeface="Courier New"/>
                <a:ea typeface="Courier New"/>
                <a:cs typeface="Courier New"/>
                <a:sym typeface="Courier New"/>
              </a:rPr>
              <a:t>] * </a:t>
            </a:r>
            <a:r>
              <a:rPr lang="ru" sz="900">
                <a:solidFill>
                  <a:srgbClr val="007020"/>
                </a:solidFill>
                <a:latin typeface="Courier New"/>
                <a:ea typeface="Courier New"/>
                <a:cs typeface="Courier New"/>
                <a:sym typeface="Courier New"/>
              </a:rPr>
              <a:t>len</a:t>
            </a:r>
            <a:r>
              <a:rPr lang="ru" sz="900">
                <a:solidFill>
                  <a:schemeClr val="dk1"/>
                </a:solidFill>
                <a:latin typeface="Courier New"/>
                <a:ea typeface="Courier New"/>
                <a:cs typeface="Courier New"/>
                <a:sym typeface="Courier New"/>
              </a:rPr>
              <a:t>(</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.blks)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b="1">
                <a:solidFill>
                  <a:srgbClr val="007020"/>
                </a:solidFill>
                <a:latin typeface="Courier New"/>
                <a:ea typeface="Courier New"/>
                <a:cs typeface="Courier New"/>
                <a:sym typeface="Courier New"/>
              </a:rPr>
              <a:t>for</a:t>
            </a:r>
            <a:r>
              <a:rPr lang="ru" sz="900">
                <a:solidFill>
                  <a:schemeClr val="dk1"/>
                </a:solidFill>
                <a:latin typeface="Courier New"/>
                <a:ea typeface="Courier New"/>
                <a:cs typeface="Courier New"/>
                <a:sym typeface="Courier New"/>
              </a:rPr>
              <a:t> i, blk </a:t>
            </a:r>
            <a:r>
              <a:rPr lang="ru" sz="900" b="1">
                <a:solidFill>
                  <a:srgbClr val="007020"/>
                </a:solidFill>
                <a:latin typeface="Courier New"/>
                <a:ea typeface="Courier New"/>
                <a:cs typeface="Courier New"/>
                <a:sym typeface="Courier New"/>
              </a:rPr>
              <a:t>in</a:t>
            </a: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enumerate</a:t>
            </a:r>
            <a:r>
              <a:rPr lang="ru" sz="900">
                <a:solidFill>
                  <a:schemeClr val="dk1"/>
                </a:solidFill>
                <a:latin typeface="Courier New"/>
                <a:ea typeface="Courier New"/>
                <a:cs typeface="Courier New"/>
                <a:sym typeface="Courier New"/>
              </a:rPr>
              <a:t>(</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.blks):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X = blk(X, valid_lens)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a:solidFill>
                  <a:srgbClr val="007020"/>
                </a:solidFill>
                <a:latin typeface="Courier New"/>
                <a:ea typeface="Courier New"/>
                <a:cs typeface="Courier New"/>
                <a:sym typeface="Courier New"/>
              </a:rPr>
              <a:t>self</a:t>
            </a:r>
            <a:r>
              <a:rPr lang="ru" sz="900">
                <a:solidFill>
                  <a:schemeClr val="dk1"/>
                </a:solidFill>
                <a:latin typeface="Courier New"/>
                <a:ea typeface="Courier New"/>
                <a:cs typeface="Courier New"/>
                <a:sym typeface="Courier New"/>
              </a:rPr>
              <a:t>.attention_weights[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i] = blk.attention.attention.attention_weights</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900">
                <a:solidFill>
                  <a:schemeClr val="dk1"/>
                </a:solidFill>
                <a:latin typeface="Courier New"/>
                <a:ea typeface="Courier New"/>
                <a:cs typeface="Courier New"/>
                <a:sym typeface="Courier New"/>
              </a:rPr>
              <a:t>        </a:t>
            </a:r>
            <a:r>
              <a:rPr lang="ru" sz="900" b="1">
                <a:solidFill>
                  <a:srgbClr val="007020"/>
                </a:solidFill>
                <a:latin typeface="Courier New"/>
                <a:ea typeface="Courier New"/>
                <a:cs typeface="Courier New"/>
                <a:sym typeface="Courier New"/>
              </a:rPr>
              <a:t>return</a:t>
            </a:r>
            <a:r>
              <a:rPr lang="ru" sz="900">
                <a:solidFill>
                  <a:schemeClr val="dk1"/>
                </a:solidFill>
                <a:latin typeface="Courier New"/>
                <a:ea typeface="Courier New"/>
                <a:cs typeface="Courier New"/>
                <a:sym typeface="Courier New"/>
              </a:rPr>
              <a:t> X</a:t>
            </a:r>
            <a:endParaRPr sz="9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900" b="1">
              <a:solidFill>
                <a:srgbClr val="007020"/>
              </a:solidFill>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335"/>
        <p:cNvGrpSpPr/>
        <p:nvPr/>
      </p:nvGrpSpPr>
      <p:grpSpPr>
        <a:xfrm>
          <a:off x="0" y="0"/>
          <a:ext cx="0" cy="0"/>
          <a:chOff x="0" y="0"/>
          <a:chExt cx="0" cy="0"/>
        </a:xfrm>
      </p:grpSpPr>
      <p:sp>
        <p:nvSpPr>
          <p:cNvPr id="336" name="Google Shape;336;g36ae3d6f989_0_33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37" name="Google Shape;337;g36ae3d6f989_0_331"/>
          <p:cNvSpPr txBox="1"/>
          <p:nvPr/>
        </p:nvSpPr>
        <p:spPr>
          <a:xfrm>
            <a:off x="500550" y="917100"/>
            <a:ext cx="8643600" cy="26055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1000" b="1">
                <a:solidFill>
                  <a:srgbClr val="007020"/>
                </a:solidFill>
                <a:latin typeface="Courier New"/>
                <a:ea typeface="Courier New"/>
                <a:cs typeface="Courier New"/>
                <a:sym typeface="Courier New"/>
              </a:rPr>
              <a:t>class</a:t>
            </a:r>
            <a:r>
              <a:rPr lang="ru" sz="1000">
                <a:solidFill>
                  <a:schemeClr val="dk1"/>
                </a:solidFill>
                <a:latin typeface="Courier New"/>
                <a:ea typeface="Courier New"/>
                <a:cs typeface="Courier New"/>
                <a:sym typeface="Courier New"/>
              </a:rPr>
              <a:t> </a:t>
            </a:r>
            <a:r>
              <a:rPr lang="ru" sz="1000" b="1">
                <a:solidFill>
                  <a:srgbClr val="0E84B5"/>
                </a:solidFill>
                <a:latin typeface="Courier New"/>
                <a:ea typeface="Courier New"/>
                <a:cs typeface="Courier New"/>
                <a:sym typeface="Courier New"/>
              </a:rPr>
              <a:t>TransformerDecoderBlock</a:t>
            </a:r>
            <a:r>
              <a:rPr lang="ru" sz="1000">
                <a:solidFill>
                  <a:schemeClr val="dk1"/>
                </a:solidFill>
                <a:latin typeface="Courier New"/>
                <a:ea typeface="Courier New"/>
                <a:cs typeface="Courier New"/>
                <a:sym typeface="Courier New"/>
              </a:rPr>
              <a:t>(nn.Module):</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i="1">
                <a:solidFill>
                  <a:srgbClr val="60A0B0"/>
                </a:solidFill>
                <a:latin typeface="Courier New"/>
                <a:ea typeface="Courier New"/>
                <a:cs typeface="Courier New"/>
                <a:sym typeface="Courier New"/>
              </a:rPr>
              <a:t># The i-th block in the Transformer decoder</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def</a:t>
            </a:r>
            <a:r>
              <a:rPr lang="ru" sz="1000">
                <a:solidFill>
                  <a:schemeClr val="dk1"/>
                </a:solidFill>
                <a:latin typeface="Courier New"/>
                <a:ea typeface="Courier New"/>
                <a:cs typeface="Courier New"/>
                <a:sym typeface="Courier New"/>
              </a:rPr>
              <a:t> </a:t>
            </a:r>
            <a:r>
              <a:rPr lang="ru" sz="1000">
                <a:solidFill>
                  <a:srgbClr val="06287E"/>
                </a:solidFill>
                <a:latin typeface="Courier New"/>
                <a:ea typeface="Courier New"/>
                <a:cs typeface="Courier New"/>
                <a:sym typeface="Courier New"/>
              </a:rPr>
              <a:t>__init__</a:t>
            </a:r>
            <a:r>
              <a:rPr lang="ru" sz="1000">
                <a:solidFill>
                  <a:schemeClr val="dk1"/>
                </a:solidFill>
                <a:latin typeface="Courier New"/>
                <a:ea typeface="Courier New"/>
                <a:cs typeface="Courier New"/>
                <a:sym typeface="Courier New"/>
              </a:rPr>
              <a:t>(</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 num_hiddens, ffn_num_hiddens, num_heads, dropout, i):</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super</a:t>
            </a:r>
            <a:r>
              <a:rPr lang="ru" sz="1000">
                <a:solidFill>
                  <a:schemeClr val="dk1"/>
                </a:solidFill>
                <a:latin typeface="Courier New"/>
                <a:ea typeface="Courier New"/>
                <a:cs typeface="Courier New"/>
                <a:sym typeface="Courier New"/>
              </a:rPr>
              <a:t>().</a:t>
            </a:r>
            <a:r>
              <a:rPr lang="ru" sz="1000">
                <a:solidFill>
                  <a:srgbClr val="06287E"/>
                </a:solidFill>
                <a:latin typeface="Courier New"/>
                <a:ea typeface="Courier New"/>
                <a:cs typeface="Courier New"/>
                <a:sym typeface="Courier New"/>
              </a:rPr>
              <a:t>__init__</a:t>
            </a:r>
            <a:r>
              <a:rPr lang="ru"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.i = i</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.attention1 = d2l.MultiHeadAttention(num_hiddens, num_heads,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dropout)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.addnorm1 = AddNorm(num_hiddens, dropout)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.attention2 = d2l.MultiHeadAttention(num_hiddens, num_heads,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dropout)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.addnorm2 = AddNorm(num_hiddens, dropout)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.ffn = PositionWiseFFN(ffn_num_hiddens, num_hiddens)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.addnorm3 = AddNorm(num_hiddens, dropout)</a:t>
            </a:r>
            <a:endParaRPr sz="800" b="1">
              <a:solidFill>
                <a:srgbClr val="007020"/>
              </a:solidFill>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341"/>
        <p:cNvGrpSpPr/>
        <p:nvPr/>
      </p:nvGrpSpPr>
      <p:grpSpPr>
        <a:xfrm>
          <a:off x="0" y="0"/>
          <a:ext cx="0" cy="0"/>
          <a:chOff x="0" y="0"/>
          <a:chExt cx="0" cy="0"/>
        </a:xfrm>
      </p:grpSpPr>
      <p:sp>
        <p:nvSpPr>
          <p:cNvPr id="342" name="Google Shape;342;g36ae3d6f989_0_337"/>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43" name="Google Shape;343;g36ae3d6f989_0_337"/>
          <p:cNvSpPr txBox="1"/>
          <p:nvPr/>
        </p:nvSpPr>
        <p:spPr>
          <a:xfrm>
            <a:off x="500550" y="917100"/>
            <a:ext cx="8643600" cy="41664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b="1">
                <a:solidFill>
                  <a:srgbClr val="007020"/>
                </a:solidFill>
                <a:latin typeface="Courier New"/>
                <a:ea typeface="Courier New"/>
                <a:cs typeface="Courier New"/>
                <a:sym typeface="Courier New"/>
              </a:rPr>
              <a:t>def</a:t>
            </a:r>
            <a:r>
              <a:rPr lang="ru" sz="700">
                <a:solidFill>
                  <a:schemeClr val="dk1"/>
                </a:solidFill>
                <a:latin typeface="Courier New"/>
                <a:ea typeface="Courier New"/>
                <a:cs typeface="Courier New"/>
                <a:sym typeface="Courier New"/>
              </a:rPr>
              <a:t> </a:t>
            </a:r>
            <a:r>
              <a:rPr lang="ru" sz="700">
                <a:solidFill>
                  <a:srgbClr val="06287E"/>
                </a:solidFill>
                <a:latin typeface="Courier New"/>
                <a:ea typeface="Courier New"/>
                <a:cs typeface="Courier New"/>
                <a:sym typeface="Courier New"/>
              </a:rPr>
              <a:t>forward</a:t>
            </a:r>
            <a:r>
              <a:rPr lang="ru" sz="700">
                <a:solidFill>
                  <a:schemeClr val="dk1"/>
                </a:solidFill>
                <a:latin typeface="Courier New"/>
                <a:ea typeface="Courier New"/>
                <a:cs typeface="Courier New"/>
                <a:sym typeface="Courier New"/>
              </a:rPr>
              <a:t>(</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 X, state):</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enc_outputs, enc_valid_lens = state[</a:t>
            </a:r>
            <a:r>
              <a:rPr lang="ru" sz="700">
                <a:solidFill>
                  <a:srgbClr val="40A070"/>
                </a:solidFill>
                <a:latin typeface="Courier New"/>
                <a:ea typeface="Courier New"/>
                <a:cs typeface="Courier New"/>
                <a:sym typeface="Courier New"/>
              </a:rPr>
              <a:t>0</a:t>
            </a:r>
            <a:r>
              <a:rPr lang="ru" sz="700">
                <a:solidFill>
                  <a:schemeClr val="dk1"/>
                </a:solidFill>
                <a:latin typeface="Courier New"/>
                <a:ea typeface="Courier New"/>
                <a:cs typeface="Courier New"/>
                <a:sym typeface="Courier New"/>
              </a:rPr>
              <a:t>], state[</a:t>
            </a:r>
            <a:r>
              <a:rPr lang="ru" sz="700">
                <a:solidFill>
                  <a:srgbClr val="40A070"/>
                </a:solidFill>
                <a:latin typeface="Courier New"/>
                <a:ea typeface="Courier New"/>
                <a:cs typeface="Courier New"/>
                <a:sym typeface="Courier New"/>
              </a:rPr>
              <a:t>1</a:t>
            </a:r>
            <a:r>
              <a:rPr lang="ru" sz="700">
                <a:solidFill>
                  <a:schemeClr val="dk1"/>
                </a:solidFill>
                <a:latin typeface="Courier New"/>
                <a:ea typeface="Courier New"/>
                <a:cs typeface="Courier New"/>
                <a:sym typeface="Courier New"/>
              </a:rPr>
              <a:t>]</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During training, all the tokens of any output sequence are processed</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at the same time, so state[2][self.i] is None as initialized. When</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decoding any output sequence token by token during prediction,</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state[2][self.i] contains representations of the decoded output at</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the i-th block up to the current time step</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b="1">
                <a:solidFill>
                  <a:srgbClr val="007020"/>
                </a:solidFill>
                <a:latin typeface="Courier New"/>
                <a:ea typeface="Courier New"/>
                <a:cs typeface="Courier New"/>
                <a:sym typeface="Courier New"/>
              </a:rPr>
              <a:t>if</a:t>
            </a:r>
            <a:r>
              <a:rPr lang="ru" sz="700">
                <a:solidFill>
                  <a:schemeClr val="dk1"/>
                </a:solidFill>
                <a:latin typeface="Courier New"/>
                <a:ea typeface="Courier New"/>
                <a:cs typeface="Courier New"/>
                <a:sym typeface="Courier New"/>
              </a:rPr>
              <a:t> state[</a:t>
            </a:r>
            <a:r>
              <a:rPr lang="ru" sz="700">
                <a:solidFill>
                  <a:srgbClr val="40A070"/>
                </a:solidFill>
                <a:latin typeface="Courier New"/>
                <a:ea typeface="Courier New"/>
                <a:cs typeface="Courier New"/>
                <a:sym typeface="Courier New"/>
              </a:rPr>
              <a:t>2</a:t>
            </a:r>
            <a:r>
              <a:rPr lang="ru" sz="700">
                <a:solidFill>
                  <a:schemeClr val="dk1"/>
                </a:solidFill>
                <a:latin typeface="Courier New"/>
                <a:ea typeface="Courier New"/>
                <a:cs typeface="Courier New"/>
                <a:sym typeface="Courier New"/>
              </a:rPr>
              <a:t>][</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.i] </a:t>
            </a:r>
            <a:r>
              <a:rPr lang="ru" sz="700" b="1">
                <a:solidFill>
                  <a:srgbClr val="007020"/>
                </a:solidFill>
                <a:latin typeface="Courier New"/>
                <a:ea typeface="Courier New"/>
                <a:cs typeface="Courier New"/>
                <a:sym typeface="Courier New"/>
              </a:rPr>
              <a:t>is</a:t>
            </a:r>
            <a:r>
              <a:rPr lang="ru" sz="700">
                <a:solidFill>
                  <a:schemeClr val="dk1"/>
                </a:solidFill>
                <a:latin typeface="Courier New"/>
                <a:ea typeface="Courier New"/>
                <a:cs typeface="Courier New"/>
                <a:sym typeface="Courier New"/>
              </a:rPr>
              <a:t> </a:t>
            </a:r>
            <a:r>
              <a:rPr lang="ru" sz="700" b="1">
                <a:solidFill>
                  <a:srgbClr val="007020"/>
                </a:solidFill>
                <a:latin typeface="Courier New"/>
                <a:ea typeface="Courier New"/>
                <a:cs typeface="Courier New"/>
                <a:sym typeface="Courier New"/>
              </a:rPr>
              <a:t>None</a:t>
            </a:r>
            <a:r>
              <a:rPr lang="ru" sz="700">
                <a:solidFill>
                  <a:schemeClr val="dk1"/>
                </a:solidFill>
                <a:latin typeface="Courier New"/>
                <a:ea typeface="Courier New"/>
                <a:cs typeface="Courier New"/>
                <a:sym typeface="Courier New"/>
              </a:rPr>
              <a:t>:</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key_values = X</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b="1">
                <a:solidFill>
                  <a:srgbClr val="007020"/>
                </a:solidFill>
                <a:latin typeface="Courier New"/>
                <a:ea typeface="Courier New"/>
                <a:cs typeface="Courier New"/>
                <a:sym typeface="Courier New"/>
              </a:rPr>
              <a:t>else</a:t>
            </a:r>
            <a:r>
              <a:rPr lang="ru" sz="700">
                <a:solidFill>
                  <a:schemeClr val="dk1"/>
                </a:solidFill>
                <a:latin typeface="Courier New"/>
                <a:ea typeface="Courier New"/>
                <a:cs typeface="Courier New"/>
                <a:sym typeface="Courier New"/>
              </a:rPr>
              <a:t>:</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key_values = torch.cat((state[</a:t>
            </a:r>
            <a:r>
              <a:rPr lang="ru" sz="700">
                <a:solidFill>
                  <a:srgbClr val="40A070"/>
                </a:solidFill>
                <a:latin typeface="Courier New"/>
                <a:ea typeface="Courier New"/>
                <a:cs typeface="Courier New"/>
                <a:sym typeface="Courier New"/>
              </a:rPr>
              <a:t>2</a:t>
            </a:r>
            <a:r>
              <a:rPr lang="ru" sz="700">
                <a:solidFill>
                  <a:schemeClr val="dk1"/>
                </a:solidFill>
                <a:latin typeface="Courier New"/>
                <a:ea typeface="Courier New"/>
                <a:cs typeface="Courier New"/>
                <a:sym typeface="Courier New"/>
              </a:rPr>
              <a:t>][</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.i], X), dim=</a:t>
            </a:r>
            <a:r>
              <a:rPr lang="ru" sz="700">
                <a:solidFill>
                  <a:srgbClr val="40A070"/>
                </a:solidFill>
                <a:latin typeface="Courier New"/>
                <a:ea typeface="Courier New"/>
                <a:cs typeface="Courier New"/>
                <a:sym typeface="Courier New"/>
              </a:rPr>
              <a:t>1</a:t>
            </a:r>
            <a:r>
              <a:rPr lang="ru" sz="700">
                <a:solidFill>
                  <a:schemeClr val="dk1"/>
                </a:solidFill>
                <a:latin typeface="Courier New"/>
                <a:ea typeface="Courier New"/>
                <a:cs typeface="Courier New"/>
                <a:sym typeface="Courier New"/>
              </a:rPr>
              <a:t>)</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state[</a:t>
            </a:r>
            <a:r>
              <a:rPr lang="ru" sz="700">
                <a:solidFill>
                  <a:srgbClr val="40A070"/>
                </a:solidFill>
                <a:latin typeface="Courier New"/>
                <a:ea typeface="Courier New"/>
                <a:cs typeface="Courier New"/>
                <a:sym typeface="Courier New"/>
              </a:rPr>
              <a:t>2</a:t>
            </a:r>
            <a:r>
              <a:rPr lang="ru" sz="700">
                <a:solidFill>
                  <a:schemeClr val="dk1"/>
                </a:solidFill>
                <a:latin typeface="Courier New"/>
                <a:ea typeface="Courier New"/>
                <a:cs typeface="Courier New"/>
                <a:sym typeface="Courier New"/>
              </a:rPr>
              <a:t>][</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.i] = key_values</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b="1">
                <a:solidFill>
                  <a:srgbClr val="007020"/>
                </a:solidFill>
                <a:latin typeface="Courier New"/>
                <a:ea typeface="Courier New"/>
                <a:cs typeface="Courier New"/>
                <a:sym typeface="Courier New"/>
              </a:rPr>
              <a:t>if</a:t>
            </a:r>
            <a:r>
              <a:rPr lang="ru" sz="700">
                <a:solidFill>
                  <a:schemeClr val="dk1"/>
                </a:solidFill>
                <a:latin typeface="Courier New"/>
                <a:ea typeface="Courier New"/>
                <a:cs typeface="Courier New"/>
                <a:sym typeface="Courier New"/>
              </a:rPr>
              <a:t> </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.training:</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batch_size, num_steps, _ = X.shape</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Shape of dec_valid_lens: (batch_size, num_steps), where every</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row is [1, 2, ..., num_steps]</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dec_valid_lens = torch.arange(</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a:solidFill>
                  <a:srgbClr val="40A070"/>
                </a:solidFill>
                <a:latin typeface="Courier New"/>
                <a:ea typeface="Courier New"/>
                <a:cs typeface="Courier New"/>
                <a:sym typeface="Courier New"/>
              </a:rPr>
              <a:t>1</a:t>
            </a:r>
            <a:r>
              <a:rPr lang="ru" sz="700">
                <a:solidFill>
                  <a:schemeClr val="dk1"/>
                </a:solidFill>
                <a:latin typeface="Courier New"/>
                <a:ea typeface="Courier New"/>
                <a:cs typeface="Courier New"/>
                <a:sym typeface="Courier New"/>
              </a:rPr>
              <a:t>, num_steps + </a:t>
            </a:r>
            <a:r>
              <a:rPr lang="ru" sz="700">
                <a:solidFill>
                  <a:srgbClr val="40A070"/>
                </a:solidFill>
                <a:latin typeface="Courier New"/>
                <a:ea typeface="Courier New"/>
                <a:cs typeface="Courier New"/>
                <a:sym typeface="Courier New"/>
              </a:rPr>
              <a:t>1</a:t>
            </a:r>
            <a:r>
              <a:rPr lang="ru" sz="700">
                <a:solidFill>
                  <a:schemeClr val="dk1"/>
                </a:solidFill>
                <a:latin typeface="Courier New"/>
                <a:ea typeface="Courier New"/>
                <a:cs typeface="Courier New"/>
                <a:sym typeface="Courier New"/>
              </a:rPr>
              <a:t>, device=X.device).repeat(batch_size, </a:t>
            </a:r>
            <a:r>
              <a:rPr lang="ru" sz="700">
                <a:solidFill>
                  <a:srgbClr val="40A070"/>
                </a:solidFill>
                <a:latin typeface="Courier New"/>
                <a:ea typeface="Courier New"/>
                <a:cs typeface="Courier New"/>
                <a:sym typeface="Courier New"/>
              </a:rPr>
              <a:t>1</a:t>
            </a:r>
            <a:r>
              <a:rPr lang="ru" sz="700">
                <a:solidFill>
                  <a:schemeClr val="dk1"/>
                </a:solidFill>
                <a:latin typeface="Courier New"/>
                <a:ea typeface="Courier New"/>
                <a:cs typeface="Courier New"/>
                <a:sym typeface="Courier New"/>
              </a:rPr>
              <a:t>)</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b="1">
                <a:solidFill>
                  <a:srgbClr val="007020"/>
                </a:solidFill>
                <a:latin typeface="Courier New"/>
                <a:ea typeface="Courier New"/>
                <a:cs typeface="Courier New"/>
                <a:sym typeface="Courier New"/>
              </a:rPr>
              <a:t>else</a:t>
            </a:r>
            <a:r>
              <a:rPr lang="ru" sz="700">
                <a:solidFill>
                  <a:schemeClr val="dk1"/>
                </a:solidFill>
                <a:latin typeface="Courier New"/>
                <a:ea typeface="Courier New"/>
                <a:cs typeface="Courier New"/>
                <a:sym typeface="Courier New"/>
              </a:rPr>
              <a:t>:</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dec_valid_lens = </a:t>
            </a:r>
            <a:r>
              <a:rPr lang="ru" sz="700" b="1">
                <a:solidFill>
                  <a:srgbClr val="007020"/>
                </a:solidFill>
                <a:latin typeface="Courier New"/>
                <a:ea typeface="Courier New"/>
                <a:cs typeface="Courier New"/>
                <a:sym typeface="Courier New"/>
              </a:rPr>
              <a:t>None</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Self-attention</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X2 = </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.attention1(X, key_values, key_values, dec_valid_lens)</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Y = </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.addnorm1(X, X2)</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Encoder-decoder attention. Shape of enc_outputs:</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i="1">
                <a:solidFill>
                  <a:srgbClr val="60A0B0"/>
                </a:solidFill>
                <a:latin typeface="Courier New"/>
                <a:ea typeface="Courier New"/>
                <a:cs typeface="Courier New"/>
                <a:sym typeface="Courier New"/>
              </a:rPr>
              <a:t># (batch_size, num_steps, num_hiddens)</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Y2 = </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.attention2(Y, enc_outputs, enc_outputs, enc_valid_lens)</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Z = </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.addnorm2(Y, Y2)</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700">
                <a:solidFill>
                  <a:schemeClr val="dk1"/>
                </a:solidFill>
                <a:latin typeface="Courier New"/>
                <a:ea typeface="Courier New"/>
                <a:cs typeface="Courier New"/>
                <a:sym typeface="Courier New"/>
              </a:rPr>
              <a:t>        </a:t>
            </a:r>
            <a:r>
              <a:rPr lang="ru" sz="700" b="1">
                <a:solidFill>
                  <a:srgbClr val="007020"/>
                </a:solidFill>
                <a:latin typeface="Courier New"/>
                <a:ea typeface="Courier New"/>
                <a:cs typeface="Courier New"/>
                <a:sym typeface="Courier New"/>
              </a:rPr>
              <a:t>return</a:t>
            </a:r>
            <a:r>
              <a:rPr lang="ru" sz="700">
                <a:solidFill>
                  <a:schemeClr val="dk1"/>
                </a:solidFill>
                <a:latin typeface="Courier New"/>
                <a:ea typeface="Courier New"/>
                <a:cs typeface="Courier New"/>
                <a:sym typeface="Courier New"/>
              </a:rPr>
              <a:t> </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.addnorm3(Z, </a:t>
            </a:r>
            <a:r>
              <a:rPr lang="ru" sz="700">
                <a:solidFill>
                  <a:srgbClr val="007020"/>
                </a:solidFill>
                <a:latin typeface="Courier New"/>
                <a:ea typeface="Courier New"/>
                <a:cs typeface="Courier New"/>
                <a:sym typeface="Courier New"/>
              </a:rPr>
              <a:t>self</a:t>
            </a:r>
            <a:r>
              <a:rPr lang="ru" sz="700">
                <a:solidFill>
                  <a:schemeClr val="dk1"/>
                </a:solidFill>
                <a:latin typeface="Courier New"/>
                <a:ea typeface="Courier New"/>
                <a:cs typeface="Courier New"/>
                <a:sym typeface="Courier New"/>
              </a:rPr>
              <a:t>.ffn(Z)), state</a:t>
            </a:r>
            <a:endParaRPr sz="7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500" b="1">
              <a:solidFill>
                <a:srgbClr val="007020"/>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200" b="1">
              <a:solidFill>
                <a:srgbClr val="007020"/>
              </a:solidFill>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47"/>
        <p:cNvGrpSpPr/>
        <p:nvPr/>
      </p:nvGrpSpPr>
      <p:grpSpPr>
        <a:xfrm>
          <a:off x="0" y="0"/>
          <a:ext cx="0" cy="0"/>
          <a:chOff x="0" y="0"/>
          <a:chExt cx="0" cy="0"/>
        </a:xfrm>
      </p:grpSpPr>
      <p:sp>
        <p:nvSpPr>
          <p:cNvPr id="348" name="Google Shape;348;g36ae3d6f989_0_342"/>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49" name="Google Shape;349;g36ae3d6f989_0_342"/>
          <p:cNvSpPr txBox="1"/>
          <p:nvPr/>
        </p:nvSpPr>
        <p:spPr>
          <a:xfrm>
            <a:off x="500550" y="917100"/>
            <a:ext cx="8643600" cy="35499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1000" b="1">
                <a:solidFill>
                  <a:srgbClr val="007020"/>
                </a:solidFill>
                <a:latin typeface="Courier New"/>
                <a:ea typeface="Courier New"/>
                <a:cs typeface="Courier New"/>
                <a:sym typeface="Courier New"/>
              </a:rPr>
              <a:t>class</a:t>
            </a:r>
            <a:r>
              <a:rPr lang="ru" sz="1000">
                <a:solidFill>
                  <a:schemeClr val="dk1"/>
                </a:solidFill>
                <a:latin typeface="Courier New"/>
                <a:ea typeface="Courier New"/>
                <a:cs typeface="Courier New"/>
                <a:sym typeface="Courier New"/>
              </a:rPr>
              <a:t> </a:t>
            </a:r>
            <a:r>
              <a:rPr lang="ru" sz="1000" b="1">
                <a:solidFill>
                  <a:srgbClr val="0E84B5"/>
                </a:solidFill>
                <a:latin typeface="Courier New"/>
                <a:ea typeface="Courier New"/>
                <a:cs typeface="Courier New"/>
                <a:sym typeface="Courier New"/>
              </a:rPr>
              <a:t>TransformerDecoder</a:t>
            </a:r>
            <a:r>
              <a:rPr lang="ru" sz="1000">
                <a:solidFill>
                  <a:schemeClr val="dk1"/>
                </a:solidFill>
                <a:latin typeface="Courier New"/>
                <a:ea typeface="Courier New"/>
                <a:cs typeface="Courier New"/>
                <a:sym typeface="Courier New"/>
              </a:rPr>
              <a:t>(d2l.AttentionDecoder):</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def</a:t>
            </a:r>
            <a:r>
              <a:rPr lang="ru" sz="1000">
                <a:solidFill>
                  <a:schemeClr val="dk1"/>
                </a:solidFill>
                <a:latin typeface="Courier New"/>
                <a:ea typeface="Courier New"/>
                <a:cs typeface="Courier New"/>
                <a:sym typeface="Courier New"/>
              </a:rPr>
              <a:t> </a:t>
            </a:r>
            <a:r>
              <a:rPr lang="ru" sz="1000">
                <a:solidFill>
                  <a:srgbClr val="06287E"/>
                </a:solidFill>
                <a:latin typeface="Courier New"/>
                <a:ea typeface="Courier New"/>
                <a:cs typeface="Courier New"/>
                <a:sym typeface="Courier New"/>
              </a:rPr>
              <a:t>__init__</a:t>
            </a:r>
            <a:r>
              <a:rPr lang="ru" sz="1000">
                <a:solidFill>
                  <a:schemeClr val="dk1"/>
                </a:solidFill>
                <a:latin typeface="Courier New"/>
                <a:ea typeface="Courier New"/>
                <a:cs typeface="Courier New"/>
                <a:sym typeface="Courier New"/>
              </a:rPr>
              <a:t>(</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 vocab_size, num_hiddens, ffn_num_hiddens, num_heads,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num_blks, dropout):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super</a:t>
            </a:r>
            <a:r>
              <a:rPr lang="ru" sz="1000">
                <a:solidFill>
                  <a:schemeClr val="dk1"/>
                </a:solidFill>
                <a:latin typeface="Courier New"/>
                <a:ea typeface="Courier New"/>
                <a:cs typeface="Courier New"/>
                <a:sym typeface="Courier New"/>
              </a:rPr>
              <a:t>().</a:t>
            </a:r>
            <a:r>
              <a:rPr lang="ru" sz="1000">
                <a:solidFill>
                  <a:srgbClr val="06287E"/>
                </a:solidFill>
                <a:latin typeface="Courier New"/>
                <a:ea typeface="Courier New"/>
                <a:cs typeface="Courier New"/>
                <a:sym typeface="Courier New"/>
              </a:rPr>
              <a:t>__init__</a:t>
            </a:r>
            <a:r>
              <a:rPr lang="ru"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.num_hiddens = num_hiddens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.num_blks = num_blks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.embedding = nn.Embedding(vocab_size, num_hiddens)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.pos_encoding = d2l.PositionalEncoding(num_hiddens, dropout)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.blks = nn.Sequential()</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for</a:t>
            </a:r>
            <a:r>
              <a:rPr lang="ru" sz="1000">
                <a:solidFill>
                  <a:schemeClr val="dk1"/>
                </a:solidFill>
                <a:latin typeface="Courier New"/>
                <a:ea typeface="Courier New"/>
                <a:cs typeface="Courier New"/>
                <a:sym typeface="Courier New"/>
              </a:rPr>
              <a:t> i </a:t>
            </a:r>
            <a:r>
              <a:rPr lang="ru" sz="1000" b="1">
                <a:solidFill>
                  <a:srgbClr val="007020"/>
                </a:solidFill>
                <a:latin typeface="Courier New"/>
                <a:ea typeface="Courier New"/>
                <a:cs typeface="Courier New"/>
                <a:sym typeface="Courier New"/>
              </a:rPr>
              <a:t>in</a:t>
            </a: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range</a:t>
            </a:r>
            <a:r>
              <a:rPr lang="ru" sz="1000">
                <a:solidFill>
                  <a:schemeClr val="dk1"/>
                </a:solidFill>
                <a:latin typeface="Courier New"/>
                <a:ea typeface="Courier New"/>
                <a:cs typeface="Courier New"/>
                <a:sym typeface="Courier New"/>
              </a:rPr>
              <a:t>(num_blks):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.blks.add_module(</a:t>
            </a:r>
            <a:r>
              <a:rPr lang="ru" sz="1000">
                <a:solidFill>
                  <a:srgbClr val="4070A0"/>
                </a:solidFill>
                <a:latin typeface="Courier New"/>
                <a:ea typeface="Courier New"/>
                <a:cs typeface="Courier New"/>
                <a:sym typeface="Courier New"/>
              </a:rPr>
              <a:t>"block"</a:t>
            </a:r>
            <a:r>
              <a:rPr lang="ru" sz="1000">
                <a:solidFill>
                  <a:schemeClr val="dk1"/>
                </a:solidFill>
                <a:latin typeface="Courier New"/>
                <a:ea typeface="Courier New"/>
                <a:cs typeface="Courier New"/>
                <a:sym typeface="Courier New"/>
              </a:rPr>
              <a:t>+</a:t>
            </a:r>
            <a:r>
              <a:rPr lang="ru" sz="1000">
                <a:solidFill>
                  <a:srgbClr val="007020"/>
                </a:solidFill>
                <a:latin typeface="Courier New"/>
                <a:ea typeface="Courier New"/>
                <a:cs typeface="Courier New"/>
                <a:sym typeface="Courier New"/>
              </a:rPr>
              <a:t>str</a:t>
            </a:r>
            <a:r>
              <a:rPr lang="ru" sz="1000">
                <a:solidFill>
                  <a:schemeClr val="dk1"/>
                </a:solidFill>
                <a:latin typeface="Courier New"/>
                <a:ea typeface="Courier New"/>
                <a:cs typeface="Courier New"/>
                <a:sym typeface="Courier New"/>
              </a:rPr>
              <a:t>(i), TransformerDecoderBlock(</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num_hiddens, ffn_num_hiddens, num_heads, dropout, i))</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.dense = nn.LazyLinear(vocab_size)</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def</a:t>
            </a:r>
            <a:r>
              <a:rPr lang="ru" sz="1000">
                <a:solidFill>
                  <a:schemeClr val="dk1"/>
                </a:solidFill>
                <a:latin typeface="Courier New"/>
                <a:ea typeface="Courier New"/>
                <a:cs typeface="Courier New"/>
                <a:sym typeface="Courier New"/>
              </a:rPr>
              <a:t> </a:t>
            </a:r>
            <a:r>
              <a:rPr lang="ru" sz="1000">
                <a:solidFill>
                  <a:srgbClr val="06287E"/>
                </a:solidFill>
                <a:latin typeface="Courier New"/>
                <a:ea typeface="Courier New"/>
                <a:cs typeface="Courier New"/>
                <a:sym typeface="Courier New"/>
              </a:rPr>
              <a:t>init_state</a:t>
            </a:r>
            <a:r>
              <a:rPr lang="ru" sz="1000">
                <a:solidFill>
                  <a:schemeClr val="dk1"/>
                </a:solidFill>
                <a:latin typeface="Courier New"/>
                <a:ea typeface="Courier New"/>
                <a:cs typeface="Courier New"/>
                <a:sym typeface="Courier New"/>
              </a:rPr>
              <a:t>(</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 enc_outputs, enc_valid_lens):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return</a:t>
            </a:r>
            <a:r>
              <a:rPr lang="ru" sz="1000">
                <a:solidFill>
                  <a:schemeClr val="dk1"/>
                </a:solidFill>
                <a:latin typeface="Courier New"/>
                <a:ea typeface="Courier New"/>
                <a:cs typeface="Courier New"/>
                <a:sym typeface="Courier New"/>
              </a:rPr>
              <a:t> [enc_outputs, enc_valid_lens, [</a:t>
            </a:r>
            <a:r>
              <a:rPr lang="ru" sz="1000" b="1">
                <a:solidFill>
                  <a:srgbClr val="007020"/>
                </a:solidFill>
                <a:latin typeface="Courier New"/>
                <a:ea typeface="Courier New"/>
                <a:cs typeface="Courier New"/>
                <a:sym typeface="Courier New"/>
              </a:rPr>
              <a:t>None</a:t>
            </a:r>
            <a:r>
              <a:rPr lang="ru" sz="1000">
                <a:solidFill>
                  <a:schemeClr val="dk1"/>
                </a:solidFill>
                <a:latin typeface="Courier New"/>
                <a:ea typeface="Courier New"/>
                <a:cs typeface="Courier New"/>
                <a:sym typeface="Courier New"/>
              </a:rPr>
              <a:t>] *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.num_blks]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endParaRPr sz="600">
              <a:solidFill>
                <a:schemeClr val="dk1"/>
              </a:solidFill>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353"/>
        <p:cNvGrpSpPr/>
        <p:nvPr/>
      </p:nvGrpSpPr>
      <p:grpSpPr>
        <a:xfrm>
          <a:off x="0" y="0"/>
          <a:ext cx="0" cy="0"/>
          <a:chOff x="0" y="0"/>
          <a:chExt cx="0" cy="0"/>
        </a:xfrm>
      </p:grpSpPr>
      <p:sp>
        <p:nvSpPr>
          <p:cNvPr id="354" name="Google Shape;354;g36ae3d6f989_0_348"/>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a:t>Трансформеры</a:t>
            </a:r>
            <a:endParaRPr/>
          </a:p>
        </p:txBody>
      </p:sp>
      <p:sp>
        <p:nvSpPr>
          <p:cNvPr id="355" name="Google Shape;355;g36ae3d6f989_0_348"/>
          <p:cNvSpPr txBox="1"/>
          <p:nvPr/>
        </p:nvSpPr>
        <p:spPr>
          <a:xfrm>
            <a:off x="500550" y="917100"/>
            <a:ext cx="8643600" cy="3474600"/>
          </a:xfrm>
          <a:prstGeom prst="rect">
            <a:avLst/>
          </a:prstGeom>
          <a:noFill/>
          <a:ln>
            <a:noFill/>
          </a:ln>
        </p:spPr>
        <p:txBody>
          <a:bodyPr spcFirstLastPara="1" wrap="square" lIns="91425" tIns="91425" rIns="91425" bIns="91425" anchor="t" anchorCtr="0">
            <a:spAutoFit/>
          </a:bodyPr>
          <a:lstStyle/>
          <a:p>
            <a:pPr marL="0" lvl="0" indent="0" algn="l" rtl="0">
              <a:lnSpc>
                <a:spcPct val="122727"/>
              </a:lnSpc>
              <a:spcBef>
                <a:spcPts val="0"/>
              </a:spcBef>
              <a:spcAft>
                <a:spcPts val="0"/>
              </a:spcAft>
              <a:buNone/>
            </a:pPr>
            <a:r>
              <a:rPr lang="ru" sz="1000" b="1">
                <a:solidFill>
                  <a:srgbClr val="007020"/>
                </a:solidFill>
                <a:latin typeface="Courier New"/>
                <a:ea typeface="Courier New"/>
                <a:cs typeface="Courier New"/>
                <a:sym typeface="Courier New"/>
              </a:rPr>
              <a:t>def</a:t>
            </a:r>
            <a:r>
              <a:rPr lang="ru" sz="1000">
                <a:solidFill>
                  <a:schemeClr val="dk1"/>
                </a:solidFill>
                <a:latin typeface="Courier New"/>
                <a:ea typeface="Courier New"/>
                <a:cs typeface="Courier New"/>
                <a:sym typeface="Courier New"/>
              </a:rPr>
              <a:t> </a:t>
            </a:r>
            <a:r>
              <a:rPr lang="ru" sz="1000">
                <a:solidFill>
                  <a:srgbClr val="06287E"/>
                </a:solidFill>
                <a:latin typeface="Courier New"/>
                <a:ea typeface="Courier New"/>
                <a:cs typeface="Courier New"/>
                <a:sym typeface="Courier New"/>
              </a:rPr>
              <a:t>forward</a:t>
            </a:r>
            <a:r>
              <a:rPr lang="ru" sz="1000">
                <a:solidFill>
                  <a:schemeClr val="dk1"/>
                </a:solidFill>
                <a:latin typeface="Courier New"/>
                <a:ea typeface="Courier New"/>
                <a:cs typeface="Courier New"/>
                <a:sym typeface="Courier New"/>
              </a:rPr>
              <a:t>(</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 X, state):</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X =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.pos_encoding(</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.embedding(X) * math.sqrt(</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.num_hiddens))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._attention_weights = [[</a:t>
            </a:r>
            <a:r>
              <a:rPr lang="ru" sz="1000" b="1">
                <a:solidFill>
                  <a:srgbClr val="007020"/>
                </a:solidFill>
                <a:latin typeface="Courier New"/>
                <a:ea typeface="Courier New"/>
                <a:cs typeface="Courier New"/>
                <a:sym typeface="Courier New"/>
              </a:rPr>
              <a:t>None</a:t>
            </a:r>
            <a:r>
              <a:rPr lang="ru" sz="1000">
                <a:solidFill>
                  <a:schemeClr val="dk1"/>
                </a:solidFill>
                <a:latin typeface="Courier New"/>
                <a:ea typeface="Courier New"/>
                <a:cs typeface="Courier New"/>
                <a:sym typeface="Courier New"/>
              </a:rPr>
              <a:t>] * </a:t>
            </a:r>
            <a:r>
              <a:rPr lang="ru" sz="1000">
                <a:solidFill>
                  <a:srgbClr val="007020"/>
                </a:solidFill>
                <a:latin typeface="Courier New"/>
                <a:ea typeface="Courier New"/>
                <a:cs typeface="Courier New"/>
                <a:sym typeface="Courier New"/>
              </a:rPr>
              <a:t>len</a:t>
            </a:r>
            <a:r>
              <a:rPr lang="ru" sz="1000">
                <a:solidFill>
                  <a:schemeClr val="dk1"/>
                </a:solidFill>
                <a:latin typeface="Courier New"/>
                <a:ea typeface="Courier New"/>
                <a:cs typeface="Courier New"/>
                <a:sym typeface="Courier New"/>
              </a:rPr>
              <a:t>(</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.blks) </a:t>
            </a:r>
            <a:r>
              <a:rPr lang="ru" sz="1000" b="1">
                <a:solidFill>
                  <a:srgbClr val="007020"/>
                </a:solidFill>
                <a:latin typeface="Courier New"/>
                <a:ea typeface="Courier New"/>
                <a:cs typeface="Courier New"/>
                <a:sym typeface="Courier New"/>
              </a:rPr>
              <a:t>for</a:t>
            </a:r>
            <a:r>
              <a:rPr lang="ru" sz="1000">
                <a:solidFill>
                  <a:schemeClr val="dk1"/>
                </a:solidFill>
                <a:latin typeface="Courier New"/>
                <a:ea typeface="Courier New"/>
                <a:cs typeface="Courier New"/>
                <a:sym typeface="Courier New"/>
              </a:rPr>
              <a:t> _ </a:t>
            </a:r>
            <a:r>
              <a:rPr lang="ru" sz="1000" b="1">
                <a:solidFill>
                  <a:srgbClr val="007020"/>
                </a:solidFill>
                <a:latin typeface="Courier New"/>
                <a:ea typeface="Courier New"/>
                <a:cs typeface="Courier New"/>
                <a:sym typeface="Courier New"/>
              </a:rPr>
              <a:t>in</a:t>
            </a: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range</a:t>
            </a:r>
            <a:r>
              <a:rPr lang="ru" sz="1000">
                <a:solidFill>
                  <a:schemeClr val="dk1"/>
                </a:solidFill>
                <a:latin typeface="Courier New"/>
                <a:ea typeface="Courier New"/>
                <a:cs typeface="Courier New"/>
                <a:sym typeface="Courier New"/>
              </a:rPr>
              <a:t> (</a:t>
            </a:r>
            <a:r>
              <a:rPr lang="ru" sz="1000">
                <a:solidFill>
                  <a:srgbClr val="40A070"/>
                </a:solidFill>
                <a:latin typeface="Courier New"/>
                <a:ea typeface="Courier New"/>
                <a:cs typeface="Courier New"/>
                <a:sym typeface="Courier New"/>
              </a:rPr>
              <a:t>2</a:t>
            </a:r>
            <a:r>
              <a:rPr lang="ru"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for</a:t>
            </a:r>
            <a:r>
              <a:rPr lang="ru" sz="1000">
                <a:solidFill>
                  <a:schemeClr val="dk1"/>
                </a:solidFill>
                <a:latin typeface="Courier New"/>
                <a:ea typeface="Courier New"/>
                <a:cs typeface="Courier New"/>
                <a:sym typeface="Courier New"/>
              </a:rPr>
              <a:t> i, blk </a:t>
            </a:r>
            <a:r>
              <a:rPr lang="ru" sz="1000" b="1">
                <a:solidFill>
                  <a:srgbClr val="007020"/>
                </a:solidFill>
                <a:latin typeface="Courier New"/>
                <a:ea typeface="Courier New"/>
                <a:cs typeface="Courier New"/>
                <a:sym typeface="Courier New"/>
              </a:rPr>
              <a:t>in</a:t>
            </a: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enumerate</a:t>
            </a:r>
            <a:r>
              <a:rPr lang="ru" sz="1000">
                <a:solidFill>
                  <a:schemeClr val="dk1"/>
                </a:solidFill>
                <a:latin typeface="Courier New"/>
                <a:ea typeface="Courier New"/>
                <a:cs typeface="Courier New"/>
                <a:sym typeface="Courier New"/>
              </a:rPr>
              <a:t>(</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.blks):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X, state = blk(X, state)</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i="1">
                <a:solidFill>
                  <a:srgbClr val="60A0B0"/>
                </a:solidFill>
                <a:latin typeface="Courier New"/>
                <a:ea typeface="Courier New"/>
                <a:cs typeface="Courier New"/>
                <a:sym typeface="Courier New"/>
              </a:rPr>
              <a:t># Decoder self-attention weights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._attention_weights[</a:t>
            </a:r>
            <a:r>
              <a:rPr lang="ru" sz="1000">
                <a:solidFill>
                  <a:srgbClr val="40A070"/>
                </a:solidFill>
                <a:latin typeface="Courier New"/>
                <a:ea typeface="Courier New"/>
                <a:cs typeface="Courier New"/>
                <a:sym typeface="Courier New"/>
              </a:rPr>
              <a:t>0</a:t>
            </a:r>
            <a:r>
              <a:rPr lang="ru"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i] = blk.attention1.attention.attention_weights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i="1">
                <a:solidFill>
                  <a:srgbClr val="60A0B0"/>
                </a:solidFill>
                <a:latin typeface="Courier New"/>
                <a:ea typeface="Courier New"/>
                <a:cs typeface="Courier New"/>
                <a:sym typeface="Courier New"/>
              </a:rPr>
              <a:t># Encoder-decoder attention weights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._attention_weights[</a:t>
            </a:r>
            <a:r>
              <a:rPr lang="ru" sz="1000">
                <a:solidFill>
                  <a:srgbClr val="40A070"/>
                </a:solidFill>
                <a:latin typeface="Courier New"/>
                <a:ea typeface="Courier New"/>
                <a:cs typeface="Courier New"/>
                <a:sym typeface="Courier New"/>
              </a:rPr>
              <a:t>1</a:t>
            </a:r>
            <a:r>
              <a:rPr lang="ru"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i] = blk.attention2.attention.attention_weights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return</a:t>
            </a: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.dense(X), state</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chemeClr val="dk1"/>
                </a:solidFill>
                <a:latin typeface="Courier New"/>
                <a:ea typeface="Courier New"/>
                <a:cs typeface="Courier New"/>
                <a:sym typeface="Courier New"/>
              </a:rPr>
              <a:t>@property</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def</a:t>
            </a:r>
            <a:r>
              <a:rPr lang="ru" sz="1000">
                <a:solidFill>
                  <a:schemeClr val="dk1"/>
                </a:solidFill>
                <a:latin typeface="Courier New"/>
                <a:ea typeface="Courier New"/>
                <a:cs typeface="Courier New"/>
                <a:sym typeface="Courier New"/>
              </a:rPr>
              <a:t> </a:t>
            </a:r>
            <a:r>
              <a:rPr lang="ru" sz="1000">
                <a:solidFill>
                  <a:srgbClr val="06287E"/>
                </a:solidFill>
                <a:latin typeface="Courier New"/>
                <a:ea typeface="Courier New"/>
                <a:cs typeface="Courier New"/>
                <a:sym typeface="Courier New"/>
              </a:rPr>
              <a:t>attention_weights</a:t>
            </a:r>
            <a:r>
              <a:rPr lang="ru" sz="1000">
                <a:solidFill>
                  <a:schemeClr val="dk1"/>
                </a:solidFill>
                <a:latin typeface="Courier New"/>
                <a:ea typeface="Courier New"/>
                <a:cs typeface="Courier New"/>
                <a:sym typeface="Courier New"/>
              </a:rPr>
              <a:t>(</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r>
              <a:rPr lang="ru" sz="1000">
                <a:solidFill>
                  <a:schemeClr val="dk1"/>
                </a:solidFill>
                <a:latin typeface="Courier New"/>
                <a:ea typeface="Courier New"/>
                <a:cs typeface="Courier New"/>
                <a:sym typeface="Courier New"/>
              </a:rPr>
              <a:t>        </a:t>
            </a:r>
            <a:r>
              <a:rPr lang="ru" sz="1000" b="1">
                <a:solidFill>
                  <a:srgbClr val="007020"/>
                </a:solidFill>
                <a:latin typeface="Courier New"/>
                <a:ea typeface="Courier New"/>
                <a:cs typeface="Courier New"/>
                <a:sym typeface="Courier New"/>
              </a:rPr>
              <a:t>return</a:t>
            </a:r>
            <a:r>
              <a:rPr lang="ru" sz="1000">
                <a:solidFill>
                  <a:schemeClr val="dk1"/>
                </a:solidFill>
                <a:latin typeface="Courier New"/>
                <a:ea typeface="Courier New"/>
                <a:cs typeface="Courier New"/>
                <a:sym typeface="Courier New"/>
              </a:rPr>
              <a:t> </a:t>
            </a:r>
            <a:r>
              <a:rPr lang="ru" sz="1000">
                <a:solidFill>
                  <a:srgbClr val="007020"/>
                </a:solidFill>
                <a:latin typeface="Courier New"/>
                <a:ea typeface="Courier New"/>
                <a:cs typeface="Courier New"/>
                <a:sym typeface="Courier New"/>
              </a:rPr>
              <a:t>self</a:t>
            </a:r>
            <a:r>
              <a:rPr lang="ru" sz="1000">
                <a:solidFill>
                  <a:schemeClr val="dk1"/>
                </a:solidFill>
                <a:latin typeface="Courier New"/>
                <a:ea typeface="Courier New"/>
                <a:cs typeface="Courier New"/>
                <a:sym typeface="Courier New"/>
              </a:rPr>
              <a:t>._attention_weights</a:t>
            </a:r>
            <a:endParaRPr sz="10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600">
              <a:solidFill>
                <a:schemeClr val="dk1"/>
              </a:solidFill>
              <a:latin typeface="Courier New"/>
              <a:ea typeface="Courier New"/>
              <a:cs typeface="Courier New"/>
              <a:sym typeface="Courier New"/>
            </a:endParaRPr>
          </a:p>
          <a:p>
            <a:pPr marL="0" lvl="0" indent="0" algn="l" rtl="0">
              <a:lnSpc>
                <a:spcPct val="122727"/>
              </a:lnSpc>
              <a:spcBef>
                <a:spcPts val="0"/>
              </a:spcBef>
              <a:spcAft>
                <a:spcPts val="0"/>
              </a:spcAft>
              <a:buNone/>
            </a:pPr>
            <a:endParaRPr sz="1000" b="1">
              <a:solidFill>
                <a:srgbClr val="007020"/>
              </a:solidFill>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36ae3d6f989_0_348"/>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3100"/>
              <a:buFont typeface="Arial"/>
              <a:buNone/>
            </a:pPr>
            <a:r>
              <a:rPr lang="ru" dirty="0"/>
              <a:t>Трансформеры – материалы на понимание</a:t>
            </a:r>
            <a:endParaRPr dirty="0"/>
          </a:p>
        </p:txBody>
      </p:sp>
      <p:sp>
        <p:nvSpPr>
          <p:cNvPr id="2" name="TextBox 1">
            <a:extLst>
              <a:ext uri="{FF2B5EF4-FFF2-40B4-BE49-F238E27FC236}">
                <a16:creationId xmlns:a16="http://schemas.microsoft.com/office/drawing/2014/main" id="{89FF897D-56DC-0D4C-82AE-282C9AE5395F}"/>
              </a:ext>
            </a:extLst>
          </p:cNvPr>
          <p:cNvSpPr txBox="1"/>
          <p:nvPr/>
        </p:nvSpPr>
        <p:spPr>
          <a:xfrm>
            <a:off x="750627" y="1269242"/>
            <a:ext cx="6660798" cy="1815882"/>
          </a:xfrm>
          <a:prstGeom prst="rect">
            <a:avLst/>
          </a:prstGeom>
          <a:noFill/>
        </p:spPr>
        <p:txBody>
          <a:bodyPr wrap="none" rtlCol="0">
            <a:spAutoFit/>
          </a:bodyPr>
          <a:lstStyle/>
          <a:p>
            <a:r>
              <a:rPr lang="ru-RU" dirty="0"/>
              <a:t>Знакомство с </a:t>
            </a:r>
            <a:r>
              <a:rPr lang="ru-RU" dirty="0" err="1"/>
              <a:t>трансформерами</a:t>
            </a:r>
            <a:endParaRPr lang="ru-RU" dirty="0"/>
          </a:p>
          <a:p>
            <a:pPr marL="285750" indent="-285750">
              <a:buFont typeface="Arial" panose="020B0604020202020204" pitchFamily="34" charset="0"/>
              <a:buChar char="•"/>
            </a:pPr>
            <a:r>
              <a:rPr lang="ru-RU" dirty="0">
                <a:hlinkClick r:id="rId3"/>
              </a:rPr>
              <a:t>Часть 1</a:t>
            </a:r>
            <a:endParaRPr lang="ru-RU" dirty="0"/>
          </a:p>
          <a:p>
            <a:pPr marL="285750" indent="-285750">
              <a:buFont typeface="Arial" panose="020B0604020202020204" pitchFamily="34" charset="0"/>
              <a:buChar char="•"/>
            </a:pPr>
            <a:r>
              <a:rPr lang="ru-RU" dirty="0">
                <a:hlinkClick r:id="rId4"/>
              </a:rPr>
              <a:t>Часть 2</a:t>
            </a:r>
            <a:endParaRPr lang="ru-RU" dirty="0"/>
          </a:p>
          <a:p>
            <a:pPr marL="285750" indent="-285750">
              <a:buFont typeface="Arial" panose="020B0604020202020204" pitchFamily="34" charset="0"/>
              <a:buChar char="•"/>
            </a:pPr>
            <a:r>
              <a:rPr lang="ru-RU" dirty="0">
                <a:hlinkClick r:id="rId5"/>
              </a:rPr>
              <a:t>Часть 3</a:t>
            </a:r>
            <a:endParaRPr lang="ru-RU" dirty="0"/>
          </a:p>
          <a:p>
            <a:endParaRPr lang="ru-RU" dirty="0"/>
          </a:p>
          <a:p>
            <a:r>
              <a:rPr lang="ru-RU" b="0" i="0" u="none" strike="noStrike" dirty="0" err="1">
                <a:effectLst/>
                <a:latin typeface="Fira Sans" panose="020B0503050000020004" pitchFamily="34" charset="0"/>
                <a:hlinkClick r:id="rId6"/>
              </a:rPr>
              <a:t>Трансформеры</a:t>
            </a:r>
            <a:r>
              <a:rPr lang="ru-RU" b="0" i="0" u="none" strike="noStrike" dirty="0">
                <a:effectLst/>
                <a:latin typeface="Fira Sans" panose="020B0503050000020004" pitchFamily="34" charset="0"/>
                <a:hlinkClick r:id="rId6"/>
              </a:rPr>
              <a:t>: технология, лежащая в основе больших языковых моделей</a:t>
            </a:r>
            <a:endParaRPr lang="ru-RU" b="0" i="0" u="none" strike="noStrike" dirty="0">
              <a:effectLst/>
              <a:latin typeface="Fira Sans" panose="020B0503050000020004" pitchFamily="34" charset="0"/>
            </a:endParaRPr>
          </a:p>
          <a:p>
            <a:endParaRPr lang="ru-RU" b="0" i="0" u="none" strike="noStrike" dirty="0">
              <a:effectLst/>
              <a:latin typeface="Fira Sans" panose="020B0503050000020004" pitchFamily="34" charset="0"/>
              <a:hlinkClick r:id="rId7"/>
            </a:endParaRPr>
          </a:p>
          <a:p>
            <a:r>
              <a:rPr lang="ru-RU" b="0" i="0" u="none" strike="noStrike" dirty="0">
                <a:effectLst/>
                <a:latin typeface="Fira Sans" panose="020B0503050000020004" pitchFamily="34" charset="0"/>
                <a:hlinkClick r:id="rId7"/>
              </a:rPr>
              <a:t>Transformer в картинках</a:t>
            </a:r>
            <a:endParaRPr lang="ru-RU" b="0" i="0" u="none" strike="noStrike" dirty="0">
              <a:effectLst/>
              <a:latin typeface="Fira Sans" panose="020B0503050000020004" pitchFamily="34" charset="0"/>
            </a:endParaRPr>
          </a:p>
        </p:txBody>
      </p:sp>
    </p:spTree>
    <p:extLst>
      <p:ext uri="{BB962C8B-B14F-4D97-AF65-F5344CB8AC3E}">
        <p14:creationId xmlns:p14="http://schemas.microsoft.com/office/powerpoint/2010/main" val="3138857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6ae3d6f989_0_458"/>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 sz="4900"/>
              <a:t>Вопросы?</a:t>
            </a:r>
            <a:endParaRPr/>
          </a:p>
        </p:txBody>
      </p:sp>
      <p:pic>
        <p:nvPicPr>
          <p:cNvPr id="361" name="Google Shape;361;g36ae3d6f989_0_458"/>
          <p:cNvPicPr preferRelativeResize="0"/>
          <p:nvPr/>
        </p:nvPicPr>
        <p:blipFill rotWithShape="1">
          <a:blip r:embed="rId3">
            <a:alphaModFix/>
          </a:blip>
          <a:srcRect/>
          <a:stretch/>
        </p:blipFill>
        <p:spPr>
          <a:xfrm>
            <a:off x="719975" y="3370764"/>
            <a:ext cx="662535" cy="662535"/>
          </a:xfrm>
          <a:prstGeom prst="rect">
            <a:avLst/>
          </a:prstGeom>
          <a:noFill/>
          <a:ln>
            <a:noFill/>
          </a:ln>
        </p:spPr>
      </p:pic>
      <p:sp>
        <p:nvSpPr>
          <p:cNvPr id="362" name="Google Shape;362;g36ae3d6f989_0_458"/>
          <p:cNvSpPr txBox="1"/>
          <p:nvPr/>
        </p:nvSpPr>
        <p:spPr>
          <a:xfrm>
            <a:off x="1438025" y="3378781"/>
            <a:ext cx="30000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FFFFFF"/>
                </a:solidFill>
                <a:latin typeface="Roboto"/>
                <a:ea typeface="Roboto"/>
                <a:cs typeface="Roboto"/>
                <a:sym typeface="Roboto"/>
              </a:rPr>
              <a:t>Ставим “+”,</a:t>
            </a:r>
            <a:endParaRPr sz="1500" b="0" i="0" u="none" strike="noStrike" cap="none">
              <a:solidFill>
                <a:srgbClr val="FFFFF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FFFFFF"/>
                </a:solidFill>
                <a:latin typeface="Roboto"/>
                <a:ea typeface="Roboto"/>
                <a:cs typeface="Roboto"/>
                <a:sym typeface="Roboto"/>
              </a:rPr>
              <a:t>если вопросы есть</a:t>
            </a:r>
            <a:endParaRPr sz="1500" b="0" i="0" u="none" strike="noStrike" cap="none">
              <a:solidFill>
                <a:srgbClr val="FFFFFF"/>
              </a:solidFill>
              <a:latin typeface="Roboto"/>
              <a:ea typeface="Roboto"/>
              <a:cs typeface="Roboto"/>
              <a:sym typeface="Roboto"/>
            </a:endParaRPr>
          </a:p>
        </p:txBody>
      </p:sp>
      <p:pic>
        <p:nvPicPr>
          <p:cNvPr id="363" name="Google Shape;363;g36ae3d6f989_0_458"/>
          <p:cNvPicPr preferRelativeResize="0"/>
          <p:nvPr/>
        </p:nvPicPr>
        <p:blipFill rotWithShape="1">
          <a:blip r:embed="rId4">
            <a:alphaModFix/>
          </a:blip>
          <a:srcRect/>
          <a:stretch/>
        </p:blipFill>
        <p:spPr>
          <a:xfrm>
            <a:off x="4102950" y="3370764"/>
            <a:ext cx="662535" cy="662535"/>
          </a:xfrm>
          <a:prstGeom prst="rect">
            <a:avLst/>
          </a:prstGeom>
          <a:noFill/>
          <a:ln>
            <a:noFill/>
          </a:ln>
        </p:spPr>
      </p:pic>
      <p:sp>
        <p:nvSpPr>
          <p:cNvPr id="364" name="Google Shape;364;g36ae3d6f989_0_458"/>
          <p:cNvSpPr txBox="1"/>
          <p:nvPr/>
        </p:nvSpPr>
        <p:spPr>
          <a:xfrm>
            <a:off x="4806700" y="3378781"/>
            <a:ext cx="30000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FFFFFF"/>
                </a:solidFill>
                <a:latin typeface="Roboto"/>
                <a:ea typeface="Roboto"/>
                <a:cs typeface="Roboto"/>
                <a:sym typeface="Roboto"/>
              </a:rPr>
              <a:t>Ставим “–”,</a:t>
            </a:r>
            <a:endParaRPr sz="1500" b="0" i="0" u="none" strike="noStrike" cap="none">
              <a:solidFill>
                <a:srgbClr val="FFFFF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FFFFFF"/>
                </a:solidFill>
                <a:latin typeface="Roboto"/>
                <a:ea typeface="Roboto"/>
                <a:cs typeface="Roboto"/>
                <a:sym typeface="Roboto"/>
              </a:rPr>
              <a:t>если вопросов нет</a:t>
            </a:r>
            <a:endParaRPr sz="1500" b="0" i="0" u="none" strike="noStrike" cap="none">
              <a:solidFill>
                <a:srgbClr val="FFFFFF"/>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36ae3d6f989_0_466"/>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ru" sz="4900"/>
              <a:t>Готовые архитектуры</a:t>
            </a:r>
            <a:endParaRPr sz="49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g36ae3d6f989_0_360"/>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TSMixer</a:t>
            </a:r>
            <a:endParaRPr/>
          </a:p>
        </p:txBody>
      </p:sp>
      <p:sp>
        <p:nvSpPr>
          <p:cNvPr id="381" name="Google Shape;381;g36ae3d6f989_0_360"/>
          <p:cNvSpPr txBox="1">
            <a:spLocks noGrp="1"/>
          </p:cNvSpPr>
          <p:nvPr>
            <p:ph type="body" idx="1"/>
          </p:nvPr>
        </p:nvSpPr>
        <p:spPr>
          <a:xfrm>
            <a:off x="691200" y="1325025"/>
            <a:ext cx="4074000" cy="3337960"/>
          </a:xfrm>
          <a:prstGeom prst="rect">
            <a:avLst/>
          </a:prstGeom>
          <a:noFill/>
          <a:ln>
            <a:noFill/>
          </a:ln>
        </p:spPr>
        <p:txBody>
          <a:bodyPr spcFirstLastPara="1" wrap="square" lIns="91425" tIns="91425" rIns="91425" bIns="91425" anchor="t" anchorCtr="0">
            <a:noAutofit/>
          </a:bodyPr>
          <a:lstStyle/>
          <a:p>
            <a:pPr marL="457200" lvl="0" indent="-295275" algn="l" rtl="0">
              <a:lnSpc>
                <a:spcPct val="115000"/>
              </a:lnSpc>
              <a:spcBef>
                <a:spcPts val="300"/>
              </a:spcBef>
              <a:spcAft>
                <a:spcPts val="0"/>
              </a:spcAft>
              <a:buSzPct val="100000"/>
              <a:buChar char="●"/>
            </a:pPr>
            <a:r>
              <a:rPr lang="ru" sz="1000" b="1" dirty="0"/>
              <a:t>Простота и эффективность: </a:t>
            </a:r>
            <a:r>
              <a:rPr lang="ru" sz="1000" dirty="0"/>
              <a:t>Отсутствие рекуррентных слоев делает модель значительно быстрее для обучения, а свертки и attention механизмы позволяют эффективно извлекать нужную информацию.</a:t>
            </a:r>
          </a:p>
          <a:p>
            <a:pPr marL="457200" lvl="0" indent="-295275" algn="l" rtl="0">
              <a:lnSpc>
                <a:spcPct val="115000"/>
              </a:lnSpc>
              <a:spcBef>
                <a:spcPts val="300"/>
              </a:spcBef>
              <a:spcAft>
                <a:spcPts val="0"/>
              </a:spcAft>
              <a:buSzPct val="100000"/>
              <a:buChar char="●"/>
            </a:pPr>
            <a:endParaRPr sz="1000" dirty="0"/>
          </a:p>
          <a:p>
            <a:pPr marL="457200" lvl="0" indent="-295275" algn="l" rtl="0">
              <a:lnSpc>
                <a:spcPct val="115000"/>
              </a:lnSpc>
              <a:spcBef>
                <a:spcPts val="0"/>
              </a:spcBef>
              <a:spcAft>
                <a:spcPts val="0"/>
              </a:spcAft>
              <a:buSzPct val="100000"/>
              <a:buChar char="●"/>
            </a:pPr>
            <a:r>
              <a:rPr lang="ru" sz="1000" b="1" dirty="0"/>
              <a:t>Гибкость: </a:t>
            </a:r>
            <a:r>
              <a:rPr lang="ru" sz="1000" dirty="0"/>
              <a:t>TSMixer хорошо адаптируется к различным типам данных, включая данные с сезонностями и трендами.</a:t>
            </a:r>
          </a:p>
          <a:p>
            <a:pPr marL="457200" lvl="0" indent="-295275" algn="l" rtl="0">
              <a:lnSpc>
                <a:spcPct val="115000"/>
              </a:lnSpc>
              <a:spcBef>
                <a:spcPts val="0"/>
              </a:spcBef>
              <a:spcAft>
                <a:spcPts val="0"/>
              </a:spcAft>
              <a:buSzPct val="100000"/>
              <a:buChar char="●"/>
            </a:pPr>
            <a:endParaRPr sz="1000" dirty="0"/>
          </a:p>
          <a:p>
            <a:pPr marL="457200" lvl="0" indent="-295275" algn="l" rtl="0">
              <a:lnSpc>
                <a:spcPct val="115000"/>
              </a:lnSpc>
              <a:spcBef>
                <a:spcPts val="0"/>
              </a:spcBef>
              <a:spcAft>
                <a:spcPts val="0"/>
              </a:spcAft>
              <a:buSzPct val="100000"/>
              <a:buChar char="●"/>
            </a:pPr>
            <a:r>
              <a:rPr lang="ru" sz="1000" b="1" dirty="0"/>
              <a:t>Многозадачность: </a:t>
            </a:r>
            <a:r>
              <a:rPr lang="ru" sz="1000" dirty="0"/>
              <a:t>Подходит для многозадачных проблем, таких как прогнозирование нескольких временных рядов или более сложных многомерных временных рядов.</a:t>
            </a:r>
          </a:p>
          <a:p>
            <a:pPr marL="457200" lvl="0" indent="-295275" algn="l" rtl="0">
              <a:lnSpc>
                <a:spcPct val="115000"/>
              </a:lnSpc>
              <a:spcBef>
                <a:spcPts val="0"/>
              </a:spcBef>
              <a:spcAft>
                <a:spcPts val="0"/>
              </a:spcAft>
              <a:buSzPct val="100000"/>
              <a:buChar char="●"/>
            </a:pPr>
            <a:endParaRPr sz="1000" dirty="0"/>
          </a:p>
          <a:p>
            <a:pPr marL="457200" lvl="0" indent="-295275" algn="l" rtl="0">
              <a:lnSpc>
                <a:spcPct val="115000"/>
              </a:lnSpc>
              <a:spcBef>
                <a:spcPts val="0"/>
              </a:spcBef>
              <a:spcAft>
                <a:spcPts val="0"/>
              </a:spcAft>
              <a:buSzPct val="100000"/>
              <a:buChar char="●"/>
            </a:pPr>
            <a:r>
              <a:rPr lang="ru" sz="1000" b="1" dirty="0"/>
              <a:t>Высокая производительность: </a:t>
            </a:r>
            <a:r>
              <a:rPr lang="ru" sz="1000" dirty="0"/>
              <a:t>Несмотря на простоту архитектуры, TSMixer показывает хорошие результаты на ряде задач прогнозирования временных рядов, превосходя старые модели, такие как ARIMA или LSTM.</a:t>
            </a:r>
            <a:endParaRPr dirty="0"/>
          </a:p>
        </p:txBody>
      </p:sp>
      <p:sp>
        <p:nvSpPr>
          <p:cNvPr id="382" name="Google Shape;382;g36ae3d6f989_0_360"/>
          <p:cNvSpPr txBox="1"/>
          <p:nvPr/>
        </p:nvSpPr>
        <p:spPr>
          <a:xfrm>
            <a:off x="38100" y="4843168"/>
            <a:ext cx="9067800" cy="3231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900" u="sng" dirty="0">
                <a:solidFill>
                  <a:schemeClr val="hlink"/>
                </a:solidFill>
                <a:hlinkClick r:id="rId3"/>
              </a:rPr>
              <a:t>https://colab.research.google.com/drive/1SqOZYOwQ11BSV2nRxp8hx2x8rU80pmyp?usp=sharing</a:t>
            </a:r>
            <a:endParaRPr sz="900" dirty="0"/>
          </a:p>
        </p:txBody>
      </p:sp>
      <p:pic>
        <p:nvPicPr>
          <p:cNvPr id="383" name="Google Shape;383;g36ae3d6f989_0_360"/>
          <p:cNvPicPr preferRelativeResize="0"/>
          <p:nvPr/>
        </p:nvPicPr>
        <p:blipFill>
          <a:blip r:embed="rId4">
            <a:alphaModFix/>
          </a:blip>
          <a:stretch>
            <a:fillRect/>
          </a:stretch>
        </p:blipFill>
        <p:spPr>
          <a:xfrm>
            <a:off x="4989125" y="1325024"/>
            <a:ext cx="3559546" cy="2889977"/>
          </a:xfrm>
          <a:prstGeom prst="rect">
            <a:avLst/>
          </a:prstGeom>
          <a:noFill/>
          <a:ln>
            <a:noFill/>
          </a:ln>
        </p:spPr>
      </p:pic>
      <p:pic>
        <p:nvPicPr>
          <p:cNvPr id="384" name="Google Shape;384;g36ae3d6f989_0_360"/>
          <p:cNvPicPr preferRelativeResize="0"/>
          <p:nvPr/>
        </p:nvPicPr>
        <p:blipFill rotWithShape="1">
          <a:blip r:embed="rId5">
            <a:alphaModFix/>
          </a:blip>
          <a:srcRect/>
          <a:stretch/>
        </p:blipFill>
        <p:spPr>
          <a:xfrm>
            <a:off x="798122" y="1468132"/>
            <a:ext cx="400200" cy="400200"/>
          </a:xfrm>
          <a:prstGeom prst="rect">
            <a:avLst/>
          </a:prstGeom>
          <a:noFill/>
          <a:ln>
            <a:noFill/>
          </a:ln>
        </p:spPr>
      </p:pic>
      <p:pic>
        <p:nvPicPr>
          <p:cNvPr id="385" name="Google Shape;385;g36ae3d6f989_0_360"/>
          <p:cNvPicPr preferRelativeResize="0"/>
          <p:nvPr/>
        </p:nvPicPr>
        <p:blipFill rotWithShape="1">
          <a:blip r:embed="rId6">
            <a:alphaModFix/>
          </a:blip>
          <a:srcRect/>
          <a:stretch/>
        </p:blipFill>
        <p:spPr>
          <a:xfrm>
            <a:off x="798122" y="2378948"/>
            <a:ext cx="400200" cy="400200"/>
          </a:xfrm>
          <a:prstGeom prst="rect">
            <a:avLst/>
          </a:prstGeom>
          <a:noFill/>
          <a:ln>
            <a:noFill/>
          </a:ln>
        </p:spPr>
      </p:pic>
      <p:pic>
        <p:nvPicPr>
          <p:cNvPr id="386" name="Google Shape;386;g36ae3d6f989_0_360"/>
          <p:cNvPicPr preferRelativeResize="0"/>
          <p:nvPr/>
        </p:nvPicPr>
        <p:blipFill rotWithShape="1">
          <a:blip r:embed="rId7">
            <a:alphaModFix/>
          </a:blip>
          <a:srcRect/>
          <a:stretch/>
        </p:blipFill>
        <p:spPr>
          <a:xfrm>
            <a:off x="798122" y="3068760"/>
            <a:ext cx="400200" cy="400216"/>
          </a:xfrm>
          <a:prstGeom prst="rect">
            <a:avLst/>
          </a:prstGeom>
          <a:noFill/>
          <a:ln>
            <a:noFill/>
          </a:ln>
        </p:spPr>
      </p:pic>
      <p:pic>
        <p:nvPicPr>
          <p:cNvPr id="387" name="Google Shape;387;g36ae3d6f989_0_360"/>
          <p:cNvPicPr preferRelativeResize="0"/>
          <p:nvPr/>
        </p:nvPicPr>
        <p:blipFill rotWithShape="1">
          <a:blip r:embed="rId8">
            <a:alphaModFix/>
          </a:blip>
          <a:srcRect/>
          <a:stretch/>
        </p:blipFill>
        <p:spPr>
          <a:xfrm>
            <a:off x="798122" y="3952193"/>
            <a:ext cx="400200" cy="400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g36ae3d6f989_0_37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TSMixer (Mixer layer)</a:t>
            </a:r>
            <a:endParaRPr/>
          </a:p>
        </p:txBody>
      </p:sp>
      <p:sp>
        <p:nvSpPr>
          <p:cNvPr id="393" name="Google Shape;393;g36ae3d6f989_0_371"/>
          <p:cNvSpPr txBox="1">
            <a:spLocks noGrp="1"/>
          </p:cNvSpPr>
          <p:nvPr>
            <p:ph type="body" idx="1"/>
          </p:nvPr>
        </p:nvSpPr>
        <p:spPr>
          <a:xfrm>
            <a:off x="681075" y="1124850"/>
            <a:ext cx="4074000" cy="325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ru" sz="1200" b="1" dirty="0"/>
              <a:t>Модуль смешивания по времени:</a:t>
            </a:r>
            <a:endParaRPr sz="1200" b="1" dirty="0"/>
          </a:p>
          <a:p>
            <a:pPr marL="457200" lvl="0" indent="-295275" algn="l" rtl="0">
              <a:lnSpc>
                <a:spcPct val="115000"/>
              </a:lnSpc>
              <a:spcBef>
                <a:spcPts val="300"/>
              </a:spcBef>
              <a:spcAft>
                <a:spcPts val="0"/>
              </a:spcAft>
              <a:buSzPct val="100000"/>
              <a:buChar char="●"/>
            </a:pPr>
            <a:r>
              <a:rPr lang="ru" sz="1000" dirty="0"/>
              <a:t>Состоит из полносвязного слоя, за которым следует функция активации ReLU и слой dropout.</a:t>
            </a:r>
            <a:endParaRPr sz="1000" dirty="0"/>
          </a:p>
          <a:p>
            <a:pPr marL="457200" lvl="0" indent="-295275" algn="l" rtl="0">
              <a:lnSpc>
                <a:spcPct val="115000"/>
              </a:lnSpc>
              <a:spcBef>
                <a:spcPts val="0"/>
              </a:spcBef>
              <a:spcAft>
                <a:spcPts val="0"/>
              </a:spcAft>
              <a:buSzPct val="100000"/>
              <a:buChar char="●"/>
            </a:pPr>
            <a:r>
              <a:rPr lang="ru" sz="1000" dirty="0"/>
              <a:t>Входные данные, где строки представляют время, а столбцы — признаки, транспонируются, чтобы MLP был применен к временной области и использовался для всех признаков.</a:t>
            </a:r>
            <a:endParaRPr sz="1000" dirty="0"/>
          </a:p>
          <a:p>
            <a:pPr marL="457200" lvl="0" indent="-295275" algn="l" rtl="0">
              <a:lnSpc>
                <a:spcPct val="115000"/>
              </a:lnSpc>
              <a:spcBef>
                <a:spcPts val="0"/>
              </a:spcBef>
              <a:spcAft>
                <a:spcPts val="0"/>
              </a:spcAft>
              <a:buSzPct val="100000"/>
              <a:buChar char="●"/>
            </a:pPr>
            <a:r>
              <a:rPr lang="ru" sz="1000" dirty="0"/>
              <a:t>Этот блок отвечает за обучение временных паттернов.</a:t>
            </a:r>
            <a:endParaRPr sz="1000" dirty="0"/>
          </a:p>
          <a:p>
            <a:pPr marL="457200" lvl="0" indent="-295275" algn="l" rtl="0">
              <a:lnSpc>
                <a:spcPct val="115000"/>
              </a:lnSpc>
              <a:spcBef>
                <a:spcPts val="0"/>
              </a:spcBef>
              <a:spcAft>
                <a:spcPts val="0"/>
              </a:spcAft>
              <a:buSzPct val="100000"/>
              <a:buChar char="●"/>
            </a:pPr>
            <a:r>
              <a:rPr lang="ru" sz="1000" dirty="0"/>
              <a:t>После обработки в модуле смешивания по времени, матрица снова транспонируется и передается в блок смешивания по признакам.</a:t>
            </a:r>
            <a:endParaRPr sz="1000" dirty="0"/>
          </a:p>
          <a:p>
            <a:pPr marL="0" lvl="0" indent="0" algn="l" rtl="0">
              <a:lnSpc>
                <a:spcPct val="115000"/>
              </a:lnSpc>
              <a:spcBef>
                <a:spcPts val="300"/>
              </a:spcBef>
              <a:spcAft>
                <a:spcPts val="0"/>
              </a:spcAft>
              <a:buNone/>
            </a:pPr>
            <a:r>
              <a:rPr lang="ru" sz="1200" b="1" dirty="0"/>
              <a:t>Модуль смешивания по признакам:</a:t>
            </a:r>
            <a:endParaRPr sz="1200" b="1" dirty="0"/>
          </a:p>
          <a:p>
            <a:pPr marL="457200" lvl="0" indent="-295275" algn="l" rtl="0">
              <a:lnSpc>
                <a:spcPct val="115000"/>
              </a:lnSpc>
              <a:spcBef>
                <a:spcPts val="300"/>
              </a:spcBef>
              <a:spcAft>
                <a:spcPts val="0"/>
              </a:spcAft>
              <a:buSzPct val="100000"/>
              <a:buChar char="●"/>
            </a:pPr>
            <a:r>
              <a:rPr lang="ru" sz="1000" dirty="0"/>
              <a:t>Состоит из двух MLP, применяемых в области признаков, и они общие для всех временных шагов.</a:t>
            </a:r>
            <a:endParaRPr sz="1000" dirty="0"/>
          </a:p>
          <a:p>
            <a:pPr marL="457200" lvl="0" indent="-295275" algn="l" rtl="0">
              <a:lnSpc>
                <a:spcPct val="115000"/>
              </a:lnSpc>
              <a:spcBef>
                <a:spcPts val="0"/>
              </a:spcBef>
              <a:spcAft>
                <a:spcPts val="0"/>
              </a:spcAft>
              <a:buSzPct val="100000"/>
              <a:buChar char="●"/>
            </a:pPr>
            <a:r>
              <a:rPr lang="ru" sz="1000" dirty="0"/>
              <a:t>Поскольку признаки уже находятся на горизонтальной оси, транспонировать данные не нужно.</a:t>
            </a:r>
            <a:endParaRPr dirty="0"/>
          </a:p>
        </p:txBody>
      </p:sp>
      <p:pic>
        <p:nvPicPr>
          <p:cNvPr id="395" name="Google Shape;395;g36ae3d6f989_0_371"/>
          <p:cNvPicPr preferRelativeResize="0"/>
          <p:nvPr/>
        </p:nvPicPr>
        <p:blipFill>
          <a:blip r:embed="rId3">
            <a:alphaModFix/>
          </a:blip>
          <a:stretch>
            <a:fillRect/>
          </a:stretch>
        </p:blipFill>
        <p:spPr>
          <a:xfrm>
            <a:off x="4816926" y="2105746"/>
            <a:ext cx="4118426" cy="12451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g36ae3d6f989_0_378"/>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TSMixer (Mixer layer)</a:t>
            </a:r>
            <a:endParaRPr/>
          </a:p>
        </p:txBody>
      </p:sp>
      <p:sp>
        <p:nvSpPr>
          <p:cNvPr id="401" name="Google Shape;401;g36ae3d6f989_0_378"/>
          <p:cNvSpPr txBox="1">
            <a:spLocks noGrp="1"/>
          </p:cNvSpPr>
          <p:nvPr>
            <p:ph type="body" idx="1"/>
          </p:nvPr>
        </p:nvSpPr>
        <p:spPr>
          <a:xfrm>
            <a:off x="681075" y="1124850"/>
            <a:ext cx="4074000" cy="3255600"/>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lnSpc>
                <a:spcPct val="115000"/>
              </a:lnSpc>
              <a:spcBef>
                <a:spcPts val="300"/>
              </a:spcBef>
              <a:spcAft>
                <a:spcPts val="0"/>
              </a:spcAft>
              <a:buNone/>
            </a:pPr>
            <a:r>
              <a:rPr lang="ru" b="1" dirty="0"/>
              <a:t>Нормализация и остаточные связи:</a:t>
            </a:r>
            <a:endParaRPr b="1" dirty="0"/>
          </a:p>
          <a:p>
            <a:pPr marL="457200" lvl="0" indent="-309562" algn="l" rtl="0">
              <a:lnSpc>
                <a:spcPct val="115000"/>
              </a:lnSpc>
              <a:spcBef>
                <a:spcPts val="300"/>
              </a:spcBef>
              <a:spcAft>
                <a:spcPts val="0"/>
              </a:spcAft>
              <a:buSzPct val="100000"/>
              <a:buChar char="●"/>
            </a:pPr>
            <a:r>
              <a:rPr lang="ru" dirty="0"/>
              <a:t>В обоих модулях (временного и признаков) присутствуют слои нормализации и остаточные связи.</a:t>
            </a:r>
            <a:endParaRPr dirty="0"/>
          </a:p>
          <a:p>
            <a:pPr marL="457200" lvl="0" indent="-309562" algn="l" rtl="0">
              <a:lnSpc>
                <a:spcPct val="115000"/>
              </a:lnSpc>
              <a:spcBef>
                <a:spcPts val="0"/>
              </a:spcBef>
              <a:spcAft>
                <a:spcPts val="0"/>
              </a:spcAft>
              <a:buSzPct val="100000"/>
              <a:buChar char="●"/>
            </a:pPr>
            <a:r>
              <a:rPr lang="ru" dirty="0"/>
              <a:t>Остаточные связи помогают модели учить более глубокие представления данных, при этом поддерживая разумную вычислительную стоимость.</a:t>
            </a:r>
            <a:endParaRPr dirty="0"/>
          </a:p>
          <a:p>
            <a:pPr marL="457200" lvl="0" indent="-309562" algn="l" rtl="0">
              <a:lnSpc>
                <a:spcPct val="115000"/>
              </a:lnSpc>
              <a:spcBef>
                <a:spcPts val="0"/>
              </a:spcBef>
              <a:spcAft>
                <a:spcPts val="0"/>
              </a:spcAft>
              <a:buSzPct val="100000"/>
              <a:buChar char="●"/>
            </a:pPr>
            <a:r>
              <a:rPr lang="ru" dirty="0"/>
              <a:t>Нормализация — это стандартная техника для улучшения обучения глубоких моделей.</a:t>
            </a:r>
            <a:endParaRPr dirty="0"/>
          </a:p>
          <a:p>
            <a:pPr marL="0" lvl="0" indent="0" algn="l" rtl="0">
              <a:lnSpc>
                <a:spcPct val="115000"/>
              </a:lnSpc>
              <a:spcBef>
                <a:spcPts val="300"/>
              </a:spcBef>
              <a:spcAft>
                <a:spcPts val="0"/>
              </a:spcAft>
              <a:buNone/>
            </a:pPr>
            <a:endParaRPr lang="ru" b="1" dirty="0"/>
          </a:p>
          <a:p>
            <a:pPr marL="0" lvl="0" indent="0" algn="l" rtl="0">
              <a:lnSpc>
                <a:spcPct val="115000"/>
              </a:lnSpc>
              <a:spcBef>
                <a:spcPts val="300"/>
              </a:spcBef>
              <a:spcAft>
                <a:spcPts val="0"/>
              </a:spcAft>
              <a:buNone/>
            </a:pPr>
            <a:r>
              <a:rPr lang="ru" b="1" dirty="0"/>
              <a:t>Процесс завершения:</a:t>
            </a:r>
            <a:endParaRPr b="1" dirty="0"/>
          </a:p>
          <a:p>
            <a:pPr marL="457200" lvl="0" indent="-309562" algn="l" rtl="0">
              <a:lnSpc>
                <a:spcPct val="115000"/>
              </a:lnSpc>
              <a:spcBef>
                <a:spcPts val="300"/>
              </a:spcBef>
              <a:spcAft>
                <a:spcPts val="0"/>
              </a:spcAft>
              <a:buSzPct val="100000"/>
              <a:buChar char="●"/>
            </a:pPr>
            <a:r>
              <a:rPr lang="ru" dirty="0"/>
              <a:t>После завершения смешивания данные передаются на этап временной проекции.</a:t>
            </a:r>
            <a:endParaRPr dirty="0"/>
          </a:p>
        </p:txBody>
      </p:sp>
      <p:pic>
        <p:nvPicPr>
          <p:cNvPr id="403" name="Google Shape;403;g36ae3d6f989_0_378"/>
          <p:cNvPicPr preferRelativeResize="0"/>
          <p:nvPr/>
        </p:nvPicPr>
        <p:blipFill>
          <a:blip r:embed="rId3">
            <a:alphaModFix/>
          </a:blip>
          <a:stretch>
            <a:fillRect/>
          </a:stretch>
        </p:blipFill>
        <p:spPr>
          <a:xfrm>
            <a:off x="4816926" y="2105746"/>
            <a:ext cx="4118426" cy="12451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36ae3d6f989_0_385"/>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TSMixer (Temporal projection)</a:t>
            </a:r>
            <a:endParaRPr/>
          </a:p>
        </p:txBody>
      </p:sp>
      <p:sp>
        <p:nvSpPr>
          <p:cNvPr id="409" name="Google Shape;409;g36ae3d6f989_0_385"/>
          <p:cNvSpPr txBox="1">
            <a:spLocks noGrp="1"/>
          </p:cNvSpPr>
          <p:nvPr>
            <p:ph type="body" idx="1"/>
          </p:nvPr>
        </p:nvSpPr>
        <p:spPr>
          <a:xfrm>
            <a:off x="612836" y="1426624"/>
            <a:ext cx="4074000" cy="3255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300"/>
              </a:spcBef>
              <a:spcAft>
                <a:spcPts val="0"/>
              </a:spcAft>
              <a:buNone/>
            </a:pPr>
            <a:r>
              <a:rPr lang="ru" b="1" dirty="0"/>
              <a:t>Транспонирование и предсказания:</a:t>
            </a:r>
            <a:endParaRPr b="1" dirty="0"/>
          </a:p>
          <a:p>
            <a:pPr marL="457200" lvl="0" indent="-323850" algn="l" rtl="0">
              <a:lnSpc>
                <a:spcPct val="115000"/>
              </a:lnSpc>
              <a:spcBef>
                <a:spcPts val="300"/>
              </a:spcBef>
              <a:spcAft>
                <a:spcPts val="0"/>
              </a:spcAft>
              <a:buSzPts val="1500"/>
              <a:buChar char="●"/>
            </a:pPr>
            <a:r>
              <a:rPr lang="ru" sz="1200" dirty="0"/>
              <a:t>Матрица снова транспонируется и проходит через полносвязный слой для генерации предсказаний.</a:t>
            </a:r>
          </a:p>
          <a:p>
            <a:pPr marL="457200" lvl="0" indent="-323850" algn="l" rtl="0">
              <a:lnSpc>
                <a:spcPct val="115000"/>
              </a:lnSpc>
              <a:spcBef>
                <a:spcPts val="300"/>
              </a:spcBef>
              <a:spcAft>
                <a:spcPts val="0"/>
              </a:spcAft>
              <a:buSzPts val="1500"/>
              <a:buChar char="●"/>
            </a:pPr>
            <a:endParaRPr sz="1200" dirty="0"/>
          </a:p>
          <a:p>
            <a:pPr marL="457200" lvl="0" indent="-323850" algn="l" rtl="0">
              <a:lnSpc>
                <a:spcPct val="115000"/>
              </a:lnSpc>
              <a:spcBef>
                <a:spcPts val="0"/>
              </a:spcBef>
              <a:spcAft>
                <a:spcPts val="0"/>
              </a:spcAft>
              <a:buSzPts val="1500"/>
              <a:buChar char="●"/>
            </a:pPr>
            <a:r>
              <a:rPr lang="ru" sz="1200" dirty="0"/>
              <a:t>Финальный шаг — это повторное транспонирование матрицы, чтобы признаки оказались на горизонтальной оси, а временные шаги — на вертикальной оси.</a:t>
            </a:r>
            <a:endParaRPr sz="1200" dirty="0"/>
          </a:p>
        </p:txBody>
      </p:sp>
      <p:pic>
        <p:nvPicPr>
          <p:cNvPr id="411" name="Google Shape;411;g36ae3d6f989_0_385"/>
          <p:cNvPicPr preferRelativeResize="0"/>
          <p:nvPr/>
        </p:nvPicPr>
        <p:blipFill>
          <a:blip r:embed="rId3">
            <a:alphaModFix/>
          </a:blip>
          <a:stretch>
            <a:fillRect/>
          </a:stretch>
        </p:blipFill>
        <p:spPr>
          <a:xfrm>
            <a:off x="4632225" y="1820451"/>
            <a:ext cx="4388924" cy="139239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g36ae3d6f989_0_470"/>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TimesNet</a:t>
            </a:r>
            <a:endParaRPr/>
          </a:p>
        </p:txBody>
      </p:sp>
      <p:sp>
        <p:nvSpPr>
          <p:cNvPr id="417" name="Google Shape;417;g36ae3d6f989_0_470"/>
          <p:cNvSpPr txBox="1">
            <a:spLocks noGrp="1"/>
          </p:cNvSpPr>
          <p:nvPr>
            <p:ph type="body" idx="1"/>
          </p:nvPr>
        </p:nvSpPr>
        <p:spPr>
          <a:xfrm>
            <a:off x="681075" y="1124850"/>
            <a:ext cx="4074000" cy="3255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300"/>
              </a:spcBef>
              <a:spcAft>
                <a:spcPts val="0"/>
              </a:spcAft>
              <a:buNone/>
            </a:pPr>
            <a:r>
              <a:rPr lang="ru" b="1" dirty="0"/>
              <a:t>TimesNet </a:t>
            </a:r>
            <a:r>
              <a:rPr lang="ru" dirty="0"/>
              <a:t>— это современная нейросеть для анализа временных рядов (например, температуры по дням, цен акций по часам и т.д.). </a:t>
            </a:r>
          </a:p>
          <a:p>
            <a:pPr marL="0" lvl="0" indent="0" algn="l" rtl="0">
              <a:lnSpc>
                <a:spcPct val="115000"/>
              </a:lnSpc>
              <a:spcBef>
                <a:spcPts val="300"/>
              </a:spcBef>
              <a:spcAft>
                <a:spcPts val="0"/>
              </a:spcAft>
              <a:buNone/>
            </a:pPr>
            <a:r>
              <a:rPr lang="ru" dirty="0"/>
              <a:t>Её главная особенность — необычный способ обработки данных: она превращает обычный одномерный временной ряд в двумерное представление, чтобы лучше замечать сложные повторяющиеся и изменяющиеся паттерны</a:t>
            </a:r>
            <a:endParaRPr dirty="0"/>
          </a:p>
        </p:txBody>
      </p:sp>
      <p:pic>
        <p:nvPicPr>
          <p:cNvPr id="418" name="Google Shape;418;g36ae3d6f989_0_470"/>
          <p:cNvPicPr preferRelativeResize="0"/>
          <p:nvPr/>
        </p:nvPicPr>
        <p:blipFill>
          <a:blip r:embed="rId3">
            <a:alphaModFix/>
          </a:blip>
          <a:stretch>
            <a:fillRect/>
          </a:stretch>
        </p:blipFill>
        <p:spPr>
          <a:xfrm>
            <a:off x="5135950" y="1635576"/>
            <a:ext cx="3969951" cy="1578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36ae3d6f989_0_478"/>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TimesNet</a:t>
            </a:r>
            <a:endParaRPr/>
          </a:p>
        </p:txBody>
      </p:sp>
      <p:sp>
        <p:nvSpPr>
          <p:cNvPr id="424" name="Google Shape;424;g36ae3d6f989_0_478"/>
          <p:cNvSpPr txBox="1">
            <a:spLocks noGrp="1"/>
          </p:cNvSpPr>
          <p:nvPr>
            <p:ph type="body" idx="1"/>
          </p:nvPr>
        </p:nvSpPr>
        <p:spPr>
          <a:xfrm>
            <a:off x="354842" y="1124849"/>
            <a:ext cx="4822209" cy="3610923"/>
          </a:xfrm>
          <a:prstGeom prst="rect">
            <a:avLst/>
          </a:prstGeom>
          <a:noFill/>
          <a:ln>
            <a:noFill/>
          </a:ln>
        </p:spPr>
        <p:txBody>
          <a:bodyPr spcFirstLastPara="1" wrap="square" lIns="91425" tIns="91425" rIns="91425" bIns="91425" anchor="t" anchorCtr="0">
            <a:noAutofit/>
          </a:bodyPr>
          <a:lstStyle/>
          <a:p>
            <a:pPr marL="457200" lvl="0" indent="-309562" algn="l" rtl="0">
              <a:lnSpc>
                <a:spcPct val="115000"/>
              </a:lnSpc>
              <a:spcBef>
                <a:spcPts val="0"/>
              </a:spcBef>
              <a:spcAft>
                <a:spcPts val="600"/>
              </a:spcAft>
              <a:buSzPct val="100000"/>
              <a:buChar char="●"/>
            </a:pPr>
            <a:r>
              <a:rPr lang="ru" sz="1400" dirty="0"/>
              <a:t>Временной ряд — это просто последовательность чисел.</a:t>
            </a:r>
            <a:endParaRPr sz="1400" dirty="0"/>
          </a:p>
          <a:p>
            <a:pPr marL="457200" lvl="0" indent="-309562" algn="l" rtl="0">
              <a:lnSpc>
                <a:spcPct val="115000"/>
              </a:lnSpc>
              <a:spcBef>
                <a:spcPts val="0"/>
              </a:spcBef>
              <a:spcAft>
                <a:spcPts val="600"/>
              </a:spcAft>
              <a:buSzPct val="100000"/>
              <a:buChar char="●"/>
            </a:pPr>
            <a:r>
              <a:rPr lang="ru" sz="1400" dirty="0"/>
              <a:t>Обычные методы смотрят на такие ряды как на одну длинную линию.</a:t>
            </a:r>
            <a:endParaRPr sz="1400" dirty="0"/>
          </a:p>
          <a:p>
            <a:pPr marL="457200" lvl="0" indent="-309562" algn="l" rtl="0">
              <a:lnSpc>
                <a:spcPct val="115000"/>
              </a:lnSpc>
              <a:spcBef>
                <a:spcPts val="0"/>
              </a:spcBef>
              <a:spcAft>
                <a:spcPts val="600"/>
              </a:spcAft>
              <a:buSzPct val="100000"/>
              <a:buChar char="●"/>
            </a:pPr>
            <a:r>
              <a:rPr lang="ru" sz="1400" dirty="0"/>
              <a:t>Но в жизни часто есть повторяющиеся циклы: дни недели, сезоны, экономические циклы.</a:t>
            </a:r>
            <a:endParaRPr sz="1400" dirty="0"/>
          </a:p>
          <a:p>
            <a:pPr marL="457200" lvl="0" indent="-309562" algn="l" rtl="0">
              <a:lnSpc>
                <a:spcPct val="115000"/>
              </a:lnSpc>
              <a:spcBef>
                <a:spcPts val="0"/>
              </a:spcBef>
              <a:spcAft>
                <a:spcPts val="600"/>
              </a:spcAft>
              <a:buSzPct val="100000"/>
              <a:buChar char="●"/>
            </a:pPr>
            <a:r>
              <a:rPr lang="ru" sz="1400" dirty="0"/>
              <a:t>TimesNet сначала ищет эти циклы (периоды) с помощью специального математического анализа (быстрое преобразование Фурье — FFT).</a:t>
            </a:r>
            <a:endParaRPr sz="1400" dirty="0"/>
          </a:p>
          <a:p>
            <a:pPr marL="457200" lvl="0" indent="-309562" algn="l" rtl="0">
              <a:lnSpc>
                <a:spcPct val="115000"/>
              </a:lnSpc>
              <a:spcBef>
                <a:spcPts val="0"/>
              </a:spcBef>
              <a:spcAft>
                <a:spcPts val="600"/>
              </a:spcAft>
              <a:buSzPct val="100000"/>
              <a:buChar char="●"/>
            </a:pPr>
            <a:r>
              <a:rPr lang="ru" sz="1400" dirty="0"/>
              <a:t>Затем она «разворачивает» данные так, чтобы каждый цикл стал как бы отдельной строкой в таблице — получается двумерная «картинка» из чисел</a:t>
            </a:r>
            <a:endParaRPr sz="1400" dirty="0"/>
          </a:p>
        </p:txBody>
      </p:sp>
      <p:pic>
        <p:nvPicPr>
          <p:cNvPr id="425" name="Google Shape;425;g36ae3d6f989_0_478"/>
          <p:cNvPicPr preferRelativeResize="0"/>
          <p:nvPr/>
        </p:nvPicPr>
        <p:blipFill>
          <a:blip r:embed="rId3">
            <a:alphaModFix/>
          </a:blip>
          <a:stretch>
            <a:fillRect/>
          </a:stretch>
        </p:blipFill>
        <p:spPr>
          <a:xfrm>
            <a:off x="5135950" y="1635576"/>
            <a:ext cx="3969951" cy="15781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36ae3d6f989_0_484"/>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TimesBlock</a:t>
            </a:r>
            <a:endParaRPr/>
          </a:p>
        </p:txBody>
      </p:sp>
      <p:sp>
        <p:nvSpPr>
          <p:cNvPr id="431" name="Google Shape;431;g36ae3d6f989_0_484"/>
          <p:cNvSpPr txBox="1">
            <a:spLocks noGrp="1"/>
          </p:cNvSpPr>
          <p:nvPr>
            <p:ph type="body" idx="1"/>
          </p:nvPr>
        </p:nvSpPr>
        <p:spPr>
          <a:xfrm>
            <a:off x="681075" y="1124850"/>
            <a:ext cx="4074000" cy="3255600"/>
          </a:xfrm>
          <a:prstGeom prst="rect">
            <a:avLst/>
          </a:prstGeom>
          <a:noFill/>
          <a:ln>
            <a:noFill/>
          </a:ln>
        </p:spPr>
        <p:txBody>
          <a:bodyPr spcFirstLastPara="1" wrap="square" lIns="91425" tIns="91425" rIns="91425" bIns="91425" anchor="t" anchorCtr="0">
            <a:normAutofit fontScale="70000" lnSpcReduction="20000"/>
          </a:bodyPr>
          <a:lstStyle/>
          <a:p>
            <a:pPr marL="0" lvl="0" indent="0" algn="l" rtl="0">
              <a:lnSpc>
                <a:spcPct val="115000"/>
              </a:lnSpc>
              <a:spcBef>
                <a:spcPts val="300"/>
              </a:spcBef>
              <a:spcAft>
                <a:spcPts val="0"/>
              </a:spcAft>
              <a:buNone/>
            </a:pPr>
            <a:r>
              <a:rPr lang="ru" dirty="0"/>
              <a:t>Это основной строительный кирпич TimesNet.</a:t>
            </a:r>
            <a:endParaRPr dirty="0"/>
          </a:p>
          <a:p>
            <a:pPr marL="0" lvl="0" indent="0" algn="l" rtl="0">
              <a:lnSpc>
                <a:spcPct val="115000"/>
              </a:lnSpc>
              <a:spcBef>
                <a:spcPts val="300"/>
              </a:spcBef>
              <a:spcAft>
                <a:spcPts val="0"/>
              </a:spcAft>
              <a:buClr>
                <a:schemeClr val="dk1"/>
              </a:buClr>
              <a:buSzPct val="73333"/>
              <a:buFont typeface="Arial"/>
              <a:buNone/>
            </a:pPr>
            <a:r>
              <a:rPr lang="ru" dirty="0"/>
              <a:t>Модульность</a:t>
            </a:r>
            <a:endParaRPr dirty="0"/>
          </a:p>
          <a:p>
            <a:pPr marL="457200" lvl="0" indent="-302418" algn="l" rtl="0">
              <a:lnSpc>
                <a:spcPct val="115000"/>
              </a:lnSpc>
              <a:spcBef>
                <a:spcPts val="300"/>
              </a:spcBef>
              <a:spcAft>
                <a:spcPts val="0"/>
              </a:spcAft>
              <a:buSzPct val="100000"/>
              <a:buChar char="●"/>
            </a:pPr>
            <a:r>
              <a:rPr lang="ru" dirty="0"/>
              <a:t>TimesNet состоит из нескольких TimesBlock, соединённых друг с другом (stacked blocks), что позволяет анализировать данные на разных уровнях глубины.</a:t>
            </a:r>
            <a:endParaRPr dirty="0"/>
          </a:p>
          <a:p>
            <a:pPr marL="0" lvl="0" indent="0" algn="l" rtl="0">
              <a:lnSpc>
                <a:spcPct val="115000"/>
              </a:lnSpc>
              <a:spcBef>
                <a:spcPts val="300"/>
              </a:spcBef>
              <a:spcAft>
                <a:spcPts val="0"/>
              </a:spcAft>
              <a:buNone/>
            </a:pPr>
            <a:endParaRPr lang="ru" dirty="0"/>
          </a:p>
          <a:p>
            <a:pPr marL="0" lvl="0" indent="0" algn="l" rtl="0">
              <a:lnSpc>
                <a:spcPct val="115000"/>
              </a:lnSpc>
              <a:spcBef>
                <a:spcPts val="300"/>
              </a:spcBef>
              <a:spcAft>
                <a:spcPts val="0"/>
              </a:spcAft>
              <a:buNone/>
            </a:pPr>
            <a:r>
              <a:rPr lang="ru" dirty="0"/>
              <a:t>Каждый TimesBlock:</a:t>
            </a:r>
            <a:endParaRPr dirty="0"/>
          </a:p>
          <a:p>
            <a:pPr marL="457200" lvl="0" indent="-302418" algn="l" rtl="0">
              <a:lnSpc>
                <a:spcPct val="115000"/>
              </a:lnSpc>
              <a:spcBef>
                <a:spcPts val="300"/>
              </a:spcBef>
              <a:spcAft>
                <a:spcPts val="0"/>
              </a:spcAft>
              <a:buSzPct val="100000"/>
              <a:buChar char="●"/>
            </a:pPr>
            <a:r>
              <a:rPr lang="ru" dirty="0"/>
              <a:t>Находит важные периоды (циклы) в данных.</a:t>
            </a:r>
            <a:endParaRPr dirty="0"/>
          </a:p>
          <a:p>
            <a:pPr marL="457200" lvl="0" indent="-302418" algn="l" rtl="0">
              <a:lnSpc>
                <a:spcPct val="115000"/>
              </a:lnSpc>
              <a:spcBef>
                <a:spcPts val="0"/>
              </a:spcBef>
              <a:spcAft>
                <a:spcPts val="0"/>
              </a:spcAft>
              <a:buSzPct val="100000"/>
              <a:buChar char="●"/>
            </a:pPr>
            <a:r>
              <a:rPr lang="ru" dirty="0"/>
              <a:t>Преобразует данные из 1D в 2D: теперь можно видеть и изменения внутри одного периода (например, внутри недели), и различия между разными периодами (например, между неделями).</a:t>
            </a:r>
            <a:endParaRPr dirty="0"/>
          </a:p>
          <a:p>
            <a:pPr marL="457200" lvl="0" indent="-302418" algn="l" rtl="0">
              <a:lnSpc>
                <a:spcPct val="115000"/>
              </a:lnSpc>
              <a:spcBef>
                <a:spcPts val="0"/>
              </a:spcBef>
              <a:spcAft>
                <a:spcPts val="0"/>
              </a:spcAft>
              <a:buSzPct val="100000"/>
              <a:buChar char="●"/>
            </a:pPr>
            <a:r>
              <a:rPr lang="ru" dirty="0"/>
              <a:t>Использует специальный модуль из компьютерного зрения — Inception-блок — чтобы эффективно искать разные паттерны в этой двумерной «картинке»</a:t>
            </a:r>
            <a:endParaRPr dirty="0"/>
          </a:p>
        </p:txBody>
      </p:sp>
      <p:pic>
        <p:nvPicPr>
          <p:cNvPr id="432" name="Google Shape;432;g36ae3d6f989_0_484"/>
          <p:cNvPicPr preferRelativeResize="0"/>
          <p:nvPr/>
        </p:nvPicPr>
        <p:blipFill>
          <a:blip r:embed="rId3">
            <a:alphaModFix/>
          </a:blip>
          <a:stretch>
            <a:fillRect/>
          </a:stretch>
        </p:blipFill>
        <p:spPr>
          <a:xfrm>
            <a:off x="4869050" y="1928025"/>
            <a:ext cx="4210976" cy="13580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g36ae3d6f989_0_49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TimesBlock компоненты</a:t>
            </a:r>
            <a:endParaRPr/>
          </a:p>
        </p:txBody>
      </p:sp>
      <p:sp>
        <p:nvSpPr>
          <p:cNvPr id="438" name="Google Shape;438;g36ae3d6f989_0_491"/>
          <p:cNvSpPr txBox="1">
            <a:spLocks noGrp="1"/>
          </p:cNvSpPr>
          <p:nvPr>
            <p:ph type="body" idx="1"/>
          </p:nvPr>
        </p:nvSpPr>
        <p:spPr>
          <a:xfrm>
            <a:off x="681075" y="1124850"/>
            <a:ext cx="4074000" cy="32556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15000"/>
              </a:lnSpc>
              <a:spcBef>
                <a:spcPts val="300"/>
              </a:spcBef>
              <a:spcAft>
                <a:spcPts val="0"/>
              </a:spcAft>
              <a:buNone/>
            </a:pPr>
            <a:r>
              <a:rPr lang="ru"/>
              <a:t>Inception-блок</a:t>
            </a:r>
            <a:endParaRPr/>
          </a:p>
          <a:p>
            <a:pPr marL="457200" lvl="0" indent="-309562" algn="l" rtl="0">
              <a:lnSpc>
                <a:spcPct val="115000"/>
              </a:lnSpc>
              <a:spcBef>
                <a:spcPts val="300"/>
              </a:spcBef>
              <a:spcAft>
                <a:spcPts val="0"/>
              </a:spcAft>
              <a:buSzPct val="100000"/>
              <a:buChar char="●"/>
            </a:pPr>
            <a:r>
              <a:rPr lang="ru"/>
              <a:t>Позволяет одновременно искать паттерны разной длины (короткие и длинные) — как если бы вы одновременно смотрели на детали и на общую картину.</a:t>
            </a:r>
            <a:endParaRPr/>
          </a:p>
          <a:p>
            <a:pPr marL="457200" lvl="0" indent="-309562" algn="l" rtl="0">
              <a:lnSpc>
                <a:spcPct val="115000"/>
              </a:lnSpc>
              <a:spcBef>
                <a:spcPts val="0"/>
              </a:spcBef>
              <a:spcAft>
                <a:spcPts val="0"/>
              </a:spcAft>
              <a:buSzPct val="100000"/>
              <a:buChar char="●"/>
            </a:pPr>
            <a:r>
              <a:rPr lang="ru"/>
              <a:t>Работает быстро и не требует слишком много памяти.</a:t>
            </a:r>
            <a:endParaRPr/>
          </a:p>
          <a:p>
            <a:pPr marL="0" lvl="0" indent="0" algn="l" rtl="0">
              <a:lnSpc>
                <a:spcPct val="115000"/>
              </a:lnSpc>
              <a:spcBef>
                <a:spcPts val="300"/>
              </a:spcBef>
              <a:spcAft>
                <a:spcPts val="0"/>
              </a:spcAft>
              <a:buNone/>
            </a:pPr>
            <a:endParaRPr/>
          </a:p>
          <a:p>
            <a:pPr marL="0" lvl="0" indent="0" algn="l" rtl="0">
              <a:lnSpc>
                <a:spcPct val="115000"/>
              </a:lnSpc>
              <a:spcBef>
                <a:spcPts val="300"/>
              </a:spcBef>
              <a:spcAft>
                <a:spcPts val="0"/>
              </a:spcAft>
              <a:buNone/>
            </a:pPr>
            <a:r>
              <a:rPr lang="ru"/>
              <a:t>Адаптивная агрегация</a:t>
            </a:r>
            <a:endParaRPr/>
          </a:p>
          <a:p>
            <a:pPr marL="457200" lvl="0" indent="-309562" algn="l" rtl="0">
              <a:lnSpc>
                <a:spcPct val="115000"/>
              </a:lnSpc>
              <a:spcBef>
                <a:spcPts val="300"/>
              </a:spcBef>
              <a:spcAft>
                <a:spcPts val="0"/>
              </a:spcAft>
              <a:buSzPct val="100000"/>
              <a:buChar char="●"/>
            </a:pPr>
            <a:r>
              <a:rPr lang="ru"/>
              <a:t>После обработки данные снова превращаются в одномерный ряд, но теперь в них учтены все найденные паттерны.</a:t>
            </a:r>
            <a:endParaRPr/>
          </a:p>
          <a:p>
            <a:pPr marL="457200" lvl="0" indent="-309562" algn="l" rtl="0">
              <a:lnSpc>
                <a:spcPct val="115000"/>
              </a:lnSpc>
              <a:spcBef>
                <a:spcPts val="0"/>
              </a:spcBef>
              <a:spcAft>
                <a:spcPts val="0"/>
              </a:spcAft>
              <a:buSzPct val="100000"/>
              <a:buChar char="●"/>
            </a:pPr>
            <a:r>
              <a:rPr lang="ru"/>
              <a:t>Важность каждого периода определяется автоматически, чтобы итоговое решение было максимально точным.</a:t>
            </a:r>
            <a:endParaRPr/>
          </a:p>
        </p:txBody>
      </p:sp>
      <p:pic>
        <p:nvPicPr>
          <p:cNvPr id="439" name="Google Shape;439;g36ae3d6f989_0_491"/>
          <p:cNvPicPr preferRelativeResize="0"/>
          <p:nvPr/>
        </p:nvPicPr>
        <p:blipFill>
          <a:blip r:embed="rId3">
            <a:alphaModFix/>
          </a:blip>
          <a:stretch>
            <a:fillRect/>
          </a:stretch>
        </p:blipFill>
        <p:spPr>
          <a:xfrm>
            <a:off x="4755075" y="1335899"/>
            <a:ext cx="4084125" cy="23316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443"/>
        <p:cNvGrpSpPr/>
        <p:nvPr/>
      </p:nvGrpSpPr>
      <p:grpSpPr>
        <a:xfrm>
          <a:off x="0" y="0"/>
          <a:ext cx="0" cy="0"/>
          <a:chOff x="0" y="0"/>
          <a:chExt cx="0" cy="0"/>
        </a:xfrm>
      </p:grpSpPr>
      <p:sp>
        <p:nvSpPr>
          <p:cNvPr id="444" name="Google Shape;444;g36ae3d6f989_0_498"/>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TimesNet преобразование</a:t>
            </a:r>
            <a:endParaRPr/>
          </a:p>
        </p:txBody>
      </p:sp>
      <p:sp>
        <p:nvSpPr>
          <p:cNvPr id="445" name="Google Shape;445;g36ae3d6f989_0_498"/>
          <p:cNvSpPr txBox="1">
            <a:spLocks noGrp="1"/>
          </p:cNvSpPr>
          <p:nvPr>
            <p:ph type="body" idx="1"/>
          </p:nvPr>
        </p:nvSpPr>
        <p:spPr>
          <a:xfrm>
            <a:off x="681075" y="1124850"/>
            <a:ext cx="4074000" cy="3255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1D:  [1, 2, 3, 4, 5, 6, 7, 8, 9, 10, 11, 12]</a:t>
            </a:r>
            <a:endParaRPr sz="1100">
              <a:solidFill>
                <a:srgbClr val="4D4D4C"/>
              </a:solidFill>
              <a:latin typeface="Courier New"/>
              <a:ea typeface="Courier New"/>
              <a:cs typeface="Courier New"/>
              <a:sym typeface="Courier New"/>
            </a:endParaRPr>
          </a:p>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         ↓</a:t>
            </a:r>
            <a:endParaRPr sz="1100">
              <a:solidFill>
                <a:srgbClr val="4D4D4C"/>
              </a:solidFill>
              <a:latin typeface="Courier New"/>
              <a:ea typeface="Courier New"/>
              <a:cs typeface="Courier New"/>
              <a:sym typeface="Courier New"/>
            </a:endParaRPr>
          </a:p>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2D:  ┌───┬───┬───┬───┐</a:t>
            </a:r>
            <a:endParaRPr sz="1100">
              <a:solidFill>
                <a:srgbClr val="4D4D4C"/>
              </a:solidFill>
              <a:latin typeface="Courier New"/>
              <a:ea typeface="Courier New"/>
              <a:cs typeface="Courier New"/>
              <a:sym typeface="Courier New"/>
            </a:endParaRPr>
          </a:p>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     │ 1 │ 2 │ 3 │ 4 │</a:t>
            </a:r>
            <a:endParaRPr sz="1100">
              <a:solidFill>
                <a:srgbClr val="4D4D4C"/>
              </a:solidFill>
              <a:latin typeface="Courier New"/>
              <a:ea typeface="Courier New"/>
              <a:cs typeface="Courier New"/>
              <a:sym typeface="Courier New"/>
            </a:endParaRPr>
          </a:p>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     ├───┼───┼───┼───┤</a:t>
            </a:r>
            <a:endParaRPr sz="1100">
              <a:solidFill>
                <a:srgbClr val="4D4D4C"/>
              </a:solidFill>
              <a:latin typeface="Courier New"/>
              <a:ea typeface="Courier New"/>
              <a:cs typeface="Courier New"/>
              <a:sym typeface="Courier New"/>
            </a:endParaRPr>
          </a:p>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     │ 5 │ 6 │ 7 │ 8 │</a:t>
            </a:r>
            <a:endParaRPr sz="1100">
              <a:solidFill>
                <a:srgbClr val="4D4D4C"/>
              </a:solidFill>
              <a:latin typeface="Courier New"/>
              <a:ea typeface="Courier New"/>
              <a:cs typeface="Courier New"/>
              <a:sym typeface="Courier New"/>
            </a:endParaRPr>
          </a:p>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     ├───┼───┼───┼───┤</a:t>
            </a:r>
            <a:endParaRPr sz="1100">
              <a:solidFill>
                <a:srgbClr val="4D4D4C"/>
              </a:solidFill>
              <a:latin typeface="Courier New"/>
              <a:ea typeface="Courier New"/>
              <a:cs typeface="Courier New"/>
              <a:sym typeface="Courier New"/>
            </a:endParaRPr>
          </a:p>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     │ 9 │10 │11 │12 │</a:t>
            </a:r>
            <a:endParaRPr sz="1100">
              <a:solidFill>
                <a:srgbClr val="4D4D4C"/>
              </a:solidFill>
              <a:latin typeface="Courier New"/>
              <a:ea typeface="Courier New"/>
              <a:cs typeface="Courier New"/>
              <a:sym typeface="Courier New"/>
            </a:endParaRPr>
          </a:p>
          <a:p>
            <a:pPr marL="0" lvl="0" indent="0" algn="l" rtl="0">
              <a:lnSpc>
                <a:spcPct val="115000"/>
              </a:lnSpc>
              <a:spcBef>
                <a:spcPts val="300"/>
              </a:spcBef>
              <a:spcAft>
                <a:spcPts val="0"/>
              </a:spcAft>
              <a:buNone/>
            </a:pPr>
            <a:r>
              <a:rPr lang="ru" sz="1100">
                <a:solidFill>
                  <a:srgbClr val="4D4D4C"/>
                </a:solidFill>
                <a:latin typeface="Courier New"/>
                <a:ea typeface="Courier New"/>
                <a:cs typeface="Courier New"/>
                <a:sym typeface="Courier New"/>
              </a:rPr>
              <a:t>     └───┴───┴───┴───┘</a:t>
            </a:r>
            <a:endParaRPr/>
          </a:p>
        </p:txBody>
      </p:sp>
      <p:pic>
        <p:nvPicPr>
          <p:cNvPr id="446" name="Google Shape;446;g36ae3d6f989_0_498"/>
          <p:cNvPicPr preferRelativeResize="0"/>
          <p:nvPr/>
        </p:nvPicPr>
        <p:blipFill>
          <a:blip r:embed="rId3">
            <a:alphaModFix/>
          </a:blip>
          <a:stretch>
            <a:fillRect/>
          </a:stretch>
        </p:blipFill>
        <p:spPr>
          <a:xfrm>
            <a:off x="4755075" y="1335899"/>
            <a:ext cx="4084125" cy="233166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450"/>
        <p:cNvGrpSpPr/>
        <p:nvPr/>
      </p:nvGrpSpPr>
      <p:grpSpPr>
        <a:xfrm>
          <a:off x="0" y="0"/>
          <a:ext cx="0" cy="0"/>
          <a:chOff x="0" y="0"/>
          <a:chExt cx="0" cy="0"/>
        </a:xfrm>
      </p:grpSpPr>
      <p:sp>
        <p:nvSpPr>
          <p:cNvPr id="451" name="Google Shape;451;g36ae3d6f989_0_392"/>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100"/>
              <a:buNone/>
            </a:pPr>
            <a:r>
              <a:rPr lang="ru"/>
              <a:t>Как оставаться в тренде</a:t>
            </a:r>
            <a:endParaRPr/>
          </a:p>
        </p:txBody>
      </p:sp>
      <p:sp>
        <p:nvSpPr>
          <p:cNvPr id="452" name="Google Shape;452;g36ae3d6f989_0_392"/>
          <p:cNvSpPr txBox="1">
            <a:spLocks noGrp="1"/>
          </p:cNvSpPr>
          <p:nvPr>
            <p:ph type="body" idx="1"/>
          </p:nvPr>
        </p:nvSpPr>
        <p:spPr>
          <a:xfrm>
            <a:off x="0" y="4576200"/>
            <a:ext cx="9144000" cy="567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ru" sz="1400" u="sng">
                <a:solidFill>
                  <a:schemeClr val="hlink"/>
                </a:solidFill>
                <a:latin typeface="Arial"/>
                <a:ea typeface="Arial"/>
                <a:cs typeface="Arial"/>
                <a:sym typeface="Arial"/>
                <a:hlinkClick r:id="rId3"/>
              </a:rPr>
              <a:t>https://paperswithcode.com/task/time-series-forecasting</a:t>
            </a:r>
            <a:endParaRPr b="1"/>
          </a:p>
        </p:txBody>
      </p:sp>
      <p:pic>
        <p:nvPicPr>
          <p:cNvPr id="453" name="Google Shape;453;g36ae3d6f989_0_392"/>
          <p:cNvPicPr preferRelativeResize="0"/>
          <p:nvPr/>
        </p:nvPicPr>
        <p:blipFill>
          <a:blip r:embed="rId4">
            <a:alphaModFix/>
          </a:blip>
          <a:stretch>
            <a:fillRect/>
          </a:stretch>
        </p:blipFill>
        <p:spPr>
          <a:xfrm>
            <a:off x="1506213" y="900125"/>
            <a:ext cx="6131579" cy="357474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14F8D-4033-B246-AE96-8029B74AB5B3}"/>
              </a:ext>
            </a:extLst>
          </p:cNvPr>
          <p:cNvSpPr>
            <a:spLocks noGrp="1"/>
          </p:cNvSpPr>
          <p:nvPr>
            <p:ph type="title"/>
          </p:nvPr>
        </p:nvSpPr>
        <p:spPr/>
        <p:txBody>
          <a:bodyPr/>
          <a:lstStyle/>
          <a:p>
            <a:r>
              <a:rPr lang="en-US" dirty="0" err="1"/>
              <a:t>PatchTST</a:t>
            </a:r>
            <a:r>
              <a:rPr lang="en-US" dirty="0"/>
              <a:t> (2023)</a:t>
            </a:r>
          </a:p>
        </p:txBody>
      </p:sp>
      <p:pic>
        <p:nvPicPr>
          <p:cNvPr id="4" name="Picture 3">
            <a:extLst>
              <a:ext uri="{FF2B5EF4-FFF2-40B4-BE49-F238E27FC236}">
                <a16:creationId xmlns:a16="http://schemas.microsoft.com/office/drawing/2014/main" id="{7A7F1DA3-E378-0147-9714-50B74E384CA6}"/>
              </a:ext>
            </a:extLst>
          </p:cNvPr>
          <p:cNvPicPr>
            <a:picLocks noChangeAspect="1"/>
          </p:cNvPicPr>
          <p:nvPr/>
        </p:nvPicPr>
        <p:blipFill>
          <a:blip r:embed="rId2"/>
          <a:stretch>
            <a:fillRect/>
          </a:stretch>
        </p:blipFill>
        <p:spPr>
          <a:xfrm>
            <a:off x="2018207" y="868991"/>
            <a:ext cx="5107585" cy="3943785"/>
          </a:xfrm>
          <a:prstGeom prst="rect">
            <a:avLst/>
          </a:prstGeom>
        </p:spPr>
      </p:pic>
    </p:spTree>
    <p:extLst>
      <p:ext uri="{BB962C8B-B14F-4D97-AF65-F5344CB8AC3E}">
        <p14:creationId xmlns:p14="http://schemas.microsoft.com/office/powerpoint/2010/main" val="4133089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8D41E-AA78-D74B-B1EE-C09ECF26CB74}"/>
              </a:ext>
            </a:extLst>
          </p:cNvPr>
          <p:cNvSpPr>
            <a:spLocks noGrp="1"/>
          </p:cNvSpPr>
          <p:nvPr>
            <p:ph type="title"/>
          </p:nvPr>
        </p:nvSpPr>
        <p:spPr/>
        <p:txBody>
          <a:bodyPr/>
          <a:lstStyle/>
          <a:p>
            <a:r>
              <a:rPr lang="en-US" dirty="0" err="1"/>
              <a:t>TimeGPT</a:t>
            </a:r>
            <a:r>
              <a:rPr lang="en-US" dirty="0"/>
              <a:t> (2023)</a:t>
            </a:r>
          </a:p>
        </p:txBody>
      </p:sp>
      <p:pic>
        <p:nvPicPr>
          <p:cNvPr id="6" name="Picture 5">
            <a:extLst>
              <a:ext uri="{FF2B5EF4-FFF2-40B4-BE49-F238E27FC236}">
                <a16:creationId xmlns:a16="http://schemas.microsoft.com/office/drawing/2014/main" id="{DABF6017-498E-9147-8906-51682902BDC3}"/>
              </a:ext>
            </a:extLst>
          </p:cNvPr>
          <p:cNvPicPr>
            <a:picLocks noChangeAspect="1"/>
          </p:cNvPicPr>
          <p:nvPr/>
        </p:nvPicPr>
        <p:blipFill>
          <a:blip r:embed="rId2"/>
          <a:stretch>
            <a:fillRect/>
          </a:stretch>
        </p:blipFill>
        <p:spPr>
          <a:xfrm>
            <a:off x="3613271" y="471568"/>
            <a:ext cx="5407879" cy="2206299"/>
          </a:xfrm>
          <a:prstGeom prst="rect">
            <a:avLst/>
          </a:prstGeom>
        </p:spPr>
      </p:pic>
      <p:pic>
        <p:nvPicPr>
          <p:cNvPr id="8" name="Picture 7">
            <a:extLst>
              <a:ext uri="{FF2B5EF4-FFF2-40B4-BE49-F238E27FC236}">
                <a16:creationId xmlns:a16="http://schemas.microsoft.com/office/drawing/2014/main" id="{28F2F8D8-3792-434C-A016-17FA2D4E97DD}"/>
              </a:ext>
            </a:extLst>
          </p:cNvPr>
          <p:cNvPicPr>
            <a:picLocks noChangeAspect="1"/>
          </p:cNvPicPr>
          <p:nvPr/>
        </p:nvPicPr>
        <p:blipFill>
          <a:blip r:embed="rId3"/>
          <a:stretch>
            <a:fillRect/>
          </a:stretch>
        </p:blipFill>
        <p:spPr>
          <a:xfrm>
            <a:off x="895788" y="2677868"/>
            <a:ext cx="6718453" cy="2206299"/>
          </a:xfrm>
          <a:prstGeom prst="rect">
            <a:avLst/>
          </a:prstGeom>
        </p:spPr>
      </p:pic>
      <p:sp>
        <p:nvSpPr>
          <p:cNvPr id="9" name="Bent Arrow 8">
            <a:extLst>
              <a:ext uri="{FF2B5EF4-FFF2-40B4-BE49-F238E27FC236}">
                <a16:creationId xmlns:a16="http://schemas.microsoft.com/office/drawing/2014/main" id="{1FFC3DDF-A894-5F42-9F88-A9EA6E7B38DB}"/>
              </a:ext>
            </a:extLst>
          </p:cNvPr>
          <p:cNvSpPr/>
          <p:nvPr/>
        </p:nvSpPr>
        <p:spPr>
          <a:xfrm rot="16200000" flipH="1">
            <a:off x="2243847" y="1730502"/>
            <a:ext cx="813816" cy="868680"/>
          </a:xfrm>
          <a:prstGeom prst="ben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01063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2"/>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 sz="4900"/>
              <a:t>Вопросы?</a:t>
            </a:r>
            <a:endParaRPr/>
          </a:p>
        </p:txBody>
      </p:sp>
      <p:pic>
        <p:nvPicPr>
          <p:cNvPr id="459" name="Google Shape;459;p22"/>
          <p:cNvPicPr preferRelativeResize="0"/>
          <p:nvPr/>
        </p:nvPicPr>
        <p:blipFill rotWithShape="1">
          <a:blip r:embed="rId3">
            <a:alphaModFix/>
          </a:blip>
          <a:srcRect/>
          <a:stretch/>
        </p:blipFill>
        <p:spPr>
          <a:xfrm>
            <a:off x="719975" y="3370764"/>
            <a:ext cx="662535" cy="662535"/>
          </a:xfrm>
          <a:prstGeom prst="rect">
            <a:avLst/>
          </a:prstGeom>
          <a:noFill/>
          <a:ln>
            <a:noFill/>
          </a:ln>
        </p:spPr>
      </p:pic>
      <p:sp>
        <p:nvSpPr>
          <p:cNvPr id="460" name="Google Shape;460;p22"/>
          <p:cNvSpPr txBox="1"/>
          <p:nvPr/>
        </p:nvSpPr>
        <p:spPr>
          <a:xfrm>
            <a:off x="1438025" y="3378781"/>
            <a:ext cx="30000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FFFFFF"/>
                </a:solidFill>
                <a:latin typeface="Roboto"/>
                <a:ea typeface="Roboto"/>
                <a:cs typeface="Roboto"/>
                <a:sym typeface="Roboto"/>
              </a:rPr>
              <a:t>Ставим “+”,</a:t>
            </a:r>
            <a:endParaRPr sz="1500" b="0" i="0" u="none" strike="noStrike" cap="none">
              <a:solidFill>
                <a:srgbClr val="FFFFF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FFFFFF"/>
                </a:solidFill>
                <a:latin typeface="Roboto"/>
                <a:ea typeface="Roboto"/>
                <a:cs typeface="Roboto"/>
                <a:sym typeface="Roboto"/>
              </a:rPr>
              <a:t>если вопросы есть</a:t>
            </a:r>
            <a:endParaRPr sz="1500" b="0" i="0" u="none" strike="noStrike" cap="none">
              <a:solidFill>
                <a:srgbClr val="FFFFFF"/>
              </a:solidFill>
              <a:latin typeface="Roboto"/>
              <a:ea typeface="Roboto"/>
              <a:cs typeface="Roboto"/>
              <a:sym typeface="Roboto"/>
            </a:endParaRPr>
          </a:p>
        </p:txBody>
      </p:sp>
      <p:pic>
        <p:nvPicPr>
          <p:cNvPr id="461" name="Google Shape;461;p22"/>
          <p:cNvPicPr preferRelativeResize="0"/>
          <p:nvPr/>
        </p:nvPicPr>
        <p:blipFill rotWithShape="1">
          <a:blip r:embed="rId4">
            <a:alphaModFix/>
          </a:blip>
          <a:srcRect/>
          <a:stretch/>
        </p:blipFill>
        <p:spPr>
          <a:xfrm>
            <a:off x="4102950" y="3370764"/>
            <a:ext cx="662535" cy="662535"/>
          </a:xfrm>
          <a:prstGeom prst="rect">
            <a:avLst/>
          </a:prstGeom>
          <a:noFill/>
          <a:ln>
            <a:noFill/>
          </a:ln>
        </p:spPr>
      </p:pic>
      <p:sp>
        <p:nvSpPr>
          <p:cNvPr id="462" name="Google Shape;462;p22"/>
          <p:cNvSpPr txBox="1"/>
          <p:nvPr/>
        </p:nvSpPr>
        <p:spPr>
          <a:xfrm>
            <a:off x="4806700" y="3378781"/>
            <a:ext cx="30000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FFFFFF"/>
                </a:solidFill>
                <a:latin typeface="Roboto"/>
                <a:ea typeface="Roboto"/>
                <a:cs typeface="Roboto"/>
                <a:sym typeface="Roboto"/>
              </a:rPr>
              <a:t>Ставим “–”,</a:t>
            </a:r>
            <a:endParaRPr sz="1500" b="0" i="0" u="none" strike="noStrike" cap="none">
              <a:solidFill>
                <a:srgbClr val="FFFFF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rgbClr val="FFFFFF"/>
                </a:solidFill>
                <a:latin typeface="Roboto"/>
                <a:ea typeface="Roboto"/>
                <a:cs typeface="Roboto"/>
                <a:sym typeface="Roboto"/>
              </a:rPr>
              <a:t>если вопросов нет</a:t>
            </a:r>
            <a:endParaRPr sz="1500" b="0" i="0" u="none" strike="noStrike" cap="none">
              <a:solidFill>
                <a:srgbClr val="FFFFFF"/>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g36ae3d6f989_0_194"/>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Эволюция LLM</a:t>
            </a:r>
            <a:endParaRPr/>
          </a:p>
        </p:txBody>
      </p:sp>
      <p:pic>
        <p:nvPicPr>
          <p:cNvPr id="375" name="Google Shape;375;g36ae3d6f989_0_194"/>
          <p:cNvPicPr preferRelativeResize="0"/>
          <p:nvPr/>
        </p:nvPicPr>
        <p:blipFill>
          <a:blip r:embed="rId3">
            <a:alphaModFix/>
          </a:blip>
          <a:stretch>
            <a:fillRect/>
          </a:stretch>
        </p:blipFill>
        <p:spPr>
          <a:xfrm>
            <a:off x="423225" y="1088924"/>
            <a:ext cx="8297550" cy="341207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 sz="4900"/>
              <a:t>Практика</a:t>
            </a:r>
            <a:endParaRPr sz="49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36"/>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
              <a:t>Рефлексия</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7"/>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Рефлексия</a:t>
            </a:r>
            <a:endParaRPr/>
          </a:p>
        </p:txBody>
      </p:sp>
      <p:pic>
        <p:nvPicPr>
          <p:cNvPr id="478" name="Google Shape;478;p37"/>
          <p:cNvPicPr preferRelativeResize="0"/>
          <p:nvPr/>
        </p:nvPicPr>
        <p:blipFill rotWithShape="1">
          <a:blip r:embed="rId3">
            <a:alphaModFix/>
          </a:blip>
          <a:srcRect/>
          <a:stretch/>
        </p:blipFill>
        <p:spPr>
          <a:xfrm>
            <a:off x="633114" y="2019850"/>
            <a:ext cx="828523" cy="828504"/>
          </a:xfrm>
          <a:prstGeom prst="rect">
            <a:avLst/>
          </a:prstGeom>
          <a:noFill/>
          <a:ln>
            <a:noFill/>
          </a:ln>
        </p:spPr>
      </p:pic>
      <p:sp>
        <p:nvSpPr>
          <p:cNvPr id="479" name="Google Shape;479;p37"/>
          <p:cNvSpPr txBox="1"/>
          <p:nvPr/>
        </p:nvSpPr>
        <p:spPr>
          <a:xfrm>
            <a:off x="1700240" y="2364004"/>
            <a:ext cx="46722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chemeClr val="dk1"/>
                </a:solidFill>
                <a:latin typeface="Roboto"/>
                <a:ea typeface="Roboto"/>
                <a:cs typeface="Roboto"/>
                <a:sym typeface="Roboto"/>
              </a:rPr>
              <a:t>С какими впечатлениями уходите с вебинара?</a:t>
            </a:r>
            <a:endParaRPr sz="1500" b="0" i="0" u="none" strike="noStrike" cap="none">
              <a:solidFill>
                <a:schemeClr val="dk1"/>
              </a:solidFill>
              <a:latin typeface="Roboto"/>
              <a:ea typeface="Roboto"/>
              <a:cs typeface="Roboto"/>
              <a:sym typeface="Roboto"/>
            </a:endParaRPr>
          </a:p>
        </p:txBody>
      </p:sp>
      <p:sp>
        <p:nvSpPr>
          <p:cNvPr id="480" name="Google Shape;480;p37"/>
          <p:cNvSpPr txBox="1"/>
          <p:nvPr/>
        </p:nvSpPr>
        <p:spPr>
          <a:xfrm>
            <a:off x="1700240" y="3414189"/>
            <a:ext cx="4996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chemeClr val="dk1"/>
                </a:solidFill>
                <a:latin typeface="Roboto"/>
                <a:ea typeface="Roboto"/>
                <a:cs typeface="Roboto"/>
                <a:sym typeface="Roboto"/>
              </a:rPr>
              <a:t>Как будете применять на практике то,</a:t>
            </a:r>
            <a:endParaRPr sz="1500" b="0" i="0" u="none" strike="noStrike" cap="none">
              <a:solidFill>
                <a:schemeClr val="dk1"/>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ru" sz="1500" b="0" i="0" u="none" strike="noStrike" cap="none">
                <a:solidFill>
                  <a:schemeClr val="dk1"/>
                </a:solidFill>
                <a:latin typeface="Roboto"/>
                <a:ea typeface="Roboto"/>
                <a:cs typeface="Roboto"/>
                <a:sym typeface="Roboto"/>
              </a:rPr>
              <a:t>что узнали на вебинаре?</a:t>
            </a:r>
            <a:endParaRPr sz="1500" b="0" i="0" u="none" strike="noStrike" cap="none">
              <a:solidFill>
                <a:schemeClr val="dk1"/>
              </a:solidFill>
              <a:latin typeface="Roboto"/>
              <a:ea typeface="Roboto"/>
              <a:cs typeface="Roboto"/>
              <a:sym typeface="Roboto"/>
            </a:endParaRPr>
          </a:p>
        </p:txBody>
      </p:sp>
      <p:pic>
        <p:nvPicPr>
          <p:cNvPr id="481" name="Google Shape;481;p37"/>
          <p:cNvPicPr preferRelativeResize="0"/>
          <p:nvPr/>
        </p:nvPicPr>
        <p:blipFill rotWithShape="1">
          <a:blip r:embed="rId4">
            <a:alphaModFix/>
          </a:blip>
          <a:srcRect/>
          <a:stretch/>
        </p:blipFill>
        <p:spPr>
          <a:xfrm>
            <a:off x="621950" y="3330152"/>
            <a:ext cx="845250" cy="8452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8"/>
          <p:cNvSpPr txBox="1">
            <a:spLocks noGrp="1"/>
          </p:cNvSpPr>
          <p:nvPr>
            <p:ph type="title"/>
          </p:nvPr>
        </p:nvSpPr>
        <p:spPr>
          <a:xfrm>
            <a:off x="500550" y="330725"/>
            <a:ext cx="8520600" cy="95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
              <a:t>Следующий вебинар</a:t>
            </a:r>
            <a:endParaRPr/>
          </a:p>
        </p:txBody>
      </p:sp>
      <p:sp>
        <p:nvSpPr>
          <p:cNvPr id="487" name="Google Shape;487;p38"/>
          <p:cNvSpPr txBox="1"/>
          <p:nvPr/>
        </p:nvSpPr>
        <p:spPr>
          <a:xfrm>
            <a:off x="1915425" y="1502825"/>
            <a:ext cx="68253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 sz="1500">
                <a:solidFill>
                  <a:srgbClr val="FF9900"/>
                </a:solidFill>
                <a:latin typeface="Roboto"/>
                <a:ea typeface="Roboto"/>
                <a:cs typeface="Roboto"/>
                <a:sym typeface="Roboto"/>
              </a:rPr>
              <a:t>18</a:t>
            </a:r>
            <a:r>
              <a:rPr lang="ru" sz="1500" b="0" i="0" u="none" strike="noStrike" cap="none">
                <a:solidFill>
                  <a:srgbClr val="FF9900"/>
                </a:solidFill>
                <a:latin typeface="Roboto"/>
                <a:ea typeface="Roboto"/>
                <a:cs typeface="Roboto"/>
                <a:sym typeface="Roboto"/>
              </a:rPr>
              <a:t> августа 2025</a:t>
            </a:r>
            <a:endParaRPr sz="1500" b="0" i="0" u="none" strike="noStrike" cap="none">
              <a:solidFill>
                <a:srgbClr val="FF9900"/>
              </a:solidFill>
              <a:latin typeface="Roboto"/>
              <a:ea typeface="Roboto"/>
              <a:cs typeface="Roboto"/>
              <a:sym typeface="Roboto"/>
            </a:endParaRPr>
          </a:p>
        </p:txBody>
      </p:sp>
      <p:sp>
        <p:nvSpPr>
          <p:cNvPr id="488" name="Google Shape;488;p38"/>
          <p:cNvSpPr txBox="1"/>
          <p:nvPr/>
        </p:nvSpPr>
        <p:spPr>
          <a:xfrm>
            <a:off x="1915425" y="1826708"/>
            <a:ext cx="6156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ru" sz="2500" b="1">
                <a:solidFill>
                  <a:srgbClr val="050505"/>
                </a:solidFill>
                <a:latin typeface="Roboto"/>
                <a:ea typeface="Roboto"/>
                <a:cs typeface="Roboto"/>
                <a:sym typeface="Roboto"/>
              </a:rPr>
              <a:t>LLM - Работа с текстовыми данными. BERT.</a:t>
            </a:r>
            <a:endParaRPr sz="2500" b="1" i="0" u="none" strike="noStrike" cap="none">
              <a:solidFill>
                <a:srgbClr val="050505"/>
              </a:solidFill>
              <a:latin typeface="Roboto"/>
              <a:ea typeface="Roboto"/>
              <a:cs typeface="Roboto"/>
              <a:sym typeface="Roboto"/>
            </a:endParaRPr>
          </a:p>
        </p:txBody>
      </p:sp>
      <p:pic>
        <p:nvPicPr>
          <p:cNvPr id="489" name="Google Shape;489;p38"/>
          <p:cNvPicPr preferRelativeResize="0"/>
          <p:nvPr/>
        </p:nvPicPr>
        <p:blipFill rotWithShape="1">
          <a:blip r:embed="rId3">
            <a:alphaModFix/>
          </a:blip>
          <a:srcRect/>
          <a:stretch/>
        </p:blipFill>
        <p:spPr>
          <a:xfrm>
            <a:off x="886500" y="1558024"/>
            <a:ext cx="760725" cy="760725"/>
          </a:xfrm>
          <a:prstGeom prst="rect">
            <a:avLst/>
          </a:prstGeom>
          <a:noFill/>
          <a:ln>
            <a:noFill/>
          </a:ln>
        </p:spPr>
      </p:pic>
      <p:sp>
        <p:nvSpPr>
          <p:cNvPr id="490" name="Google Shape;490;p38"/>
          <p:cNvSpPr txBox="1"/>
          <p:nvPr/>
        </p:nvSpPr>
        <p:spPr>
          <a:xfrm>
            <a:off x="1179775" y="3660425"/>
            <a:ext cx="2056200" cy="785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ru" sz="1300" b="0" i="0" u="none" strike="noStrike" cap="none">
                <a:solidFill>
                  <a:srgbClr val="000000"/>
                </a:solidFill>
                <a:latin typeface="Roboto"/>
                <a:ea typeface="Roboto"/>
                <a:cs typeface="Roboto"/>
                <a:sym typeface="Roboto"/>
              </a:rPr>
              <a:t>Ссылка на вебинар будет в ЛК за 15 минут</a:t>
            </a:r>
            <a:endParaRPr sz="13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Roboto"/>
              <a:ea typeface="Roboto"/>
              <a:cs typeface="Roboto"/>
              <a:sym typeface="Roboto"/>
            </a:endParaRPr>
          </a:p>
        </p:txBody>
      </p:sp>
      <p:sp>
        <p:nvSpPr>
          <p:cNvPr id="491" name="Google Shape;491;p38"/>
          <p:cNvSpPr txBox="1"/>
          <p:nvPr/>
        </p:nvSpPr>
        <p:spPr>
          <a:xfrm>
            <a:off x="3844125" y="3660413"/>
            <a:ext cx="1766400" cy="785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ru" sz="1300" b="0" i="0" u="none" strike="noStrike" cap="none">
                <a:solidFill>
                  <a:srgbClr val="000000"/>
                </a:solidFill>
                <a:latin typeface="Roboto"/>
                <a:ea typeface="Roboto"/>
                <a:cs typeface="Roboto"/>
                <a:sym typeface="Roboto"/>
              </a:rPr>
              <a:t>Материалы</a:t>
            </a:r>
            <a:endParaRPr sz="13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300"/>
              <a:buFont typeface="Arial"/>
              <a:buNone/>
            </a:pPr>
            <a:r>
              <a:rPr lang="ru" sz="1300" b="0" i="0" u="none" strike="noStrike" cap="none">
                <a:solidFill>
                  <a:srgbClr val="000000"/>
                </a:solidFill>
                <a:latin typeface="Roboto"/>
                <a:ea typeface="Roboto"/>
                <a:cs typeface="Roboto"/>
                <a:sym typeface="Roboto"/>
              </a:rPr>
              <a:t>к занятию в ЛК — можно изучать</a:t>
            </a:r>
            <a:endParaRPr sz="1300" b="0" i="0" u="none" strike="noStrike" cap="none">
              <a:solidFill>
                <a:srgbClr val="000000"/>
              </a:solidFill>
              <a:latin typeface="Roboto"/>
              <a:ea typeface="Roboto"/>
              <a:cs typeface="Roboto"/>
              <a:sym typeface="Roboto"/>
            </a:endParaRPr>
          </a:p>
        </p:txBody>
      </p:sp>
      <p:sp>
        <p:nvSpPr>
          <p:cNvPr id="492" name="Google Shape;492;p38"/>
          <p:cNvSpPr txBox="1"/>
          <p:nvPr/>
        </p:nvSpPr>
        <p:spPr>
          <a:xfrm>
            <a:off x="6101125" y="3660413"/>
            <a:ext cx="2100900" cy="785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ru" sz="1300" b="0" i="0" u="none" strike="noStrike" cap="none">
                <a:solidFill>
                  <a:srgbClr val="000000"/>
                </a:solidFill>
                <a:latin typeface="Roboto"/>
                <a:ea typeface="Roboto"/>
                <a:cs typeface="Roboto"/>
                <a:sym typeface="Roboto"/>
              </a:rPr>
              <a:t>Обязательный материал обозначен красной лентой</a:t>
            </a:r>
            <a:endParaRPr sz="1300" b="0" i="0" u="none" strike="noStrike" cap="none">
              <a:solidFill>
                <a:srgbClr val="000000"/>
              </a:solidFill>
              <a:latin typeface="Roboto"/>
              <a:ea typeface="Roboto"/>
              <a:cs typeface="Roboto"/>
              <a:sym typeface="Roboto"/>
            </a:endParaRPr>
          </a:p>
        </p:txBody>
      </p:sp>
      <p:pic>
        <p:nvPicPr>
          <p:cNvPr id="493" name="Google Shape;493;p38"/>
          <p:cNvPicPr preferRelativeResize="0"/>
          <p:nvPr/>
        </p:nvPicPr>
        <p:blipFill rotWithShape="1">
          <a:blip r:embed="rId4">
            <a:alphaModFix/>
          </a:blip>
          <a:srcRect/>
          <a:stretch/>
        </p:blipFill>
        <p:spPr>
          <a:xfrm>
            <a:off x="5835150" y="3750544"/>
            <a:ext cx="214313" cy="214313"/>
          </a:xfrm>
          <a:prstGeom prst="rect">
            <a:avLst/>
          </a:prstGeom>
          <a:noFill/>
          <a:ln>
            <a:noFill/>
          </a:ln>
        </p:spPr>
      </p:pic>
      <p:pic>
        <p:nvPicPr>
          <p:cNvPr id="494" name="Google Shape;494;p38"/>
          <p:cNvPicPr preferRelativeResize="0"/>
          <p:nvPr/>
        </p:nvPicPr>
        <p:blipFill rotWithShape="1">
          <a:blip r:embed="rId5">
            <a:alphaModFix/>
          </a:blip>
          <a:srcRect/>
          <a:stretch/>
        </p:blipFill>
        <p:spPr>
          <a:xfrm>
            <a:off x="843250" y="3692869"/>
            <a:ext cx="329663" cy="329663"/>
          </a:xfrm>
          <a:prstGeom prst="rect">
            <a:avLst/>
          </a:prstGeom>
          <a:noFill/>
          <a:ln>
            <a:noFill/>
          </a:ln>
        </p:spPr>
      </p:pic>
      <p:pic>
        <p:nvPicPr>
          <p:cNvPr id="495" name="Google Shape;495;p38"/>
          <p:cNvPicPr preferRelativeResize="0"/>
          <p:nvPr/>
        </p:nvPicPr>
        <p:blipFill rotWithShape="1">
          <a:blip r:embed="rId5">
            <a:alphaModFix/>
          </a:blip>
          <a:srcRect/>
          <a:stretch/>
        </p:blipFill>
        <p:spPr>
          <a:xfrm>
            <a:off x="3480775" y="3692869"/>
            <a:ext cx="329663" cy="32966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9"/>
          <p:cNvSpPr txBox="1">
            <a:spLocks noGrp="1"/>
          </p:cNvSpPr>
          <p:nvPr>
            <p:ph type="title"/>
          </p:nvPr>
        </p:nvSpPr>
        <p:spPr>
          <a:xfrm>
            <a:off x="956225" y="396394"/>
            <a:ext cx="7559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ru" sz="3800"/>
              <a:t>Заполните, пожалуйста,</a:t>
            </a:r>
            <a:endParaRPr sz="3800"/>
          </a:p>
          <a:p>
            <a:pPr marL="0" lvl="0" indent="0" algn="l" rtl="0">
              <a:lnSpc>
                <a:spcPct val="100000"/>
              </a:lnSpc>
              <a:spcBef>
                <a:spcPts val="0"/>
              </a:spcBef>
              <a:spcAft>
                <a:spcPts val="0"/>
              </a:spcAft>
              <a:buSzPts val="4600"/>
              <a:buNone/>
            </a:pPr>
            <a:r>
              <a:rPr lang="ru" sz="3800"/>
              <a:t>опрос о занятии</a:t>
            </a:r>
            <a:endParaRPr sz="3800"/>
          </a:p>
          <a:p>
            <a:pPr marL="0" lvl="0" indent="0" algn="l" rtl="0">
              <a:lnSpc>
                <a:spcPct val="100000"/>
              </a:lnSpc>
              <a:spcBef>
                <a:spcPts val="0"/>
              </a:spcBef>
              <a:spcAft>
                <a:spcPts val="0"/>
              </a:spcAft>
              <a:buSzPts val="4600"/>
              <a:buNone/>
            </a:pPr>
            <a:r>
              <a:rPr lang="ru" sz="3800"/>
              <a:t>по ссылке в чате</a:t>
            </a:r>
            <a:endParaRPr sz="3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113"/>
          <p:cNvSpPr txBox="1">
            <a:spLocks noGrp="1"/>
          </p:cNvSpPr>
          <p:nvPr>
            <p:ph type="title"/>
          </p:nvPr>
        </p:nvSpPr>
        <p:spPr>
          <a:xfrm>
            <a:off x="500550" y="821221"/>
            <a:ext cx="8520600" cy="1365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200"/>
              <a:buNone/>
            </a:pPr>
            <a:r>
              <a:rPr lang="ru-RU" dirty="0"/>
              <a:t>Приходите на следующие вебинары</a:t>
            </a:r>
            <a:endParaRPr dirty="0"/>
          </a:p>
        </p:txBody>
      </p:sp>
      <p:sp>
        <p:nvSpPr>
          <p:cNvPr id="749" name="Google Shape;749;p113"/>
          <p:cNvSpPr txBox="1">
            <a:spLocks noGrp="1"/>
          </p:cNvSpPr>
          <p:nvPr>
            <p:ph type="subTitle" idx="1"/>
          </p:nvPr>
        </p:nvSpPr>
        <p:spPr>
          <a:xfrm>
            <a:off x="500550" y="457313"/>
            <a:ext cx="7796700" cy="792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500"/>
              <a:buNone/>
            </a:pPr>
            <a:r>
              <a:rPr lang="ru-RU"/>
              <a:t>Спасибо за внимание!</a:t>
            </a:r>
            <a:endParaRPr/>
          </a:p>
        </p:txBody>
      </p:sp>
      <p:sp>
        <p:nvSpPr>
          <p:cNvPr id="750" name="Google Shape;750;p113"/>
          <p:cNvSpPr/>
          <p:nvPr/>
        </p:nvSpPr>
        <p:spPr>
          <a:xfrm>
            <a:off x="630000" y="2703050"/>
            <a:ext cx="1033800" cy="19836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208;p48">
            <a:extLst>
              <a:ext uri="{FF2B5EF4-FFF2-40B4-BE49-F238E27FC236}">
                <a16:creationId xmlns:a16="http://schemas.microsoft.com/office/drawing/2014/main" id="{4086B244-0D79-564B-9701-EFD1FDA130F3}"/>
              </a:ext>
            </a:extLst>
          </p:cNvPr>
          <p:cNvSpPr txBox="1">
            <a:spLocks noGrp="1"/>
          </p:cNvSpPr>
          <p:nvPr>
            <p:ph type="subTitle" idx="2"/>
          </p:nvPr>
        </p:nvSpPr>
        <p:spPr>
          <a:xfrm>
            <a:off x="3082400" y="2304911"/>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pic>
        <p:nvPicPr>
          <p:cNvPr id="14" name="Picture 13">
            <a:extLst>
              <a:ext uri="{FF2B5EF4-FFF2-40B4-BE49-F238E27FC236}">
                <a16:creationId xmlns:a16="http://schemas.microsoft.com/office/drawing/2014/main" id="{AE42A9C4-D4D4-8C44-88E9-4EE093D69C9E}"/>
              </a:ext>
            </a:extLst>
          </p:cNvPr>
          <p:cNvPicPr>
            <a:picLocks noChangeAspect="1"/>
          </p:cNvPicPr>
          <p:nvPr/>
        </p:nvPicPr>
        <p:blipFill rotWithShape="1">
          <a:blip r:embed="rId3">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5" name="Google Shape;208;p48">
            <a:extLst>
              <a:ext uri="{FF2B5EF4-FFF2-40B4-BE49-F238E27FC236}">
                <a16:creationId xmlns:a16="http://schemas.microsoft.com/office/drawing/2014/main" id="{9C472D46-57DE-3346-8C23-7FDA53A246FD}"/>
              </a:ext>
            </a:extLst>
          </p:cNvPr>
          <p:cNvSpPr txBox="1">
            <a:spLocks/>
          </p:cNvSpPr>
          <p:nvPr/>
        </p:nvSpPr>
        <p:spPr>
          <a:xfrm>
            <a:off x="500550" y="1454436"/>
            <a:ext cx="5856300" cy="396900"/>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36550" algn="l" rtl="0">
              <a:lnSpc>
                <a:spcPct val="100000"/>
              </a:lnSpc>
              <a:spcBef>
                <a:spcPts val="0"/>
              </a:spcBef>
              <a:spcAft>
                <a:spcPts val="0"/>
              </a:spcAft>
              <a:buClr>
                <a:schemeClr val="dk1"/>
              </a:buClr>
              <a:buSzPts val="1500"/>
              <a:buFont typeface="Roboto"/>
              <a:buNone/>
              <a:defRPr sz="1500" b="1" i="0" u="none" strike="noStrike" cap="none">
                <a:solidFill>
                  <a:schemeClr val="dk1"/>
                </a:solidFill>
                <a:latin typeface="Roboto"/>
                <a:ea typeface="Roboto"/>
                <a:cs typeface="Roboto"/>
                <a:sym typeface="Roboto"/>
              </a:defRPr>
            </a:lvl1pPr>
            <a:lvl2pPr marL="914400" marR="0" lvl="1" indent="-323850" algn="l" rtl="0">
              <a:lnSpc>
                <a:spcPct val="100000"/>
              </a:lnSpc>
              <a:spcBef>
                <a:spcPts val="0"/>
              </a:spcBef>
              <a:spcAft>
                <a:spcPts val="0"/>
              </a:spcAft>
              <a:buClr>
                <a:srgbClr val="013D85"/>
              </a:buClr>
              <a:buSzPts val="2300"/>
              <a:buFont typeface="Roboto"/>
              <a:buNone/>
              <a:defRPr sz="2300" b="1" i="0" u="none" strike="noStrike" cap="none">
                <a:solidFill>
                  <a:srgbClr val="013D85"/>
                </a:solidFill>
                <a:latin typeface="Roboto"/>
                <a:ea typeface="Roboto"/>
                <a:cs typeface="Roboto"/>
                <a:sym typeface="Roboto"/>
              </a:defRPr>
            </a:lvl2pPr>
            <a:lvl3pPr marL="1371600" marR="0" lvl="2" indent="-311150" algn="l" rtl="0">
              <a:lnSpc>
                <a:spcPct val="100000"/>
              </a:lnSpc>
              <a:spcBef>
                <a:spcPts val="0"/>
              </a:spcBef>
              <a:spcAft>
                <a:spcPts val="0"/>
              </a:spcAft>
              <a:buClr>
                <a:srgbClr val="013D85"/>
              </a:buClr>
              <a:buSzPts val="2300"/>
              <a:buFont typeface="Roboto"/>
              <a:buNone/>
              <a:defRPr sz="2300" b="1" i="0" u="none" strike="noStrike" cap="none">
                <a:solidFill>
                  <a:srgbClr val="013D85"/>
                </a:solidFill>
                <a:latin typeface="Roboto"/>
                <a:ea typeface="Roboto"/>
                <a:cs typeface="Roboto"/>
                <a:sym typeface="Roboto"/>
              </a:defRPr>
            </a:lvl3pPr>
            <a:lvl4pPr marL="1828800" marR="0" lvl="3" indent="-311150" algn="l" rtl="0">
              <a:lnSpc>
                <a:spcPct val="100000"/>
              </a:lnSpc>
              <a:spcBef>
                <a:spcPts val="0"/>
              </a:spcBef>
              <a:spcAft>
                <a:spcPts val="0"/>
              </a:spcAft>
              <a:buClr>
                <a:srgbClr val="013D85"/>
              </a:buClr>
              <a:buSzPts val="2300"/>
              <a:buFont typeface="Roboto"/>
              <a:buNone/>
              <a:defRPr sz="2300" b="1" i="0" u="none" strike="noStrike" cap="none">
                <a:solidFill>
                  <a:srgbClr val="013D85"/>
                </a:solidFill>
                <a:latin typeface="Roboto"/>
                <a:ea typeface="Roboto"/>
                <a:cs typeface="Roboto"/>
                <a:sym typeface="Roboto"/>
              </a:defRPr>
            </a:lvl4pPr>
            <a:lvl5pPr marL="2286000" marR="0" lvl="4" indent="-311150" algn="l" rtl="0">
              <a:lnSpc>
                <a:spcPct val="100000"/>
              </a:lnSpc>
              <a:spcBef>
                <a:spcPts val="0"/>
              </a:spcBef>
              <a:spcAft>
                <a:spcPts val="0"/>
              </a:spcAft>
              <a:buClr>
                <a:srgbClr val="013D85"/>
              </a:buClr>
              <a:buSzPts val="2300"/>
              <a:buFont typeface="Roboto"/>
              <a:buNone/>
              <a:defRPr sz="2300" b="1" i="0" u="none" strike="noStrike" cap="none">
                <a:solidFill>
                  <a:srgbClr val="013D85"/>
                </a:solidFill>
                <a:latin typeface="Roboto"/>
                <a:ea typeface="Roboto"/>
                <a:cs typeface="Roboto"/>
                <a:sym typeface="Roboto"/>
              </a:defRPr>
            </a:lvl5pPr>
            <a:lvl6pPr marL="2743200" marR="0" lvl="5" indent="-311150" algn="l" rtl="0">
              <a:lnSpc>
                <a:spcPct val="100000"/>
              </a:lnSpc>
              <a:spcBef>
                <a:spcPts val="0"/>
              </a:spcBef>
              <a:spcAft>
                <a:spcPts val="0"/>
              </a:spcAft>
              <a:buClr>
                <a:srgbClr val="013D85"/>
              </a:buClr>
              <a:buSzPts val="2300"/>
              <a:buFont typeface="Roboto"/>
              <a:buNone/>
              <a:defRPr sz="2300" b="1" i="0" u="none" strike="noStrike" cap="none">
                <a:solidFill>
                  <a:srgbClr val="013D85"/>
                </a:solidFill>
                <a:latin typeface="Roboto"/>
                <a:ea typeface="Roboto"/>
                <a:cs typeface="Roboto"/>
                <a:sym typeface="Roboto"/>
              </a:defRPr>
            </a:lvl6pPr>
            <a:lvl7pPr marL="3200400" marR="0" lvl="6" indent="-311150" algn="l" rtl="0">
              <a:lnSpc>
                <a:spcPct val="100000"/>
              </a:lnSpc>
              <a:spcBef>
                <a:spcPts val="0"/>
              </a:spcBef>
              <a:spcAft>
                <a:spcPts val="0"/>
              </a:spcAft>
              <a:buClr>
                <a:srgbClr val="013D85"/>
              </a:buClr>
              <a:buSzPts val="2300"/>
              <a:buFont typeface="Roboto"/>
              <a:buNone/>
              <a:defRPr sz="2300" b="1" i="0" u="none" strike="noStrike" cap="none">
                <a:solidFill>
                  <a:srgbClr val="013D85"/>
                </a:solidFill>
                <a:latin typeface="Roboto"/>
                <a:ea typeface="Roboto"/>
                <a:cs typeface="Roboto"/>
                <a:sym typeface="Roboto"/>
              </a:defRPr>
            </a:lvl7pPr>
            <a:lvl8pPr marL="3657600" marR="0" lvl="7" indent="-311150" algn="l" rtl="0">
              <a:lnSpc>
                <a:spcPct val="100000"/>
              </a:lnSpc>
              <a:spcBef>
                <a:spcPts val="0"/>
              </a:spcBef>
              <a:spcAft>
                <a:spcPts val="0"/>
              </a:spcAft>
              <a:buClr>
                <a:srgbClr val="013D85"/>
              </a:buClr>
              <a:buSzPts val="2300"/>
              <a:buFont typeface="Roboto"/>
              <a:buNone/>
              <a:defRPr sz="2300" b="1" i="0" u="none" strike="noStrike" cap="none">
                <a:solidFill>
                  <a:srgbClr val="013D85"/>
                </a:solidFill>
                <a:latin typeface="Roboto"/>
                <a:ea typeface="Roboto"/>
                <a:cs typeface="Roboto"/>
                <a:sym typeface="Roboto"/>
              </a:defRPr>
            </a:lvl8pPr>
            <a:lvl9pPr marL="4114800" marR="0" lvl="8" indent="-311150" algn="l" rtl="0">
              <a:lnSpc>
                <a:spcPct val="100000"/>
              </a:lnSpc>
              <a:spcBef>
                <a:spcPts val="0"/>
              </a:spcBef>
              <a:spcAft>
                <a:spcPts val="0"/>
              </a:spcAft>
              <a:buClr>
                <a:srgbClr val="013D85"/>
              </a:buClr>
              <a:buSzPts val="2300"/>
              <a:buFont typeface="Roboto"/>
              <a:buNone/>
              <a:defRPr sz="2300" b="1" i="0" u="none" strike="noStrike" cap="none">
                <a:solidFill>
                  <a:srgbClr val="013D85"/>
                </a:solidFill>
                <a:latin typeface="Roboto"/>
                <a:ea typeface="Roboto"/>
                <a:cs typeface="Roboto"/>
                <a:sym typeface="Roboto"/>
              </a:defRPr>
            </a:lvl9pPr>
          </a:lstStyle>
          <a:p>
            <a:pPr marL="0" indent="0"/>
            <a:r>
              <a:rPr lang="en-US" sz="1600" dirty="0">
                <a:solidFill>
                  <a:prstClr val="black"/>
                </a:solidFill>
                <a:latin typeface="Helvetica" pitchFamily="2" charset="0"/>
              </a:rPr>
              <a:t>LLM - </a:t>
            </a:r>
            <a:r>
              <a:rPr lang="ru-RU" sz="1600" dirty="0">
                <a:solidFill>
                  <a:prstClr val="black"/>
                </a:solidFill>
                <a:latin typeface="Helvetica" pitchFamily="2" charset="0"/>
              </a:rPr>
              <a:t>Работа с текстовыми данными. Модель </a:t>
            </a:r>
            <a:r>
              <a:rPr lang="en-US" sz="1600" dirty="0">
                <a:solidFill>
                  <a:prstClr val="black"/>
                </a:solidFill>
                <a:latin typeface="Helvetica" pitchFamily="2" charset="0"/>
              </a:rPr>
              <a:t>BERT.</a:t>
            </a:r>
            <a:endParaRPr lang="ru-RU" dirty="0"/>
          </a:p>
        </p:txBody>
      </p:sp>
      <p:sp>
        <p:nvSpPr>
          <p:cNvPr id="13" name="Google Shape;209;p48">
            <a:extLst>
              <a:ext uri="{FF2B5EF4-FFF2-40B4-BE49-F238E27FC236}">
                <a16:creationId xmlns:a16="http://schemas.microsoft.com/office/drawing/2014/main" id="{1598A3F3-EFAF-8C44-A51A-075927DE7C1B}"/>
              </a:ext>
            </a:extLst>
          </p:cNvPr>
          <p:cNvSpPr txBox="1">
            <a:spLocks/>
          </p:cNvSpPr>
          <p:nvPr/>
        </p:nvSpPr>
        <p:spPr>
          <a:xfrm>
            <a:off x="3082400" y="2701811"/>
            <a:ext cx="5938750" cy="2133660"/>
          </a:xfrm>
          <a:prstGeom prst="rect">
            <a:avLst/>
          </a:prstGeom>
          <a:noFill/>
          <a:ln>
            <a:noFill/>
          </a:ln>
        </p:spPr>
        <p:txBody>
          <a:bodyPr spcFirstLastPara="1" wrap="square" lIns="91425" tIns="91425" rIns="91425" bIns="91425" anchor="t" anchorCtr="0">
            <a:normAutofit fontScale="85000" lnSpcReduction="20000"/>
          </a:bodyPr>
          <a:lstStyle>
            <a:lvl1pPr marL="0" lvl="0" algn="l">
              <a:lnSpc>
                <a:spcPct val="100000"/>
              </a:lnSpc>
              <a:spcBef>
                <a:spcPts val="0"/>
              </a:spcBef>
              <a:spcAft>
                <a:spcPts val="0"/>
              </a:spcAft>
              <a:buClr>
                <a:schemeClr val="dk1"/>
              </a:buClr>
              <a:buSzPts val="1300"/>
              <a:buNone/>
              <a:defRPr sz="1300" b="0" i="0">
                <a:solidFill>
                  <a:schemeClr val="dk1"/>
                </a:solidFill>
                <a:latin typeface="+mn-lt"/>
                <a:ea typeface="+mn-ea"/>
                <a:cs typeface="+mn-cs"/>
              </a:defRPr>
            </a:lvl1pPr>
            <a:lvl2pPr marL="457200" lvl="1" algn="l">
              <a:lnSpc>
                <a:spcPct val="100000"/>
              </a:lnSpc>
              <a:spcBef>
                <a:spcPts val="0"/>
              </a:spcBef>
              <a:spcAft>
                <a:spcPts val="0"/>
              </a:spcAft>
              <a:buClr>
                <a:schemeClr val="dk1"/>
              </a:buClr>
              <a:buSzPts val="1500"/>
              <a:buNone/>
              <a:defRPr>
                <a:solidFill>
                  <a:schemeClr val="dk1"/>
                </a:solidFill>
                <a:latin typeface="+mn-lt"/>
                <a:ea typeface="+mn-ea"/>
                <a:cs typeface="+mn-cs"/>
              </a:defRPr>
            </a:lvl2pPr>
            <a:lvl3pPr marL="914400" lvl="2" algn="l">
              <a:lnSpc>
                <a:spcPct val="100000"/>
              </a:lnSpc>
              <a:spcBef>
                <a:spcPts val="0"/>
              </a:spcBef>
              <a:spcAft>
                <a:spcPts val="0"/>
              </a:spcAft>
              <a:buClr>
                <a:schemeClr val="dk1"/>
              </a:buClr>
              <a:buSzPts val="1300"/>
              <a:buNone/>
              <a:defRPr>
                <a:solidFill>
                  <a:schemeClr val="dk1"/>
                </a:solidFill>
                <a:latin typeface="+mn-lt"/>
                <a:ea typeface="+mn-ea"/>
                <a:cs typeface="+mn-cs"/>
              </a:defRPr>
            </a:lvl3pPr>
            <a:lvl4pPr marL="1371600" lvl="3" algn="l">
              <a:lnSpc>
                <a:spcPct val="100000"/>
              </a:lnSpc>
              <a:spcBef>
                <a:spcPts val="0"/>
              </a:spcBef>
              <a:spcAft>
                <a:spcPts val="0"/>
              </a:spcAft>
              <a:buClr>
                <a:schemeClr val="dk1"/>
              </a:buClr>
              <a:buSzPts val="1300"/>
              <a:buNone/>
              <a:defRPr>
                <a:solidFill>
                  <a:schemeClr val="dk1"/>
                </a:solidFill>
                <a:latin typeface="+mn-lt"/>
                <a:ea typeface="+mn-ea"/>
                <a:cs typeface="+mn-cs"/>
              </a:defRPr>
            </a:lvl4pPr>
            <a:lvl5pPr marL="1828800" lvl="4" algn="l">
              <a:lnSpc>
                <a:spcPct val="100000"/>
              </a:lnSpc>
              <a:spcBef>
                <a:spcPts val="0"/>
              </a:spcBef>
              <a:spcAft>
                <a:spcPts val="0"/>
              </a:spcAft>
              <a:buClr>
                <a:schemeClr val="dk1"/>
              </a:buClr>
              <a:buSzPts val="1300"/>
              <a:buNone/>
              <a:defRPr>
                <a:solidFill>
                  <a:schemeClr val="dk1"/>
                </a:solidFill>
                <a:latin typeface="+mn-lt"/>
                <a:ea typeface="+mn-ea"/>
                <a:cs typeface="+mn-cs"/>
              </a:defRPr>
            </a:lvl5pPr>
            <a:lvl6pPr marL="2286000" lvl="5" algn="l">
              <a:lnSpc>
                <a:spcPct val="100000"/>
              </a:lnSpc>
              <a:spcBef>
                <a:spcPts val="0"/>
              </a:spcBef>
              <a:spcAft>
                <a:spcPts val="0"/>
              </a:spcAft>
              <a:buClr>
                <a:schemeClr val="dk1"/>
              </a:buClr>
              <a:buSzPts val="1300"/>
              <a:buNone/>
              <a:defRPr>
                <a:solidFill>
                  <a:schemeClr val="dk1"/>
                </a:solidFill>
                <a:latin typeface="+mn-lt"/>
                <a:ea typeface="+mn-ea"/>
                <a:cs typeface="+mn-cs"/>
              </a:defRPr>
            </a:lvl6pPr>
            <a:lvl7pPr marL="2743200" lvl="6" algn="l">
              <a:lnSpc>
                <a:spcPct val="100000"/>
              </a:lnSpc>
              <a:spcBef>
                <a:spcPts val="0"/>
              </a:spcBef>
              <a:spcAft>
                <a:spcPts val="0"/>
              </a:spcAft>
              <a:buClr>
                <a:schemeClr val="dk1"/>
              </a:buClr>
              <a:buSzPts val="1300"/>
              <a:buNone/>
              <a:defRPr>
                <a:solidFill>
                  <a:schemeClr val="dk1"/>
                </a:solidFill>
                <a:latin typeface="+mn-lt"/>
                <a:ea typeface="+mn-ea"/>
                <a:cs typeface="+mn-cs"/>
              </a:defRPr>
            </a:lvl7pPr>
            <a:lvl8pPr marL="3200400" lvl="7" algn="l">
              <a:lnSpc>
                <a:spcPct val="100000"/>
              </a:lnSpc>
              <a:spcBef>
                <a:spcPts val="0"/>
              </a:spcBef>
              <a:spcAft>
                <a:spcPts val="0"/>
              </a:spcAft>
              <a:buClr>
                <a:schemeClr val="dk1"/>
              </a:buClr>
              <a:buSzPts val="1300"/>
              <a:buNone/>
              <a:defRPr>
                <a:solidFill>
                  <a:schemeClr val="dk1"/>
                </a:solidFill>
                <a:latin typeface="+mn-lt"/>
                <a:ea typeface="+mn-ea"/>
                <a:cs typeface="+mn-cs"/>
              </a:defRPr>
            </a:lvl8pPr>
            <a:lvl9pPr marL="3657600" lvl="8" algn="l">
              <a:lnSpc>
                <a:spcPct val="100000"/>
              </a:lnSpc>
              <a:spcBef>
                <a:spcPts val="0"/>
              </a:spcBef>
              <a:spcAft>
                <a:spcPts val="0"/>
              </a:spcAft>
              <a:buClr>
                <a:schemeClr val="dk1"/>
              </a:buClr>
              <a:buSzPts val="1300"/>
              <a:buNone/>
              <a:defRPr>
                <a:solidFill>
                  <a:schemeClr val="dk1"/>
                </a:solidFill>
                <a:latin typeface="+mn-lt"/>
                <a:ea typeface="+mn-ea"/>
                <a:cs typeface="+mn-cs"/>
              </a:defRPr>
            </a:lvl9pPr>
          </a:lstStyle>
          <a:p>
            <a:pPr marL="1470025" indent="-1465263">
              <a:tabLst>
                <a:tab pos="1465263" algn="l"/>
              </a:tabLst>
            </a:pPr>
            <a:r>
              <a:rPr lang="ru-RU" sz="1150" b="1" kern="0" dirty="0"/>
              <a:t>Руководитель курсов: </a:t>
            </a:r>
            <a:r>
              <a:rPr lang="en-US" sz="1150" b="1" kern="0" dirty="0"/>
              <a:t>	Reinforcement Learning, ML Professional, ML Basic, </a:t>
            </a:r>
            <a:br>
              <a:rPr lang="en-US" sz="1150" b="1" kern="0" dirty="0"/>
            </a:br>
            <a:r>
              <a:rPr lang="en-US" sz="1150" b="1" kern="0" dirty="0" err="1"/>
              <a:t>MLOps</a:t>
            </a:r>
            <a:r>
              <a:rPr lang="en-US" sz="1150" b="1" kern="0" dirty="0"/>
              <a:t>, </a:t>
            </a:r>
            <a:r>
              <a:rPr lang="en-US" sz="1150" b="1" kern="0" dirty="0" err="1"/>
              <a:t>FinML</a:t>
            </a:r>
            <a:endParaRPr lang="en-US" sz="1150" b="1" kern="0" dirty="0"/>
          </a:p>
          <a:p>
            <a:pPr rtl="0"/>
            <a:endParaRPr lang="en-US" sz="1150" b="1" kern="0" dirty="0"/>
          </a:p>
          <a:p>
            <a:pPr rtl="0"/>
            <a:r>
              <a:rPr lang="en-US" sz="1150" b="1" kern="0" dirty="0" err="1"/>
              <a:t>Teamlead</a:t>
            </a:r>
            <a:r>
              <a:rPr lang="en-US" sz="1150" b="1" kern="0" dirty="0"/>
              <a:t>, </a:t>
            </a:r>
            <a:r>
              <a:rPr lang="ru-RU" sz="1150" b="1" kern="0" dirty="0"/>
              <a:t>главный инженер проекта, </a:t>
            </a:r>
          </a:p>
          <a:p>
            <a:pPr rtl="0"/>
            <a:r>
              <a:rPr lang="ru-RU" sz="1150" b="1" kern="0" dirty="0"/>
              <a:t>Физический факультет МГУ, </a:t>
            </a:r>
            <a:r>
              <a:rPr lang="en-US" sz="1150" b="1" kern="0" dirty="0"/>
              <a:t>PhD </a:t>
            </a:r>
            <a:r>
              <a:rPr lang="ru-RU" sz="1150" b="1" kern="0" dirty="0"/>
              <a:t>теоретическая физика</a:t>
            </a:r>
          </a:p>
          <a:p>
            <a:pPr rtl="0"/>
            <a:endParaRPr lang="ru-RU" sz="1150" kern="0" dirty="0"/>
          </a:p>
          <a:p>
            <a:pPr rtl="0"/>
            <a:r>
              <a:rPr lang="ru-RU" sz="1150" b="1" kern="0" dirty="0"/>
              <a:t>Опыт:</a:t>
            </a:r>
            <a:endParaRPr lang="ru-RU" sz="1150" kern="0" dirty="0"/>
          </a:p>
          <a:p>
            <a:pPr rtl="0"/>
            <a:r>
              <a:rPr lang="ru-RU" sz="1150" kern="0" dirty="0"/>
              <a:t>Более </a:t>
            </a:r>
            <a:r>
              <a:rPr lang="en-US" sz="1150" dirty="0"/>
              <a:t>20</a:t>
            </a:r>
            <a:r>
              <a:rPr lang="ru-RU" sz="1150" kern="0" dirty="0"/>
              <a:t> лет занимался прикладной математикой и мат моделированием</a:t>
            </a:r>
          </a:p>
          <a:p>
            <a:pPr rtl="0"/>
            <a:r>
              <a:rPr lang="ru-RU" sz="1150" kern="0" dirty="0"/>
              <a:t>(</a:t>
            </a:r>
            <a:r>
              <a:rPr lang="en-US" sz="1150" kern="0" dirty="0"/>
              <a:t>Data Scientist) (Python, </a:t>
            </a:r>
            <a:r>
              <a:rPr lang="ru-RU" sz="1150" kern="0" dirty="0"/>
              <a:t>С++)</a:t>
            </a:r>
          </a:p>
          <a:p>
            <a:pPr rtl="0"/>
            <a:endParaRPr lang="ru-RU" sz="1150" kern="0" dirty="0"/>
          </a:p>
          <a:p>
            <a:pPr rtl="0"/>
            <a:endParaRPr lang="ru-RU" sz="1150" b="1" kern="0" dirty="0"/>
          </a:p>
          <a:p>
            <a:pPr rtl="0"/>
            <a:r>
              <a:rPr lang="ru-RU" sz="1150" b="1" kern="0" dirty="0"/>
              <a:t>@</a:t>
            </a:r>
            <a:r>
              <a:rPr lang="en-US" sz="1150" b="1" kern="0" dirty="0" err="1"/>
              <a:t>stureiko</a:t>
            </a:r>
            <a:r>
              <a:rPr lang="en-US" sz="1150" b="1" kern="0" dirty="0"/>
              <a:t> (TG)</a:t>
            </a:r>
          </a:p>
          <a:p>
            <a:pPr rtl="0"/>
            <a:endParaRPr lang="en-US" sz="1150" b="1" kern="0" dirty="0"/>
          </a:p>
          <a:p>
            <a:pPr rtl="0"/>
            <a:r>
              <a:rPr lang="en-US" sz="1150" b="1" kern="0" dirty="0"/>
              <a:t>LinkedIn: </a:t>
            </a:r>
            <a:r>
              <a:rPr lang="en-US" sz="1150" kern="0" dirty="0">
                <a:hlinkClick r:id="rId4"/>
              </a:rPr>
              <a:t>igor-stureiko</a:t>
            </a:r>
            <a:r>
              <a:rPr lang="en-US" sz="1150" kern="0" dirty="0"/>
              <a:t> </a:t>
            </a:r>
          </a:p>
          <a:p>
            <a:pPr rtl="0"/>
            <a:endParaRPr lang="en-US" sz="1150" kern="0" dirty="0"/>
          </a:p>
          <a:p>
            <a:pPr rtl="0"/>
            <a:r>
              <a:rPr lang="en-US" sz="1150" b="1" kern="0" dirty="0"/>
              <a:t>@</a:t>
            </a:r>
            <a:r>
              <a:rPr lang="en-US" sz="1150" b="1" kern="0" dirty="0" err="1"/>
              <a:t>rl_fintech</a:t>
            </a:r>
            <a:r>
              <a:rPr lang="en-US" sz="1150" b="1" kern="0" dirty="0"/>
              <a:t> </a:t>
            </a:r>
            <a:r>
              <a:rPr lang="en-US" sz="1150" kern="0" dirty="0"/>
              <a:t>(</a:t>
            </a:r>
            <a:r>
              <a:rPr lang="ru-RU" sz="1150" kern="0" dirty="0"/>
              <a:t>Мой канал о моделях в бизнесе)</a:t>
            </a:r>
            <a:endParaRPr lang="ru-RU" sz="1400" kern="0" dirty="0"/>
          </a:p>
        </p:txBody>
      </p:sp>
    </p:spTree>
  </p:cSld>
  <p:clrMapOvr>
    <a:masterClrMapping/>
  </p:clrMapOvr>
</p:sld>
</file>

<file path=ppt/theme/theme1.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4891</Words>
  <Application>Microsoft Macintosh PowerPoint</Application>
  <PresentationFormat>On-screen Show (16:9)</PresentationFormat>
  <Paragraphs>513</Paragraphs>
  <Slides>53</Slides>
  <Notes>50</Notes>
  <HiddenSlides>15</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53</vt:i4>
      </vt:variant>
    </vt:vector>
  </HeadingPairs>
  <TitlesOfParts>
    <vt:vector size="60" baseType="lpstr">
      <vt:lpstr>Fira Sans</vt:lpstr>
      <vt:lpstr>Arial</vt:lpstr>
      <vt:lpstr>Courier New</vt:lpstr>
      <vt:lpstr>Helvetica</vt:lpstr>
      <vt:lpstr>Roboto</vt:lpstr>
      <vt:lpstr>Светлая тема</vt:lpstr>
      <vt:lpstr>Светлая тема</vt:lpstr>
      <vt:lpstr>МЛ для финансового анализа Задача прогнозирования: Transformer</vt:lpstr>
      <vt:lpstr>Проверить, идет ли запись</vt:lpstr>
      <vt:lpstr>ML для финансового анализа Задача прогнозирования - Transformers</vt:lpstr>
      <vt:lpstr>Правила вебинара</vt:lpstr>
      <vt:lpstr>Цели вебинара</vt:lpstr>
      <vt:lpstr>Маршрут вебинара</vt:lpstr>
      <vt:lpstr>Прогнозирование последовательностей</vt:lpstr>
      <vt:lpstr>Что такое Attention?</vt:lpstr>
      <vt:lpstr>Self-Attention (Механизм внимания)</vt:lpstr>
      <vt:lpstr>Self-Attention (Механизм внимания)</vt:lpstr>
      <vt:lpstr>Вычисление внимания</vt:lpstr>
      <vt:lpstr>Создание весов</vt:lpstr>
      <vt:lpstr>Взвешивание значений</vt:lpstr>
      <vt:lpstr>Attention</vt:lpstr>
      <vt:lpstr>Attention</vt:lpstr>
      <vt:lpstr>Multi-head attention</vt:lpstr>
      <vt:lpstr>Multi-head attention</vt:lpstr>
      <vt:lpstr>Multi-head attention</vt:lpstr>
      <vt:lpstr>Positional Encoding</vt:lpstr>
      <vt:lpstr>Архитектура Transformer</vt:lpstr>
      <vt:lpstr>PowerPoint Presentation</vt:lpstr>
      <vt:lpstr>Трансформеры</vt:lpstr>
      <vt:lpstr>Трансформеры</vt:lpstr>
      <vt:lpstr>Трансформеры</vt:lpstr>
      <vt:lpstr>Трансформеры</vt:lpstr>
      <vt:lpstr>Трансформеры</vt:lpstr>
      <vt:lpstr>Трансформеры</vt:lpstr>
      <vt:lpstr>Трансформеры</vt:lpstr>
      <vt:lpstr>Трансформеры</vt:lpstr>
      <vt:lpstr>Трансформеры</vt:lpstr>
      <vt:lpstr>Трансформеры – материалы на понимание</vt:lpstr>
      <vt:lpstr>Вопросы?</vt:lpstr>
      <vt:lpstr>Готовые архитектуры</vt:lpstr>
      <vt:lpstr>TSMixer</vt:lpstr>
      <vt:lpstr>TSMixer (Mixer layer)</vt:lpstr>
      <vt:lpstr>TSMixer (Mixer layer)</vt:lpstr>
      <vt:lpstr>TSMixer (Temporal projection)</vt:lpstr>
      <vt:lpstr>TimesNet</vt:lpstr>
      <vt:lpstr>TimesNet</vt:lpstr>
      <vt:lpstr>TimesBlock</vt:lpstr>
      <vt:lpstr>TimesBlock компоненты</vt:lpstr>
      <vt:lpstr>TimesNet преобразование</vt:lpstr>
      <vt:lpstr>Как оставаться в тренде</vt:lpstr>
      <vt:lpstr>PatchTST (2023)</vt:lpstr>
      <vt:lpstr>TimeGPT (2023)</vt:lpstr>
      <vt:lpstr>Вопросы?</vt:lpstr>
      <vt:lpstr>Эволюция LLM</vt:lpstr>
      <vt:lpstr>Практика</vt:lpstr>
      <vt:lpstr>Рефлексия</vt:lpstr>
      <vt:lpstr>Рефлексия</vt:lpstr>
      <vt:lpstr>Следующий вебинар</vt:lpstr>
      <vt:lpstr>Заполните, пожалуйста, опрос о занятии по ссылке в чате</vt:lpstr>
      <vt:lpstr>Приходите на следующие вебинары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МЛ для финансового анализа Задача прогнозирования: Transformer</dc:title>
  <cp:lastModifiedBy>Стурейко Игорь Олегович</cp:lastModifiedBy>
  <cp:revision>5</cp:revision>
  <dcterms:modified xsi:type="dcterms:W3CDTF">2025-12-15T08:31:01Z</dcterms:modified>
</cp:coreProperties>
</file>