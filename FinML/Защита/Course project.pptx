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317" r:id="rId3"/>
    <p:sldId id="259" r:id="rId4"/>
    <p:sldId id="404" r:id="rId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41"/>
    <p:restoredTop sz="97030"/>
  </p:normalViewPr>
  <p:slideViewPr>
    <p:cSldViewPr>
      <p:cViewPr varScale="1">
        <p:scale>
          <a:sx n="165" d="100"/>
          <a:sy n="165" d="100"/>
        </p:scale>
        <p:origin x="1096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ru-RU" dirty="0"/>
            </a:br>
            <a:r>
              <a:rPr lang="ru-RU" sz="3600" dirty="0"/>
              <a:t>Защита курсового проекта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en-US" dirty="0"/>
            </a:br>
            <a:r>
              <a:rPr lang="ru-RU" sz="2400" dirty="0"/>
              <a:t>Защита курсового проекта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20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3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5FB241E0-F341-2D41-BAEF-2356ACCC2AE6}"/>
              </a:ext>
            </a:extLst>
          </p:cNvPr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A28AFFA3-12F1-9041-95E0-BC0FB0458F12}"/>
                </a:ext>
              </a:extLst>
            </p:cNvPr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D64BE99-88DD-9742-BA44-436464CD28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</TotalTime>
  <Words>154</Words>
  <Application>Microsoft Macintosh PowerPoint</Application>
  <PresentationFormat>On-screen Show (16:9)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Roboto</vt:lpstr>
      <vt:lpstr>Trebuchet MS</vt:lpstr>
      <vt:lpstr>Office Theme</vt:lpstr>
      <vt:lpstr>ML для финансового анализа Защита курсового проекта</vt:lpstr>
      <vt:lpstr>Проверить, идет ли запись</vt:lpstr>
      <vt:lpstr>Правила вебинара</vt:lpstr>
      <vt:lpstr>ML для финансового анализа Защита курсового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21</cp:revision>
  <dcterms:created xsi:type="dcterms:W3CDTF">2024-07-23T07:20:56Z</dcterms:created>
  <dcterms:modified xsi:type="dcterms:W3CDTF">2026-04-09T16:56:42Z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