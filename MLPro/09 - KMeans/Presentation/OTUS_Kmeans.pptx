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4" r:id="rId1"/>
    <p:sldMasterId id="2147483735" r:id="rId2"/>
    <p:sldMasterId id="2147483736" r:id="rId3"/>
    <p:sldMasterId id="2147483737" r:id="rId4"/>
    <p:sldMasterId id="2147483738" r:id="rId5"/>
    <p:sldMasterId id="2147483739" r:id="rId6"/>
    <p:sldMasterId id="2147483740" r:id="rId7"/>
  </p:sldMasterIdLst>
  <p:notesMasterIdLst>
    <p:notesMasterId r:id="rId4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4" r:id="rId15"/>
    <p:sldId id="266" r:id="rId16"/>
    <p:sldId id="265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9" r:id="rId38"/>
    <p:sldId id="290" r:id="rId39"/>
    <p:sldId id="291" r:id="rId40"/>
    <p:sldId id="292" r:id="rId41"/>
  </p:sldIdLst>
  <p:sldSz cx="9144000" cy="5143500" type="screen16x9"/>
  <p:notesSz cx="6858000" cy="9144000"/>
  <p:embeddedFontLst>
    <p:embeddedFont>
      <p:font typeface="Avenir" panose="02000503020000020003" pitchFamily="2" charset="0"/>
      <p:regular r:id="rId43"/>
      <p:italic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ambria Math" panose="02040503050406030204" pitchFamily="18" charset="0"/>
      <p:regular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AC026B-19A8-409A-81A1-8817053D0AAA}">
  <a:tblStyle styleId="{99AC026B-19A8-409A-81A1-8817053D0A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8443E7A-D661-46EC-ADAB-0061C26B68C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96"/>
    <p:restoredTop sz="97872"/>
  </p:normalViewPr>
  <p:slideViewPr>
    <p:cSldViewPr snapToGrid="0">
      <p:cViewPr varScale="1">
        <p:scale>
          <a:sx n="297" d="100"/>
          <a:sy n="297" d="100"/>
        </p:scale>
        <p:origin x="121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font" Target="fonts/font4.fntdata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6795ab484f_2_5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26795ab484f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6795ab484f_2_10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6795ab484f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795ab484f_2_16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6795ab484f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6795ab484f_2_23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26795ab484f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69890170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698901702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795ab484f_2_26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26795ab484f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484107aaa_0_1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f484107aa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6795ab484f_2_32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26795ab484f_2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f5c9173eef_0_1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f5c9173ee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484107aaa_0_2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2f484107aa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f5c9173eef_0_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2f5c9173ee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484107aaa_0_31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2f484107aa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f5c9173eef_0_17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f5c9173ee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6795ab484f_2_51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26795ab484f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21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698901702d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698901702d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f484107aaa_0_9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2f484107aa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f5c9173eef_0_3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2f5c9173ee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f5c9173eef_0_54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g2f5c9173ee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f5c9173ee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f5c9173ee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f54a38aba2_0_2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2f54a38aba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ba8672eb84_0_6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2ba8672eb8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f63ff5f7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g2f63ff5f72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4" name="Google Shape;574;g2f63ff5f72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f63ff5f72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g2f63ff5f72c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8" name="Google Shape;588;g2f63ff5f72c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f62694b714_0_28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g2f62694b71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f62694b71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f62694b71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f484107aa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f484107aa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f62694b714_0_2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2f62694b71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f62694b714_0_15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2f62694b71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ba8672eb8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ba8672eb8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54a38aba2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2f54a38ab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698901702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698901702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6795ab484f_2_60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26795ab484f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f54a38aba2_0_33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2f54a38aba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08" y="685791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6795ab484f_2_609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g26795ab484f_2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1">
  <p:cSld name="Code 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Изображение выглядит как снимок экрана&#10;&#10;Автоматически созданное описание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42700" y="1287780"/>
            <a:ext cx="8058600" cy="360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539750" y="271773"/>
            <a:ext cx="8065294" cy="40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venir"/>
              <a:buNone/>
              <a:defRPr sz="25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3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4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5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7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9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2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4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4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6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5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51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1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52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2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55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5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5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57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9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6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6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6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6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6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61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6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6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63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64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64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64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65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65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65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65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65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68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2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73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73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7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74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74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7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7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75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7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76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7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77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77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7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7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78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78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78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78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78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80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9" name="Google Shape;319;p8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1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2" name="Google Shape;322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83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8" name="Google Shape;328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31" name="Google Shape;331;p8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8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8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8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8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38" name="Google Shape;338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8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86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86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7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7" name="Google Shape;347;p87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48" name="Google Shape;348;p8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349" name="Google Shape;349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90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0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9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92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5" name="Google Shape;365;p92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2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93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3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93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5.jp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4.jp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15">
            <a:alphaModFix/>
          </a:blip>
          <a:srcRect l="98" r="98"/>
          <a:stretch/>
        </p:blipFill>
        <p:spPr>
          <a:xfrm>
            <a:off x="-18000" y="-10080"/>
            <a:ext cx="9194040" cy="518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>
            <a:spLocks noGrp="1"/>
          </p:cNvSpPr>
          <p:nvPr>
            <p:ph type="title"/>
          </p:nvPr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0" name="Google Shape;160;p4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11" name="Google Shape;211;p5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6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3" name="Google Shape;263;p6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14" name="Google Shape;314;p79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15" name="Google Shape;315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Relationship Id="rId5" Type="http://schemas.openxmlformats.org/officeDocument/2006/relationships/hyperlink" Target="https://www.naftaliharris.com/blog/visualizing-k-means-clustering/" TargetMode="External"/><Relationship Id="rId4" Type="http://schemas.openxmlformats.org/officeDocument/2006/relationships/hyperlink" Target="http://ramok.tech/wp-content/uploads/2017/09/1vzics.gi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cluster.MiniBatchKMeans.html#sklearn.cluster.MiniBatchKMean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98331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4"/>
          <p:cNvSpPr/>
          <p:nvPr/>
        </p:nvSpPr>
        <p:spPr>
          <a:xfrm>
            <a:off x="944640" y="4350600"/>
            <a:ext cx="8292600" cy="47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84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otus.ru</a:t>
            </a:r>
            <a:endParaRPr sz="1584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4"/>
          <p:cNvSpPr/>
          <p:nvPr/>
        </p:nvSpPr>
        <p:spPr>
          <a:xfrm>
            <a:off x="510000" y="1741000"/>
            <a:ext cx="8497800" cy="23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5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 sz="5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учителя. K-means</a:t>
            </a:r>
            <a:endParaRPr sz="3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5"/>
          <p:cNvSpPr/>
          <p:nvPr/>
        </p:nvSpPr>
        <p:spPr>
          <a:xfrm>
            <a:off x="1635840" y="772200"/>
            <a:ext cx="7934760" cy="84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5"/>
          <p:cNvSpPr/>
          <p:nvPr/>
        </p:nvSpPr>
        <p:spPr>
          <a:xfrm>
            <a:off x="766800" y="1805040"/>
            <a:ext cx="793476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Меня хорошо видно</a:t>
            </a: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&amp; слышно?</a:t>
            </a: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920" y="1032480"/>
            <a:ext cx="641520" cy="3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560" y="3515400"/>
            <a:ext cx="524880" cy="524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95"/>
          <p:cNvSpPr/>
          <p:nvPr/>
        </p:nvSpPr>
        <p:spPr>
          <a:xfrm>
            <a:off x="1513440" y="3454920"/>
            <a:ext cx="2999160" cy="86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6"/>
          <p:cNvSpPr/>
          <p:nvPr/>
        </p:nvSpPr>
        <p:spPr>
          <a:xfrm>
            <a:off x="630000" y="2008525"/>
            <a:ext cx="1033200" cy="26373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6"/>
          <p:cNvSpPr/>
          <p:nvPr/>
        </p:nvSpPr>
        <p:spPr>
          <a:xfrm>
            <a:off x="500400" y="821160"/>
            <a:ext cx="8519760" cy="108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учителя. K-means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6"/>
          <p:cNvSpPr/>
          <p:nvPr/>
        </p:nvSpPr>
        <p:spPr>
          <a:xfrm>
            <a:off x="500400" y="457200"/>
            <a:ext cx="77961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Тема вебинара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6"/>
          <p:cNvSpPr/>
          <p:nvPr/>
        </p:nvSpPr>
        <p:spPr>
          <a:xfrm>
            <a:off x="3271680" y="1791265"/>
            <a:ext cx="37011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-RU" sz="1600" b="1" dirty="0" err="1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горь</a:t>
            </a:r>
            <a:r>
              <a:rPr lang="ru-RU" sz="1600" b="1" dirty="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 Стурейко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81;p37">
            <a:extLst>
              <a:ext uri="{FF2B5EF4-FFF2-40B4-BE49-F238E27FC236}">
                <a16:creationId xmlns:a16="http://schemas.microsoft.com/office/drawing/2014/main" id="{061473ED-AF33-AF97-2A00-0285A855BB53}"/>
              </a:ext>
            </a:extLst>
          </p:cNvPr>
          <p:cNvPicPr preferRelativeResize="0"/>
          <p:nvPr/>
        </p:nvPicPr>
        <p:blipFill>
          <a:blip r:embed="rId3"/>
          <a:srcRect t="7603" b="7603"/>
          <a:stretch/>
        </p:blipFill>
        <p:spPr>
          <a:xfrm>
            <a:off x="699050" y="2258243"/>
            <a:ext cx="1928300" cy="1952355"/>
          </a:xfrm>
          <a:prstGeom prst="ellipse">
            <a:avLst/>
          </a:prstGeom>
          <a:noFill/>
          <a:ln>
            <a:noFill/>
          </a:ln>
        </p:spPr>
      </p:pic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B75C6145-0A18-DD40-B347-BD0A82FAFE19}"/>
              </a:ext>
            </a:extLst>
          </p:cNvPr>
          <p:cNvSpPr txBox="1">
            <a:spLocks/>
          </p:cNvSpPr>
          <p:nvPr/>
        </p:nvSpPr>
        <p:spPr>
          <a:xfrm>
            <a:off x="3271680" y="2378814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Learning, 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en-US" sz="1150" b="1" dirty="0"/>
          </a:p>
          <a:p>
            <a:endParaRPr lang="en-US" sz="1150" b="1" dirty="0"/>
          </a:p>
          <a:p>
            <a:r>
              <a:rPr lang="en-US" sz="1150" b="1" dirty="0" err="1"/>
              <a:t>Teamlead</a:t>
            </a:r>
            <a:r>
              <a:rPr lang="en-US" sz="1150" b="1" dirty="0"/>
              <a:t>, </a:t>
            </a:r>
            <a:r>
              <a:rPr lang="ru-RU" sz="1150" b="1" dirty="0"/>
              <a:t>главный инженер проекта, </a:t>
            </a:r>
          </a:p>
          <a:p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endParaRPr lang="ru-RU" sz="1150" dirty="0"/>
          </a:p>
          <a:p>
            <a:r>
              <a:rPr lang="ru-RU" sz="1150" b="1" dirty="0"/>
              <a:t>Опыт:</a:t>
            </a:r>
            <a:endParaRPr lang="ru-RU" sz="1150" dirty="0"/>
          </a:p>
          <a:p>
            <a:r>
              <a:rPr lang="ru-RU" sz="1150" dirty="0"/>
              <a:t>Более 15 лет занимался прикладной математикой и мат моделированием</a:t>
            </a:r>
          </a:p>
          <a:p>
            <a:r>
              <a:rPr lang="ru-RU" sz="1150" dirty="0"/>
              <a:t>(</a:t>
            </a:r>
            <a:r>
              <a:rPr lang="en-US" sz="1150" dirty="0"/>
              <a:t>Data Scientist) (Python, </a:t>
            </a:r>
            <a:r>
              <a:rPr lang="ru-RU" sz="1150" dirty="0"/>
              <a:t>С++)</a:t>
            </a:r>
          </a:p>
          <a:p>
            <a:endParaRPr lang="ru-RU" sz="1150" dirty="0"/>
          </a:p>
          <a:p>
            <a:endParaRPr lang="ru-RU" sz="1150" b="1" dirty="0"/>
          </a:p>
          <a:p>
            <a:r>
              <a:rPr lang="ru-RU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</a:p>
          <a:p>
            <a:endParaRPr lang="en-US" sz="1150" b="1" dirty="0"/>
          </a:p>
          <a:p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endParaRPr lang="en-US" sz="1150" dirty="0"/>
          </a:p>
          <a:p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en-US" sz="1200" b="1" dirty="0"/>
              <a:t> </a:t>
            </a:r>
            <a:r>
              <a:rPr lang="en-US" sz="1200" dirty="0"/>
              <a:t>(</a:t>
            </a:r>
            <a:r>
              <a:rPr lang="ru-RU" sz="1200" dirty="0"/>
              <a:t>Мой канал посвященный финансовым моделям)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7"/>
          <p:cNvSpPr/>
          <p:nvPr/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Правила вебинара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720" y="3951360"/>
            <a:ext cx="691920" cy="69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720" y="1281600"/>
            <a:ext cx="691920" cy="69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720" y="3061440"/>
            <a:ext cx="691920" cy="69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97"/>
          <p:cNvSpPr/>
          <p:nvPr/>
        </p:nvSpPr>
        <p:spPr>
          <a:xfrm>
            <a:off x="1654560" y="1252080"/>
            <a:ext cx="247464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7"/>
          <p:cNvSpPr/>
          <p:nvPr/>
        </p:nvSpPr>
        <p:spPr>
          <a:xfrm>
            <a:off x="1654560" y="3066480"/>
            <a:ext cx="32302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7"/>
          <p:cNvSpPr/>
          <p:nvPr/>
        </p:nvSpPr>
        <p:spPr>
          <a:xfrm>
            <a:off x="1654560" y="3975120"/>
            <a:ext cx="32302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7"/>
          <p:cNvSpPr/>
          <p:nvPr/>
        </p:nvSpPr>
        <p:spPr>
          <a:xfrm>
            <a:off x="1654560" y="2160000"/>
            <a:ext cx="247464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7"/>
          <p:cNvSpPr/>
          <p:nvPr/>
        </p:nvSpPr>
        <p:spPr>
          <a:xfrm>
            <a:off x="6046200" y="-7920"/>
            <a:ext cx="3096720" cy="514296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97"/>
          <p:cNvSpPr/>
          <p:nvPr/>
        </p:nvSpPr>
        <p:spPr>
          <a:xfrm>
            <a:off x="6343920" y="1053000"/>
            <a:ext cx="2295720" cy="79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600" y="191196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97"/>
          <p:cNvSpPr/>
          <p:nvPr/>
        </p:nvSpPr>
        <p:spPr>
          <a:xfrm>
            <a:off x="6829200" y="1898640"/>
            <a:ext cx="2043360" cy="3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9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600" y="239220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97"/>
          <p:cNvSpPr/>
          <p:nvPr/>
        </p:nvSpPr>
        <p:spPr>
          <a:xfrm>
            <a:off x="6829200" y="2291040"/>
            <a:ext cx="2043360" cy="51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9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600" y="287208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97"/>
          <p:cNvSpPr/>
          <p:nvPr/>
        </p:nvSpPr>
        <p:spPr>
          <a:xfrm>
            <a:off x="6829200" y="2873160"/>
            <a:ext cx="2043360" cy="3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9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600" y="335232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97"/>
          <p:cNvSpPr/>
          <p:nvPr/>
        </p:nvSpPr>
        <p:spPr>
          <a:xfrm>
            <a:off x="6829200" y="3359520"/>
            <a:ext cx="2043360" cy="3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9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600" y="383256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97"/>
          <p:cNvSpPr/>
          <p:nvPr/>
        </p:nvSpPr>
        <p:spPr>
          <a:xfrm>
            <a:off x="6829200" y="3827520"/>
            <a:ext cx="2043360" cy="3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9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600" y="4312440"/>
            <a:ext cx="329760" cy="329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97"/>
          <p:cNvSpPr/>
          <p:nvPr/>
        </p:nvSpPr>
        <p:spPr>
          <a:xfrm>
            <a:off x="6829200" y="4223160"/>
            <a:ext cx="2043360" cy="51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9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720" y="2171520"/>
            <a:ext cx="691920" cy="69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430" name="Google Shape;430;p98"/>
          <p:cNvSpPr/>
          <p:nvPr/>
        </p:nvSpPr>
        <p:spPr>
          <a:xfrm>
            <a:off x="866025" y="11639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Задача кластеризации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98"/>
          <p:cNvSpPr/>
          <p:nvPr/>
        </p:nvSpPr>
        <p:spPr>
          <a:xfrm>
            <a:off x="866025" y="172370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Алгоритм K-means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98"/>
          <p:cNvSpPr/>
          <p:nvPr/>
        </p:nvSpPr>
        <p:spPr>
          <a:xfrm>
            <a:off x="866025" y="230389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Выбор количества кластеров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98"/>
          <p:cNvSpPr/>
          <p:nvPr/>
        </p:nvSpPr>
        <p:spPr>
          <a:xfrm>
            <a:off x="866025" y="288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Live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98"/>
          <p:cNvSpPr/>
          <p:nvPr/>
        </p:nvSpPr>
        <p:spPr>
          <a:xfrm>
            <a:off x="866025" y="34786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98"/>
          <p:cNvCxnSpPr>
            <a:stCxn id="430" idx="1"/>
            <a:endCxn id="431" idx="1"/>
          </p:cNvCxnSpPr>
          <p:nvPr/>
        </p:nvCxnSpPr>
        <p:spPr>
          <a:xfrm>
            <a:off x="866025" y="1352050"/>
            <a:ext cx="600" cy="5598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6" name="Google Shape;436;p98"/>
          <p:cNvCxnSpPr>
            <a:stCxn id="431" idx="1"/>
            <a:endCxn id="432" idx="1"/>
          </p:cNvCxnSpPr>
          <p:nvPr/>
        </p:nvCxnSpPr>
        <p:spPr>
          <a:xfrm>
            <a:off x="866025" y="1911802"/>
            <a:ext cx="600" cy="5802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98"/>
          <p:cNvCxnSpPr>
            <a:stCxn id="432" idx="1"/>
            <a:endCxn id="433" idx="1"/>
          </p:cNvCxnSpPr>
          <p:nvPr/>
        </p:nvCxnSpPr>
        <p:spPr>
          <a:xfrm>
            <a:off x="866025" y="2491992"/>
            <a:ext cx="600" cy="5802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98"/>
          <p:cNvCxnSpPr>
            <a:stCxn id="433" idx="1"/>
            <a:endCxn id="434" idx="1"/>
          </p:cNvCxnSpPr>
          <p:nvPr/>
        </p:nvCxnSpPr>
        <p:spPr>
          <a:xfrm>
            <a:off x="866025" y="3072176"/>
            <a:ext cx="600" cy="5946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C001292-CC77-6A45-8309-0A334441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87" y="1169122"/>
            <a:ext cx="3557864" cy="2685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9"/>
          <p:cNvSpPr/>
          <p:nvPr/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вебинара</a:t>
            </a:r>
            <a:endParaRPr sz="3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4" name="Google Shape;444;p99"/>
          <p:cNvGraphicFramePr/>
          <p:nvPr/>
        </p:nvGraphicFramePr>
        <p:xfrm>
          <a:off x="952747" y="2202740"/>
          <a:ext cx="7238525" cy="1107000"/>
        </p:xfrm>
        <a:graphic>
          <a:graphicData uri="http://schemas.openxmlformats.org/drawingml/2006/table">
            <a:tbl>
              <a:tblPr>
                <a:noFill/>
                <a:tableStyleId>{99AC026B-19A8-409A-81A1-8817053D0AAA}</a:tableStyleId>
              </a:tblPr>
              <a:tblGrid>
                <a:gridCol w="4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Сформулировать задачу кластеризации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Применить Kmeans на практике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u="none" strike="noStrike" cap="none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выбирать количество кластеров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5" name="Google Shape;445;p99"/>
          <p:cNvSpPr/>
          <p:nvPr/>
        </p:nvSpPr>
        <p:spPr>
          <a:xfrm>
            <a:off x="500400" y="857520"/>
            <a:ext cx="779616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К концу занятия вы сможете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00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lang="ru" sz="3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Смысл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1" name="Google Shape;451;p100"/>
          <p:cNvGraphicFramePr/>
          <p:nvPr/>
        </p:nvGraphicFramePr>
        <p:xfrm>
          <a:off x="952747" y="2202740"/>
          <a:ext cx="7238525" cy="1298786"/>
        </p:xfrm>
        <a:graphic>
          <a:graphicData uri="http://schemas.openxmlformats.org/drawingml/2006/table">
            <a:tbl>
              <a:tblPr>
                <a:noFill/>
                <a:tableStyleId>{99AC026B-19A8-409A-81A1-8817053D0AAA}</a:tableStyleId>
              </a:tblPr>
              <a:tblGrid>
                <a:gridCol w="4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700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разделять данные на группы, когда точное количество и описание групп неизвестно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700"/>
                        <a:buNone/>
                      </a:pPr>
                      <a:r>
                        <a:rPr lang="ru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Генерация дополнительных категориальных признаков для моделей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2" name="Google Shape;452;p100"/>
          <p:cNvSpPr/>
          <p:nvPr/>
        </p:nvSpPr>
        <p:spPr>
          <a:xfrm>
            <a:off x="500400" y="857520"/>
            <a:ext cx="77961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lang="ru" sz="1500" b="1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Зачем вам это уметь</a:t>
            </a:r>
            <a:endParaRPr sz="1500" b="0" i="0" u="none" strike="noStrike" cap="none">
              <a:solidFill>
                <a:srgbClr val="013D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02"/>
          <p:cNvSpPr/>
          <p:nvPr/>
        </p:nvSpPr>
        <p:spPr>
          <a:xfrm>
            <a:off x="651600" y="396360"/>
            <a:ext cx="7705440" cy="40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ru" sz="6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Задача кластеризации</a:t>
            </a:r>
            <a:endParaRPr sz="49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4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Задача кластеризации</a:t>
            </a:r>
            <a:endParaRPr sz="3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5" name="Google Shape;475;p104" descr="https://profile.ru/wp-content/uploads/2020/06/img_5edb5dfb5196c-782x440.jpeg"/>
          <p:cNvPicPr preferRelativeResize="0"/>
          <p:nvPr/>
        </p:nvPicPr>
        <p:blipFill rotWithShape="1">
          <a:blip r:embed="rId3">
            <a:alphaModFix/>
          </a:blip>
          <a:srcRect l="17579" r="17908"/>
          <a:stretch/>
        </p:blipFill>
        <p:spPr>
          <a:xfrm>
            <a:off x="500399" y="1188573"/>
            <a:ext cx="4160050" cy="36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04"/>
          <p:cNvSpPr/>
          <p:nvPr/>
        </p:nvSpPr>
        <p:spPr>
          <a:xfrm>
            <a:off x="4711975" y="1240775"/>
            <a:ext cx="4431900" cy="3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Выделить такие группы (кластеры) объектов, что: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ru" sz="180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 одном кластере – похожие объекты</a:t>
            </a:r>
            <a:endParaRPr sz="1800" i="0" u="none" strike="noStrike" cap="non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 разных кластерах разные объекты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3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ru" sz="3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 кластеризации</a:t>
            </a:r>
            <a:endParaRPr sz="3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103"/>
          <p:cNvPicPr preferRelativeResize="0"/>
          <p:nvPr/>
        </p:nvPicPr>
        <p:blipFill rotWithShape="1">
          <a:blip r:embed="rId3">
            <a:alphaModFix/>
          </a:blip>
          <a:srcRect t="3819" b="52922"/>
          <a:stretch/>
        </p:blipFill>
        <p:spPr>
          <a:xfrm>
            <a:off x="2594150" y="1015225"/>
            <a:ext cx="3955700" cy="38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5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Кластеризация vs классификация</a:t>
            </a:r>
            <a:endParaRPr sz="3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82" name="Google Shape;482;p105"/>
          <p:cNvGraphicFramePr/>
          <p:nvPr/>
        </p:nvGraphicFramePr>
        <p:xfrm>
          <a:off x="952500" y="1581250"/>
          <a:ext cx="7239000" cy="1981050"/>
        </p:xfrm>
        <a:graphic>
          <a:graphicData uri="http://schemas.openxmlformats.org/drawingml/2006/table">
            <a:tbl>
              <a:tblPr>
                <a:noFill/>
                <a:tableStyleId>{C8443E7A-D661-46EC-ADAB-0061C26B68C1}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Классификация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Кластеризация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Описание классов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Задано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Неизвестно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Кол-во классов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Задано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Неизвестно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Обучающая выборка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Нет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Тестовая выборка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Обычно нет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6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Применение кластеризации</a:t>
            </a:r>
            <a:endParaRPr sz="3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8" name="Google Shape;488;p106" descr="ОПЫТ ПРИМЕНЕНИЯ PROCESS MINING ДЛЯ ЦЕЛЕЙ АУДИТА"/>
          <p:cNvPicPr preferRelativeResize="0"/>
          <p:nvPr/>
        </p:nvPicPr>
        <p:blipFill rotWithShape="1">
          <a:blip r:embed="rId3">
            <a:alphaModFix/>
          </a:blip>
          <a:srcRect l="6668" r="6608"/>
          <a:stretch/>
        </p:blipFill>
        <p:spPr>
          <a:xfrm>
            <a:off x="766126" y="1532324"/>
            <a:ext cx="2449250" cy="15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06"/>
          <p:cNvSpPr/>
          <p:nvPr/>
        </p:nvSpPr>
        <p:spPr>
          <a:xfrm>
            <a:off x="36553" y="1066443"/>
            <a:ext cx="390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Маркетинговые исследования</a:t>
            </a:r>
            <a:endParaRPr sz="1200"/>
          </a:p>
        </p:txBody>
      </p:sp>
      <p:pic>
        <p:nvPicPr>
          <p:cNvPr id="490" name="Google Shape;490;p106" descr="https://yurface.ru/wp-content/uploads/2019/03/%D1%81%D0%B5%D1%82%D0%B5%D0%B2%D0%BE%D0%B9-%D0%BC%D0%B0%D1%80%D0%BA%D0%B5%D1%82%D0%B8%D0%BD%D0%B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0399" y="1532323"/>
            <a:ext cx="2152200" cy="154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06"/>
          <p:cNvSpPr/>
          <p:nvPr/>
        </p:nvSpPr>
        <p:spPr>
          <a:xfrm>
            <a:off x="3769688" y="1066447"/>
            <a:ext cx="231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Социальные сети</a:t>
            </a:r>
            <a:endParaRPr sz="1200"/>
          </a:p>
        </p:txBody>
      </p:sp>
      <p:pic>
        <p:nvPicPr>
          <p:cNvPr id="492" name="Google Shape;492;p106" descr="https://cdn-images-1.medium.com/fit/t/1600/480/1*8HK6LlZXMNfA8ZXWnzlpD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750" y="3692374"/>
            <a:ext cx="4752024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06"/>
          <p:cNvSpPr/>
          <p:nvPr/>
        </p:nvSpPr>
        <p:spPr>
          <a:xfrm>
            <a:off x="3215376" y="3185692"/>
            <a:ext cx="554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Разделение текстовых документов на темы</a:t>
            </a:r>
            <a:endParaRPr sz="1200"/>
          </a:p>
        </p:txBody>
      </p:sp>
      <p:sp>
        <p:nvSpPr>
          <p:cNvPr id="494" name="Google Shape;494;p106"/>
          <p:cNvSpPr/>
          <p:nvPr/>
        </p:nvSpPr>
        <p:spPr>
          <a:xfrm>
            <a:off x="582645" y="3186710"/>
            <a:ext cx="269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Поисковые системы</a:t>
            </a:r>
            <a:endParaRPr sz="1200"/>
          </a:p>
        </p:txBody>
      </p:sp>
      <p:pic>
        <p:nvPicPr>
          <p:cNvPr id="495" name="Google Shape;495;p106" descr="поисковая система Google - Поисковые системы в интернете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2700" y="3695125"/>
            <a:ext cx="2690099" cy="136347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06"/>
          <p:cNvSpPr/>
          <p:nvPr/>
        </p:nvSpPr>
        <p:spPr>
          <a:xfrm>
            <a:off x="6637620" y="1066450"/>
            <a:ext cx="142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Геоданные</a:t>
            </a:r>
            <a:endParaRPr sz="1200"/>
          </a:p>
        </p:txBody>
      </p:sp>
      <p:pic>
        <p:nvPicPr>
          <p:cNvPr id="497" name="Google Shape;497;p1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7625" y="1532325"/>
            <a:ext cx="1425603" cy="1425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7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Применение кластеризации в ML</a:t>
            </a:r>
            <a:endParaRPr sz="3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107"/>
          <p:cNvSpPr/>
          <p:nvPr/>
        </p:nvSpPr>
        <p:spPr>
          <a:xfrm>
            <a:off x="500400" y="1969250"/>
            <a:ext cx="4071600" cy="18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Визуализация данных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Генерация доп признаков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ru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Первый шаг к задаче классификации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4" name="Google Shape;50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875" y="1555890"/>
            <a:ext cx="3906900" cy="272511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07"/>
          <p:cNvSpPr txBox="1"/>
          <p:nvPr/>
        </p:nvSpPr>
        <p:spPr>
          <a:xfrm>
            <a:off x="4841875" y="3651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8"/>
          <p:cNvSpPr/>
          <p:nvPr/>
        </p:nvSpPr>
        <p:spPr>
          <a:xfrm>
            <a:off x="651600" y="396360"/>
            <a:ext cx="7705440" cy="40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Вопросы?</a:t>
            </a:r>
            <a:endParaRPr sz="4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24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08"/>
          <p:cNvSpPr/>
          <p:nvPr/>
        </p:nvSpPr>
        <p:spPr>
          <a:xfrm>
            <a:off x="1513440" y="3378960"/>
            <a:ext cx="299916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16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08"/>
          <p:cNvSpPr/>
          <p:nvPr/>
        </p:nvSpPr>
        <p:spPr>
          <a:xfrm>
            <a:off x="4881960" y="3378960"/>
            <a:ext cx="299916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ru" sz="6000"/>
              <a:t>Алгоритм K-means</a:t>
            </a:r>
            <a:endParaRPr sz="7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0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K-means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110"/>
          <p:cNvPicPr preferRelativeResize="0"/>
          <p:nvPr/>
        </p:nvPicPr>
        <p:blipFill rotWithShape="1">
          <a:blip r:embed="rId3">
            <a:alphaModFix/>
          </a:blip>
          <a:srcRect l="52287"/>
          <a:stretch/>
        </p:blipFill>
        <p:spPr>
          <a:xfrm>
            <a:off x="-28003" y="1137809"/>
            <a:ext cx="4016549" cy="366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10"/>
          <p:cNvSpPr/>
          <p:nvPr/>
        </p:nvSpPr>
        <p:spPr>
          <a:xfrm>
            <a:off x="4269255" y="4443058"/>
            <a:ext cx="53598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2-4 пока </a:t>
            </a:r>
            <a:r>
              <a:rPr lang="ru" sz="1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расположение центроидов не перестанут изменяться.</a:t>
            </a:r>
            <a:endParaRPr sz="1600" b="0" i="0" u="none" strike="noStrike" cap="none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110"/>
          <p:cNvSpPr txBox="1"/>
          <p:nvPr/>
        </p:nvSpPr>
        <p:spPr>
          <a:xfrm>
            <a:off x="4266225" y="1579925"/>
            <a:ext cx="3564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ru" sz="4800" b="1" i="0" u="none" strike="noStrike" cap="none">
                <a:solidFill>
                  <a:srgbClr val="40CDD0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4800" b="0" i="0" u="none" strike="noStrike" cap="none">
              <a:solidFill>
                <a:srgbClr val="40CDD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8" name="Google Shape;528;p110"/>
          <p:cNvSpPr txBox="1"/>
          <p:nvPr/>
        </p:nvSpPr>
        <p:spPr>
          <a:xfrm>
            <a:off x="4241174" y="2260478"/>
            <a:ext cx="3462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ru" sz="4800" b="1" i="0" u="none" strike="noStrike" cap="none">
                <a:solidFill>
                  <a:srgbClr val="40CDD0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4800" b="0" i="0" u="none" strike="noStrike" cap="none">
              <a:solidFill>
                <a:srgbClr val="40CDD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9" name="Google Shape;529;p110"/>
          <p:cNvSpPr txBox="1"/>
          <p:nvPr/>
        </p:nvSpPr>
        <p:spPr>
          <a:xfrm>
            <a:off x="4269253" y="3037347"/>
            <a:ext cx="3462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ru" sz="4800" b="1" i="0" u="none" strike="noStrike" cap="none">
                <a:solidFill>
                  <a:srgbClr val="40CDD0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4800" b="0" i="0" u="none" strike="noStrike" cap="none">
              <a:solidFill>
                <a:srgbClr val="40CDD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0" name="Google Shape;530;p110"/>
          <p:cNvSpPr txBox="1"/>
          <p:nvPr/>
        </p:nvSpPr>
        <p:spPr>
          <a:xfrm>
            <a:off x="4269253" y="3727732"/>
            <a:ext cx="3462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ru" sz="4800" b="1" i="0" u="none" strike="noStrike" cap="none">
                <a:solidFill>
                  <a:srgbClr val="40CDD0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4800" b="0" i="0" u="none" strike="noStrike" cap="none">
              <a:solidFill>
                <a:srgbClr val="40CDD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1" name="Google Shape;531;p110"/>
          <p:cNvSpPr/>
          <p:nvPr/>
        </p:nvSpPr>
        <p:spPr>
          <a:xfrm>
            <a:off x="4016549" y="2698736"/>
            <a:ext cx="224700" cy="1551600"/>
          </a:xfrm>
          <a:prstGeom prst="curvedRightArrow">
            <a:avLst>
              <a:gd name="adj1" fmla="val 4168"/>
              <a:gd name="adj2" fmla="val 50000"/>
              <a:gd name="adj3" fmla="val 25000"/>
            </a:avLst>
          </a:prstGeom>
          <a:solidFill>
            <a:srgbClr val="00FFCC"/>
          </a:solidFill>
          <a:ln w="9525" cap="flat" cmpd="sng">
            <a:solidFill>
              <a:srgbClr val="00FF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10"/>
          <p:cNvSpPr/>
          <p:nvPr/>
        </p:nvSpPr>
        <p:spPr>
          <a:xfrm rot="10800000">
            <a:off x="4622604" y="2659909"/>
            <a:ext cx="224700" cy="1551600"/>
          </a:xfrm>
          <a:prstGeom prst="curvedRightArrow">
            <a:avLst>
              <a:gd name="adj1" fmla="val 4168"/>
              <a:gd name="adj2" fmla="val 50000"/>
              <a:gd name="adj3" fmla="val 25000"/>
            </a:avLst>
          </a:prstGeom>
          <a:solidFill>
            <a:srgbClr val="00FFCC"/>
          </a:solidFill>
          <a:ln w="9525" cap="flat" cmpd="sng">
            <a:solidFill>
              <a:srgbClr val="00FF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10"/>
          <p:cNvSpPr txBox="1"/>
          <p:nvPr/>
        </p:nvSpPr>
        <p:spPr>
          <a:xfrm>
            <a:off x="4241176" y="1180275"/>
            <a:ext cx="499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Выбирается количество кластеров k.</a:t>
            </a:r>
            <a:endParaRPr sz="1200"/>
          </a:p>
        </p:txBody>
      </p:sp>
      <p:sp>
        <p:nvSpPr>
          <p:cNvPr id="534" name="Google Shape;534;p110"/>
          <p:cNvSpPr txBox="1"/>
          <p:nvPr/>
        </p:nvSpPr>
        <p:spPr>
          <a:xfrm>
            <a:off x="4968545" y="1540316"/>
            <a:ext cx="4392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Случайным образом располагаются k центральных точек кластеров.</a:t>
            </a:r>
            <a:endParaRPr sz="1600"/>
          </a:p>
        </p:txBody>
      </p:sp>
      <p:sp>
        <p:nvSpPr>
          <p:cNvPr id="535" name="Google Shape;535;p110"/>
          <p:cNvSpPr/>
          <p:nvPr/>
        </p:nvSpPr>
        <p:spPr>
          <a:xfrm>
            <a:off x="4968550" y="2171700"/>
            <a:ext cx="40515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Для каждой точки данных вычисляется ее евклидово расстояние до каждого центра кластера и назначается метка ближайшего.</a:t>
            </a:r>
            <a:endParaRPr sz="1600"/>
          </a:p>
        </p:txBody>
      </p:sp>
      <p:sp>
        <p:nvSpPr>
          <p:cNvPr id="536" name="Google Shape;536;p110"/>
          <p:cNvSpPr/>
          <p:nvPr/>
        </p:nvSpPr>
        <p:spPr>
          <a:xfrm>
            <a:off x="4968550" y="3276480"/>
            <a:ext cx="46467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Вычисляются центроиды – центры тяжести кластеров.</a:t>
            </a:r>
            <a:endParaRPr sz="1200"/>
          </a:p>
        </p:txBody>
      </p:sp>
      <p:sp>
        <p:nvSpPr>
          <p:cNvPr id="537" name="Google Shape;537;p110"/>
          <p:cNvSpPr/>
          <p:nvPr/>
        </p:nvSpPr>
        <p:spPr>
          <a:xfrm>
            <a:off x="4968550" y="3882942"/>
            <a:ext cx="36441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0" i="0" u="none" strike="noStrike" cap="none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Центр кластера смещается в его центроид.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1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K-means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388" y="1073550"/>
            <a:ext cx="5290925" cy="4069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11"/>
          <p:cNvSpPr/>
          <p:nvPr/>
        </p:nvSpPr>
        <p:spPr>
          <a:xfrm>
            <a:off x="6226850" y="3518050"/>
            <a:ext cx="2985600" cy="12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http://ramok.tech/wp-content/uploads/2017/09/1vzics.gif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https://www.naftaliharris.com/blog/visualizing-k-means-clustering</a:t>
            </a:r>
            <a:r>
              <a:rPr lang="ru" sz="1800" b="0" i="0" u="sng" strike="noStrike" cap="non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12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Ускорение K-means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12"/>
          <p:cNvSpPr/>
          <p:nvPr/>
        </p:nvSpPr>
        <p:spPr>
          <a:xfrm>
            <a:off x="500400" y="1206500"/>
            <a:ext cx="7517100" cy="30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ru" sz="1800" dirty="0">
                <a:solidFill>
                  <a:srgbClr val="35454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Вычисление расстояний и средних делается за 𝑂(𝑑), где 𝑑 — размерность пространства признаков</a:t>
            </a:r>
            <a:endParaRPr sz="1800" dirty="0">
              <a:solidFill>
                <a:srgbClr val="35454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54541"/>
              </a:buClr>
              <a:buSzPts val="1800"/>
              <a:buFont typeface="Roboto"/>
              <a:buChar char="○"/>
            </a:pPr>
            <a:r>
              <a:rPr lang="ru" sz="1800" dirty="0">
                <a:solidFill>
                  <a:srgbClr val="35454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Решение - PCA, отбор признаков</a:t>
            </a:r>
            <a:endParaRPr sz="1800" dirty="0">
              <a:solidFill>
                <a:srgbClr val="35454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354541"/>
                </a:solidFill>
                <a:highlight>
                  <a:srgbClr val="FFFFFF"/>
                </a:highlight>
              </a:rPr>
              <a:t> </a:t>
            </a:r>
            <a:endParaRPr sz="1500" dirty="0">
              <a:solidFill>
                <a:srgbClr val="354541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4541"/>
              </a:buClr>
              <a:buSzPts val="1800"/>
              <a:buFont typeface="Roboto"/>
              <a:buChar char="●"/>
            </a:pPr>
            <a:r>
              <a:rPr lang="ru" sz="1800" dirty="0">
                <a:solidFill>
                  <a:srgbClr val="35454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Количество операций 𝑂(𝑛), где n — количество объектов обучающей выборки</a:t>
            </a:r>
            <a:endParaRPr sz="1800" dirty="0">
              <a:solidFill>
                <a:srgbClr val="35454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4541"/>
              </a:buClr>
              <a:buSzPts val="1800"/>
              <a:buFont typeface="Roboto"/>
              <a:buChar char="○"/>
            </a:pPr>
            <a:r>
              <a:rPr lang="ru" sz="1800" dirty="0">
                <a:solidFill>
                  <a:srgbClr val="35454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Решение - mini-batch K-means</a:t>
            </a:r>
            <a:endParaRPr sz="1800" dirty="0">
              <a:solidFill>
                <a:srgbClr val="35454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1" name="Google Shape;551;p112"/>
          <p:cNvSpPr txBox="1"/>
          <p:nvPr/>
        </p:nvSpPr>
        <p:spPr>
          <a:xfrm>
            <a:off x="0" y="4483750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 dirty="0">
                <a:solidFill>
                  <a:schemeClr val="hlink"/>
                </a:solidFill>
                <a:hlinkClick r:id="rId3"/>
              </a:rPr>
              <a:t>https://scikit-learn.org/stable/modules/generated/sklearn.cluster.MiniBatchKMeans.html#sklearn.cluster.MiniBatchKMeans</a:t>
            </a:r>
            <a:r>
              <a:rPr lang="ru" sz="1000" dirty="0"/>
              <a:t> </a:t>
            </a:r>
            <a:endParaRPr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200"/>
              <a:t>LIVE</a:t>
            </a:r>
            <a:endParaRPr sz="7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14"/>
          <p:cNvSpPr/>
          <p:nvPr/>
        </p:nvSpPr>
        <p:spPr>
          <a:xfrm>
            <a:off x="651600" y="396360"/>
            <a:ext cx="7705500" cy="4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Вопросы?</a:t>
            </a:r>
            <a:endParaRPr sz="4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24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14"/>
          <p:cNvSpPr/>
          <p:nvPr/>
        </p:nvSpPr>
        <p:spPr>
          <a:xfrm>
            <a:off x="1513440" y="3378960"/>
            <a:ext cx="29991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1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16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14"/>
          <p:cNvSpPr/>
          <p:nvPr/>
        </p:nvSpPr>
        <p:spPr>
          <a:xfrm>
            <a:off x="4881960" y="3378960"/>
            <a:ext cx="29991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5"/>
          <p:cNvSpPr/>
          <p:nvPr/>
        </p:nvSpPr>
        <p:spPr>
          <a:xfrm>
            <a:off x="651600" y="396360"/>
            <a:ext cx="7705500" cy="4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ru" sz="6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Выбор числа кластеров</a:t>
            </a:r>
            <a:endParaRPr sz="49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6"/>
          <p:cNvSpPr txBox="1">
            <a:spLocks noGrp="1"/>
          </p:cNvSpPr>
          <p:nvPr>
            <p:ph type="body" idx="4294967295"/>
          </p:nvPr>
        </p:nvSpPr>
        <p:spPr>
          <a:xfrm>
            <a:off x="539750" y="271773"/>
            <a:ext cx="8065294" cy="40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165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K-means: выбор числа кластеров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577" name="Google Shape;577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3100" y="1324119"/>
            <a:ext cx="2486025" cy="70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16"/>
          <p:cNvSpPr txBox="1"/>
          <p:nvPr/>
        </p:nvSpPr>
        <p:spPr>
          <a:xfrm>
            <a:off x="6310119" y="999565"/>
            <a:ext cx="20789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Инерция (функция потерь)</a:t>
            </a:r>
            <a:endParaRPr sz="1100"/>
          </a:p>
        </p:txBody>
      </p:sp>
      <p:grpSp>
        <p:nvGrpSpPr>
          <p:cNvPr id="579" name="Google Shape;579;p116"/>
          <p:cNvGrpSpPr/>
          <p:nvPr/>
        </p:nvGrpSpPr>
        <p:grpSpPr>
          <a:xfrm>
            <a:off x="539750" y="1114425"/>
            <a:ext cx="2067719" cy="1828801"/>
            <a:chOff x="719666" y="1485900"/>
            <a:chExt cx="2756959" cy="2438401"/>
          </a:xfrm>
        </p:grpSpPr>
        <p:cxnSp>
          <p:nvCxnSpPr>
            <p:cNvPr id="580" name="Google Shape;580;p116"/>
            <p:cNvCxnSpPr/>
            <p:nvPr/>
          </p:nvCxnSpPr>
          <p:spPr>
            <a:xfrm rot="10800000">
              <a:off x="719666" y="1485900"/>
              <a:ext cx="9525" cy="2428875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581" name="Google Shape;581;p116"/>
            <p:cNvCxnSpPr/>
            <p:nvPr/>
          </p:nvCxnSpPr>
          <p:spPr>
            <a:xfrm rot="10800000" flipH="1">
              <a:off x="719666" y="3914775"/>
              <a:ext cx="2756959" cy="9526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582" name="Google Shape;582;p116"/>
          <p:cNvGrpSpPr/>
          <p:nvPr/>
        </p:nvGrpSpPr>
        <p:grpSpPr>
          <a:xfrm>
            <a:off x="3538536" y="1114425"/>
            <a:ext cx="2067719" cy="1828801"/>
            <a:chOff x="4520141" y="1485900"/>
            <a:chExt cx="2756959" cy="2438401"/>
          </a:xfrm>
        </p:grpSpPr>
        <p:cxnSp>
          <p:nvCxnSpPr>
            <p:cNvPr id="583" name="Google Shape;583;p116"/>
            <p:cNvCxnSpPr/>
            <p:nvPr/>
          </p:nvCxnSpPr>
          <p:spPr>
            <a:xfrm rot="10800000">
              <a:off x="4520141" y="1485900"/>
              <a:ext cx="9525" cy="2428875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584" name="Google Shape;584;p116"/>
            <p:cNvCxnSpPr/>
            <p:nvPr/>
          </p:nvCxnSpPr>
          <p:spPr>
            <a:xfrm rot="10800000" flipH="1">
              <a:off x="4520141" y="3914775"/>
              <a:ext cx="2756959" cy="9526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F83222C-9AD9-FE46-AF19-C6A8D3782D58}"/>
              </a:ext>
            </a:extLst>
          </p:cNvPr>
          <p:cNvSpPr/>
          <p:nvPr/>
        </p:nvSpPr>
        <p:spPr>
          <a:xfrm>
            <a:off x="774096" y="2553552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B7B7A7-1320-B741-9176-78AAE7A015A6}"/>
              </a:ext>
            </a:extLst>
          </p:cNvPr>
          <p:cNvSpPr/>
          <p:nvPr/>
        </p:nvSpPr>
        <p:spPr>
          <a:xfrm>
            <a:off x="926496" y="2705952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DBA9924-DE39-AE43-AE71-26962450E4FD}"/>
              </a:ext>
            </a:extLst>
          </p:cNvPr>
          <p:cNvSpPr/>
          <p:nvPr/>
        </p:nvSpPr>
        <p:spPr>
          <a:xfrm>
            <a:off x="1065710" y="2534185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752608-BAC5-4D47-A6B5-BDD0760D761C}"/>
              </a:ext>
            </a:extLst>
          </p:cNvPr>
          <p:cNvSpPr/>
          <p:nvPr/>
        </p:nvSpPr>
        <p:spPr>
          <a:xfrm>
            <a:off x="894651" y="2381785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70E0C2-2A7F-4644-83E7-68E90163C91C}"/>
              </a:ext>
            </a:extLst>
          </p:cNvPr>
          <p:cNvSpPr/>
          <p:nvPr/>
        </p:nvSpPr>
        <p:spPr>
          <a:xfrm>
            <a:off x="1233571" y="2715246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342222-C5FF-3344-B684-1F8E321A2216}"/>
              </a:ext>
            </a:extLst>
          </p:cNvPr>
          <p:cNvSpPr/>
          <p:nvPr/>
        </p:nvSpPr>
        <p:spPr>
          <a:xfrm>
            <a:off x="1324756" y="2523981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5C5EAF-86FC-1642-87BD-9D1C96E56935}"/>
              </a:ext>
            </a:extLst>
          </p:cNvPr>
          <p:cNvSpPr/>
          <p:nvPr/>
        </p:nvSpPr>
        <p:spPr>
          <a:xfrm>
            <a:off x="1388446" y="157249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D16D62-6CD4-5041-B0E2-BD17AF1B95FB}"/>
              </a:ext>
            </a:extLst>
          </p:cNvPr>
          <p:cNvSpPr/>
          <p:nvPr/>
        </p:nvSpPr>
        <p:spPr>
          <a:xfrm>
            <a:off x="1464232" y="172082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7955497-DAAF-084D-AE0F-A493958348B0}"/>
              </a:ext>
            </a:extLst>
          </p:cNvPr>
          <p:cNvSpPr/>
          <p:nvPr/>
        </p:nvSpPr>
        <p:spPr>
          <a:xfrm>
            <a:off x="1573609" y="160206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BF5C56-F3CB-B64E-ACC3-F5D247EBB734}"/>
              </a:ext>
            </a:extLst>
          </p:cNvPr>
          <p:cNvSpPr/>
          <p:nvPr/>
        </p:nvSpPr>
        <p:spPr>
          <a:xfrm>
            <a:off x="1713517" y="1806698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C2B5B4-0BBE-7640-B054-B77280652696}"/>
              </a:ext>
            </a:extLst>
          </p:cNvPr>
          <p:cNvSpPr/>
          <p:nvPr/>
        </p:nvSpPr>
        <p:spPr>
          <a:xfrm>
            <a:off x="1829753" y="1543388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604CA8-2C86-6442-928E-C5EE973148B9}"/>
              </a:ext>
            </a:extLst>
          </p:cNvPr>
          <p:cNvSpPr/>
          <p:nvPr/>
        </p:nvSpPr>
        <p:spPr>
          <a:xfrm>
            <a:off x="3751918" y="2552982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955DCA-34A4-4041-869B-110877AB458F}"/>
              </a:ext>
            </a:extLst>
          </p:cNvPr>
          <p:cNvSpPr/>
          <p:nvPr/>
        </p:nvSpPr>
        <p:spPr>
          <a:xfrm>
            <a:off x="3904318" y="2705382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612DED-A658-A545-AD4B-BBC92AEAD97B}"/>
              </a:ext>
            </a:extLst>
          </p:cNvPr>
          <p:cNvSpPr/>
          <p:nvPr/>
        </p:nvSpPr>
        <p:spPr>
          <a:xfrm>
            <a:off x="4043532" y="2533615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AEF8D7-E63A-744B-BFDA-BA19B8C64F8C}"/>
              </a:ext>
            </a:extLst>
          </p:cNvPr>
          <p:cNvSpPr/>
          <p:nvPr/>
        </p:nvSpPr>
        <p:spPr>
          <a:xfrm>
            <a:off x="3872473" y="2381215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FD1779-767F-A346-B236-E2D7AC0455A3}"/>
              </a:ext>
            </a:extLst>
          </p:cNvPr>
          <p:cNvSpPr/>
          <p:nvPr/>
        </p:nvSpPr>
        <p:spPr>
          <a:xfrm>
            <a:off x="4211393" y="2714676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82E7A6-B7DC-3144-8F00-BB7ECEEC7A5B}"/>
              </a:ext>
            </a:extLst>
          </p:cNvPr>
          <p:cNvSpPr/>
          <p:nvPr/>
        </p:nvSpPr>
        <p:spPr>
          <a:xfrm>
            <a:off x="4302578" y="2523411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B65C2B3-6CFA-2F45-8F3A-523B05E6BEAD}"/>
              </a:ext>
            </a:extLst>
          </p:cNvPr>
          <p:cNvSpPr/>
          <p:nvPr/>
        </p:nvSpPr>
        <p:spPr>
          <a:xfrm>
            <a:off x="614149" y="2233684"/>
            <a:ext cx="946245" cy="664191"/>
          </a:xfrm>
          <a:custGeom>
            <a:avLst/>
            <a:gdLst>
              <a:gd name="connsiteX0" fmla="*/ 127379 w 946245"/>
              <a:gd name="connsiteY0" fmla="*/ 209265 h 664191"/>
              <a:gd name="connsiteX1" fmla="*/ 127379 w 946245"/>
              <a:gd name="connsiteY1" fmla="*/ 209265 h 664191"/>
              <a:gd name="connsiteX2" fmla="*/ 136478 w 946245"/>
              <a:gd name="connsiteY2" fmla="*/ 168322 h 664191"/>
              <a:gd name="connsiteX3" fmla="*/ 150126 w 946245"/>
              <a:gd name="connsiteY3" fmla="*/ 150125 h 664191"/>
              <a:gd name="connsiteX4" fmla="*/ 186520 w 946245"/>
              <a:gd name="connsiteY4" fmla="*/ 104632 h 664191"/>
              <a:gd name="connsiteX5" fmla="*/ 213815 w 946245"/>
              <a:gd name="connsiteY5" fmla="*/ 77337 h 664191"/>
              <a:gd name="connsiteX6" fmla="*/ 227463 w 946245"/>
              <a:gd name="connsiteY6" fmla="*/ 63689 h 664191"/>
              <a:gd name="connsiteX7" fmla="*/ 241111 w 946245"/>
              <a:gd name="connsiteY7" fmla="*/ 54591 h 664191"/>
              <a:gd name="connsiteX8" fmla="*/ 259308 w 946245"/>
              <a:gd name="connsiteY8" fmla="*/ 40943 h 664191"/>
              <a:gd name="connsiteX9" fmla="*/ 313899 w 946245"/>
              <a:gd name="connsiteY9" fmla="*/ 18197 h 664191"/>
              <a:gd name="connsiteX10" fmla="*/ 336645 w 946245"/>
              <a:gd name="connsiteY10" fmla="*/ 9098 h 664191"/>
              <a:gd name="connsiteX11" fmla="*/ 395785 w 946245"/>
              <a:gd name="connsiteY11" fmla="*/ 0 h 664191"/>
              <a:gd name="connsiteX12" fmla="*/ 495869 w 946245"/>
              <a:gd name="connsiteY12" fmla="*/ 4549 h 664191"/>
              <a:gd name="connsiteX13" fmla="*/ 514066 w 946245"/>
              <a:gd name="connsiteY13" fmla="*/ 13647 h 664191"/>
              <a:gd name="connsiteX14" fmla="*/ 555009 w 946245"/>
              <a:gd name="connsiteY14" fmla="*/ 27295 h 664191"/>
              <a:gd name="connsiteX15" fmla="*/ 573206 w 946245"/>
              <a:gd name="connsiteY15" fmla="*/ 40943 h 664191"/>
              <a:gd name="connsiteX16" fmla="*/ 636896 w 946245"/>
              <a:gd name="connsiteY16" fmla="*/ 72788 h 664191"/>
              <a:gd name="connsiteX17" fmla="*/ 659642 w 946245"/>
              <a:gd name="connsiteY17" fmla="*/ 86435 h 664191"/>
              <a:gd name="connsiteX18" fmla="*/ 682388 w 946245"/>
              <a:gd name="connsiteY18" fmla="*/ 95534 h 664191"/>
              <a:gd name="connsiteX19" fmla="*/ 723332 w 946245"/>
              <a:gd name="connsiteY19" fmla="*/ 118280 h 664191"/>
              <a:gd name="connsiteX20" fmla="*/ 837063 w 946245"/>
              <a:gd name="connsiteY20" fmla="*/ 168322 h 664191"/>
              <a:gd name="connsiteX21" fmla="*/ 873457 w 946245"/>
              <a:gd name="connsiteY21" fmla="*/ 191068 h 664191"/>
              <a:gd name="connsiteX22" fmla="*/ 900752 w 946245"/>
              <a:gd name="connsiteY22" fmla="*/ 209265 h 664191"/>
              <a:gd name="connsiteX23" fmla="*/ 918950 w 946245"/>
              <a:gd name="connsiteY23" fmla="*/ 241110 h 664191"/>
              <a:gd name="connsiteX24" fmla="*/ 923499 w 946245"/>
              <a:gd name="connsiteY24" fmla="*/ 254758 h 664191"/>
              <a:gd name="connsiteX25" fmla="*/ 937147 w 946245"/>
              <a:gd name="connsiteY25" fmla="*/ 277504 h 664191"/>
              <a:gd name="connsiteX26" fmla="*/ 941696 w 946245"/>
              <a:gd name="connsiteY26" fmla="*/ 309349 h 664191"/>
              <a:gd name="connsiteX27" fmla="*/ 946245 w 946245"/>
              <a:gd name="connsiteY27" fmla="*/ 322997 h 664191"/>
              <a:gd name="connsiteX28" fmla="*/ 941696 w 946245"/>
              <a:gd name="connsiteY28" fmla="*/ 413982 h 664191"/>
              <a:gd name="connsiteX29" fmla="*/ 937147 w 946245"/>
              <a:gd name="connsiteY29" fmla="*/ 427629 h 664191"/>
              <a:gd name="connsiteX30" fmla="*/ 928048 w 946245"/>
              <a:gd name="connsiteY30" fmla="*/ 441277 h 664191"/>
              <a:gd name="connsiteX31" fmla="*/ 896203 w 946245"/>
              <a:gd name="connsiteY31" fmla="*/ 473122 h 664191"/>
              <a:gd name="connsiteX32" fmla="*/ 882555 w 946245"/>
              <a:gd name="connsiteY32" fmla="*/ 486770 h 664191"/>
              <a:gd name="connsiteX33" fmla="*/ 841612 w 946245"/>
              <a:gd name="connsiteY33" fmla="*/ 514065 h 664191"/>
              <a:gd name="connsiteX34" fmla="*/ 827964 w 946245"/>
              <a:gd name="connsiteY34" fmla="*/ 523164 h 664191"/>
              <a:gd name="connsiteX35" fmla="*/ 787021 w 946245"/>
              <a:gd name="connsiteY35" fmla="*/ 541361 h 664191"/>
              <a:gd name="connsiteX36" fmla="*/ 768824 w 946245"/>
              <a:gd name="connsiteY36" fmla="*/ 550459 h 664191"/>
              <a:gd name="connsiteX37" fmla="*/ 755176 w 946245"/>
              <a:gd name="connsiteY37" fmla="*/ 559558 h 664191"/>
              <a:gd name="connsiteX38" fmla="*/ 727881 w 946245"/>
              <a:gd name="connsiteY38" fmla="*/ 568656 h 664191"/>
              <a:gd name="connsiteX39" fmla="*/ 677839 w 946245"/>
              <a:gd name="connsiteY39" fmla="*/ 595952 h 664191"/>
              <a:gd name="connsiteX40" fmla="*/ 641445 w 946245"/>
              <a:gd name="connsiteY40" fmla="*/ 614149 h 664191"/>
              <a:gd name="connsiteX41" fmla="*/ 627797 w 946245"/>
              <a:gd name="connsiteY41" fmla="*/ 618698 h 664191"/>
              <a:gd name="connsiteX42" fmla="*/ 609600 w 946245"/>
              <a:gd name="connsiteY42" fmla="*/ 627797 h 664191"/>
              <a:gd name="connsiteX43" fmla="*/ 577755 w 946245"/>
              <a:gd name="connsiteY43" fmla="*/ 636895 h 664191"/>
              <a:gd name="connsiteX44" fmla="*/ 559558 w 946245"/>
              <a:gd name="connsiteY44" fmla="*/ 645994 h 664191"/>
              <a:gd name="connsiteX45" fmla="*/ 459475 w 946245"/>
              <a:gd name="connsiteY45" fmla="*/ 664191 h 664191"/>
              <a:gd name="connsiteX46" fmla="*/ 263857 w 946245"/>
              <a:gd name="connsiteY46" fmla="*/ 659641 h 664191"/>
              <a:gd name="connsiteX47" fmla="*/ 250209 w 946245"/>
              <a:gd name="connsiteY47" fmla="*/ 655092 h 664191"/>
              <a:gd name="connsiteX48" fmla="*/ 227463 w 946245"/>
              <a:gd name="connsiteY48" fmla="*/ 650543 h 664191"/>
              <a:gd name="connsiteX49" fmla="*/ 181970 w 946245"/>
              <a:gd name="connsiteY49" fmla="*/ 627797 h 664191"/>
              <a:gd name="connsiteX50" fmla="*/ 141027 w 946245"/>
              <a:gd name="connsiteY50" fmla="*/ 605050 h 664191"/>
              <a:gd name="connsiteX51" fmla="*/ 90985 w 946245"/>
              <a:gd name="connsiteY51" fmla="*/ 555009 h 664191"/>
              <a:gd name="connsiteX52" fmla="*/ 72788 w 946245"/>
              <a:gd name="connsiteY52" fmla="*/ 536812 h 664191"/>
              <a:gd name="connsiteX53" fmla="*/ 45493 w 946245"/>
              <a:gd name="connsiteY53" fmla="*/ 486770 h 664191"/>
              <a:gd name="connsiteX54" fmla="*/ 31845 w 946245"/>
              <a:gd name="connsiteY54" fmla="*/ 459474 h 664191"/>
              <a:gd name="connsiteX55" fmla="*/ 22747 w 946245"/>
              <a:gd name="connsiteY55" fmla="*/ 445826 h 664191"/>
              <a:gd name="connsiteX56" fmla="*/ 18197 w 946245"/>
              <a:gd name="connsiteY56" fmla="*/ 432179 h 664191"/>
              <a:gd name="connsiteX57" fmla="*/ 4550 w 946245"/>
              <a:gd name="connsiteY57" fmla="*/ 382137 h 664191"/>
              <a:gd name="connsiteX58" fmla="*/ 0 w 946245"/>
              <a:gd name="connsiteY58" fmla="*/ 350292 h 664191"/>
              <a:gd name="connsiteX59" fmla="*/ 9099 w 946245"/>
              <a:gd name="connsiteY59" fmla="*/ 300250 h 664191"/>
              <a:gd name="connsiteX60" fmla="*/ 31845 w 946245"/>
              <a:gd name="connsiteY60" fmla="*/ 272955 h 664191"/>
              <a:gd name="connsiteX61" fmla="*/ 40944 w 946245"/>
              <a:gd name="connsiteY61" fmla="*/ 259307 h 664191"/>
              <a:gd name="connsiteX62" fmla="*/ 81887 w 946245"/>
              <a:gd name="connsiteY62" fmla="*/ 236561 h 664191"/>
              <a:gd name="connsiteX63" fmla="*/ 104633 w 946245"/>
              <a:gd name="connsiteY63" fmla="*/ 218364 h 664191"/>
              <a:gd name="connsiteX64" fmla="*/ 113732 w 946245"/>
              <a:gd name="connsiteY64" fmla="*/ 204716 h 664191"/>
              <a:gd name="connsiteX65" fmla="*/ 127379 w 946245"/>
              <a:gd name="connsiteY65" fmla="*/ 209265 h 66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946245" h="664191">
                <a:moveTo>
                  <a:pt x="127379" y="209265"/>
                </a:moveTo>
                <a:lnTo>
                  <a:pt x="127379" y="209265"/>
                </a:lnTo>
                <a:cubicBezTo>
                  <a:pt x="130412" y="195617"/>
                  <a:pt x="131459" y="181371"/>
                  <a:pt x="136478" y="168322"/>
                </a:cubicBezTo>
                <a:cubicBezTo>
                  <a:pt x="139200" y="161245"/>
                  <a:pt x="146108" y="156555"/>
                  <a:pt x="150126" y="150125"/>
                </a:cubicBezTo>
                <a:cubicBezTo>
                  <a:pt x="174882" y="110515"/>
                  <a:pt x="135638" y="155514"/>
                  <a:pt x="186520" y="104632"/>
                </a:cubicBezTo>
                <a:lnTo>
                  <a:pt x="213815" y="77337"/>
                </a:lnTo>
                <a:cubicBezTo>
                  <a:pt x="218364" y="72788"/>
                  <a:pt x="222110" y="67258"/>
                  <a:pt x="227463" y="63689"/>
                </a:cubicBezTo>
                <a:cubicBezTo>
                  <a:pt x="232012" y="60656"/>
                  <a:pt x="236662" y="57769"/>
                  <a:pt x="241111" y="54591"/>
                </a:cubicBezTo>
                <a:cubicBezTo>
                  <a:pt x="247281" y="50184"/>
                  <a:pt x="252526" y="44334"/>
                  <a:pt x="259308" y="40943"/>
                </a:cubicBezTo>
                <a:cubicBezTo>
                  <a:pt x="276940" y="32127"/>
                  <a:pt x="295670" y="25703"/>
                  <a:pt x="313899" y="18197"/>
                </a:cubicBezTo>
                <a:cubicBezTo>
                  <a:pt x="321450" y="15088"/>
                  <a:pt x="328561" y="10253"/>
                  <a:pt x="336645" y="9098"/>
                </a:cubicBezTo>
                <a:cubicBezTo>
                  <a:pt x="377621" y="3245"/>
                  <a:pt x="357913" y="6312"/>
                  <a:pt x="395785" y="0"/>
                </a:cubicBezTo>
                <a:cubicBezTo>
                  <a:pt x="429146" y="1516"/>
                  <a:pt x="462693" y="721"/>
                  <a:pt x="495869" y="4549"/>
                </a:cubicBezTo>
                <a:cubicBezTo>
                  <a:pt x="502606" y="5326"/>
                  <a:pt x="507716" y="11266"/>
                  <a:pt x="514066" y="13647"/>
                </a:cubicBezTo>
                <a:cubicBezTo>
                  <a:pt x="539427" y="23158"/>
                  <a:pt x="527448" y="11983"/>
                  <a:pt x="555009" y="27295"/>
                </a:cubicBezTo>
                <a:cubicBezTo>
                  <a:pt x="561637" y="30977"/>
                  <a:pt x="566578" y="37261"/>
                  <a:pt x="573206" y="40943"/>
                </a:cubicBezTo>
                <a:cubicBezTo>
                  <a:pt x="593955" y="52470"/>
                  <a:pt x="616542" y="60576"/>
                  <a:pt x="636896" y="72788"/>
                </a:cubicBezTo>
                <a:cubicBezTo>
                  <a:pt x="644478" y="77337"/>
                  <a:pt x="651734" y="82481"/>
                  <a:pt x="659642" y="86435"/>
                </a:cubicBezTo>
                <a:cubicBezTo>
                  <a:pt x="666946" y="90087"/>
                  <a:pt x="675084" y="91882"/>
                  <a:pt x="682388" y="95534"/>
                </a:cubicBezTo>
                <a:cubicBezTo>
                  <a:pt x="738788" y="123734"/>
                  <a:pt x="627352" y="77145"/>
                  <a:pt x="723332" y="118280"/>
                </a:cubicBezTo>
                <a:cubicBezTo>
                  <a:pt x="739015" y="125001"/>
                  <a:pt x="816923" y="153217"/>
                  <a:pt x="837063" y="168322"/>
                </a:cubicBezTo>
                <a:cubicBezTo>
                  <a:pt x="879306" y="200005"/>
                  <a:pt x="831824" y="166088"/>
                  <a:pt x="873457" y="191068"/>
                </a:cubicBezTo>
                <a:cubicBezTo>
                  <a:pt x="882834" y="196694"/>
                  <a:pt x="900752" y="209265"/>
                  <a:pt x="900752" y="209265"/>
                </a:cubicBezTo>
                <a:cubicBezTo>
                  <a:pt x="909889" y="222970"/>
                  <a:pt x="912024" y="224950"/>
                  <a:pt x="918950" y="241110"/>
                </a:cubicBezTo>
                <a:cubicBezTo>
                  <a:pt x="920839" y="245518"/>
                  <a:pt x="921354" y="250469"/>
                  <a:pt x="923499" y="254758"/>
                </a:cubicBezTo>
                <a:cubicBezTo>
                  <a:pt x="927453" y="262667"/>
                  <a:pt x="932598" y="269922"/>
                  <a:pt x="937147" y="277504"/>
                </a:cubicBezTo>
                <a:cubicBezTo>
                  <a:pt x="938663" y="288119"/>
                  <a:pt x="939593" y="298834"/>
                  <a:pt x="941696" y="309349"/>
                </a:cubicBezTo>
                <a:cubicBezTo>
                  <a:pt x="942636" y="314051"/>
                  <a:pt x="946245" y="318202"/>
                  <a:pt x="946245" y="322997"/>
                </a:cubicBezTo>
                <a:cubicBezTo>
                  <a:pt x="946245" y="353363"/>
                  <a:pt x="944326" y="383730"/>
                  <a:pt x="941696" y="413982"/>
                </a:cubicBezTo>
                <a:cubicBezTo>
                  <a:pt x="941281" y="418759"/>
                  <a:pt x="939291" y="423340"/>
                  <a:pt x="937147" y="427629"/>
                </a:cubicBezTo>
                <a:cubicBezTo>
                  <a:pt x="934702" y="432519"/>
                  <a:pt x="931706" y="437213"/>
                  <a:pt x="928048" y="441277"/>
                </a:cubicBezTo>
                <a:cubicBezTo>
                  <a:pt x="918006" y="452435"/>
                  <a:pt x="906818" y="462507"/>
                  <a:pt x="896203" y="473122"/>
                </a:cubicBezTo>
                <a:cubicBezTo>
                  <a:pt x="891654" y="477671"/>
                  <a:pt x="887908" y="483201"/>
                  <a:pt x="882555" y="486770"/>
                </a:cubicBezTo>
                <a:lnTo>
                  <a:pt x="841612" y="514065"/>
                </a:lnTo>
                <a:cubicBezTo>
                  <a:pt x="837063" y="517098"/>
                  <a:pt x="832854" y="520719"/>
                  <a:pt x="827964" y="523164"/>
                </a:cubicBezTo>
                <a:cubicBezTo>
                  <a:pt x="783168" y="545561"/>
                  <a:pt x="839298" y="518127"/>
                  <a:pt x="787021" y="541361"/>
                </a:cubicBezTo>
                <a:cubicBezTo>
                  <a:pt x="780824" y="544115"/>
                  <a:pt x="774712" y="547094"/>
                  <a:pt x="768824" y="550459"/>
                </a:cubicBezTo>
                <a:cubicBezTo>
                  <a:pt x="764077" y="553172"/>
                  <a:pt x="760172" y="557337"/>
                  <a:pt x="755176" y="559558"/>
                </a:cubicBezTo>
                <a:cubicBezTo>
                  <a:pt x="746412" y="563453"/>
                  <a:pt x="727881" y="568656"/>
                  <a:pt x="727881" y="568656"/>
                </a:cubicBezTo>
                <a:cubicBezTo>
                  <a:pt x="677115" y="609270"/>
                  <a:pt x="734626" y="567558"/>
                  <a:pt x="677839" y="595952"/>
                </a:cubicBezTo>
                <a:cubicBezTo>
                  <a:pt x="665708" y="602018"/>
                  <a:pt x="654312" y="609860"/>
                  <a:pt x="641445" y="614149"/>
                </a:cubicBezTo>
                <a:cubicBezTo>
                  <a:pt x="636896" y="615665"/>
                  <a:pt x="632205" y="616809"/>
                  <a:pt x="627797" y="618698"/>
                </a:cubicBezTo>
                <a:cubicBezTo>
                  <a:pt x="621564" y="621369"/>
                  <a:pt x="615833" y="625126"/>
                  <a:pt x="609600" y="627797"/>
                </a:cubicBezTo>
                <a:cubicBezTo>
                  <a:pt x="600465" y="631712"/>
                  <a:pt x="586986" y="634587"/>
                  <a:pt x="577755" y="636895"/>
                </a:cubicBezTo>
                <a:cubicBezTo>
                  <a:pt x="571689" y="639928"/>
                  <a:pt x="565992" y="643849"/>
                  <a:pt x="559558" y="645994"/>
                </a:cubicBezTo>
                <a:cubicBezTo>
                  <a:pt x="527389" y="656717"/>
                  <a:pt x="492617" y="659456"/>
                  <a:pt x="459475" y="664191"/>
                </a:cubicBezTo>
                <a:cubicBezTo>
                  <a:pt x="394269" y="662674"/>
                  <a:pt x="329019" y="662474"/>
                  <a:pt x="263857" y="659641"/>
                </a:cubicBezTo>
                <a:cubicBezTo>
                  <a:pt x="259066" y="659433"/>
                  <a:pt x="254861" y="656255"/>
                  <a:pt x="250209" y="655092"/>
                </a:cubicBezTo>
                <a:cubicBezTo>
                  <a:pt x="242708" y="653217"/>
                  <a:pt x="235045" y="652059"/>
                  <a:pt x="227463" y="650543"/>
                </a:cubicBezTo>
                <a:cubicBezTo>
                  <a:pt x="189245" y="625064"/>
                  <a:pt x="250440" y="664665"/>
                  <a:pt x="181970" y="627797"/>
                </a:cubicBezTo>
                <a:cubicBezTo>
                  <a:pt x="131123" y="600418"/>
                  <a:pt x="173628" y="615918"/>
                  <a:pt x="141027" y="605050"/>
                </a:cubicBezTo>
                <a:lnTo>
                  <a:pt x="90985" y="555009"/>
                </a:lnTo>
                <a:lnTo>
                  <a:pt x="72788" y="536812"/>
                </a:lnTo>
                <a:cubicBezTo>
                  <a:pt x="33483" y="458197"/>
                  <a:pt x="83240" y="555972"/>
                  <a:pt x="45493" y="486770"/>
                </a:cubicBezTo>
                <a:cubicBezTo>
                  <a:pt x="40622" y="477840"/>
                  <a:pt x="36785" y="468367"/>
                  <a:pt x="31845" y="459474"/>
                </a:cubicBezTo>
                <a:cubicBezTo>
                  <a:pt x="29190" y="454695"/>
                  <a:pt x="25192" y="450716"/>
                  <a:pt x="22747" y="445826"/>
                </a:cubicBezTo>
                <a:cubicBezTo>
                  <a:pt x="20602" y="441537"/>
                  <a:pt x="19575" y="436772"/>
                  <a:pt x="18197" y="432179"/>
                </a:cubicBezTo>
                <a:cubicBezTo>
                  <a:pt x="17046" y="428344"/>
                  <a:pt x="6303" y="391776"/>
                  <a:pt x="4550" y="382137"/>
                </a:cubicBezTo>
                <a:cubicBezTo>
                  <a:pt x="2632" y="371587"/>
                  <a:pt x="1517" y="360907"/>
                  <a:pt x="0" y="350292"/>
                </a:cubicBezTo>
                <a:cubicBezTo>
                  <a:pt x="1568" y="337751"/>
                  <a:pt x="2087" y="314274"/>
                  <a:pt x="9099" y="300250"/>
                </a:cubicBezTo>
                <a:cubicBezTo>
                  <a:pt x="17569" y="283310"/>
                  <a:pt x="19270" y="288045"/>
                  <a:pt x="31845" y="272955"/>
                </a:cubicBezTo>
                <a:cubicBezTo>
                  <a:pt x="35345" y="268755"/>
                  <a:pt x="36829" y="262908"/>
                  <a:pt x="40944" y="259307"/>
                </a:cubicBezTo>
                <a:cubicBezTo>
                  <a:pt x="60197" y="242460"/>
                  <a:pt x="63142" y="242809"/>
                  <a:pt x="81887" y="236561"/>
                </a:cubicBezTo>
                <a:cubicBezTo>
                  <a:pt x="107959" y="197451"/>
                  <a:pt x="73244" y="243474"/>
                  <a:pt x="104633" y="218364"/>
                </a:cubicBezTo>
                <a:cubicBezTo>
                  <a:pt x="108903" y="214948"/>
                  <a:pt x="110451" y="209090"/>
                  <a:pt x="113732" y="204716"/>
                </a:cubicBezTo>
                <a:cubicBezTo>
                  <a:pt x="115019" y="203000"/>
                  <a:pt x="125104" y="208507"/>
                  <a:pt x="127379" y="209265"/>
                </a:cubicBezTo>
                <a:close/>
              </a:path>
            </a:pathLst>
          </a:custGeom>
          <a:noFill/>
          <a:ln w="63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639FEFC2-D8FC-DB4A-B983-053244D82D8D}"/>
              </a:ext>
            </a:extLst>
          </p:cNvPr>
          <p:cNvSpPr/>
          <p:nvPr/>
        </p:nvSpPr>
        <p:spPr>
          <a:xfrm>
            <a:off x="1181571" y="1310008"/>
            <a:ext cx="946245" cy="664191"/>
          </a:xfrm>
          <a:custGeom>
            <a:avLst/>
            <a:gdLst>
              <a:gd name="connsiteX0" fmla="*/ 127379 w 946245"/>
              <a:gd name="connsiteY0" fmla="*/ 209265 h 664191"/>
              <a:gd name="connsiteX1" fmla="*/ 127379 w 946245"/>
              <a:gd name="connsiteY1" fmla="*/ 209265 h 664191"/>
              <a:gd name="connsiteX2" fmla="*/ 136478 w 946245"/>
              <a:gd name="connsiteY2" fmla="*/ 168322 h 664191"/>
              <a:gd name="connsiteX3" fmla="*/ 150126 w 946245"/>
              <a:gd name="connsiteY3" fmla="*/ 150125 h 664191"/>
              <a:gd name="connsiteX4" fmla="*/ 186520 w 946245"/>
              <a:gd name="connsiteY4" fmla="*/ 104632 h 664191"/>
              <a:gd name="connsiteX5" fmla="*/ 213815 w 946245"/>
              <a:gd name="connsiteY5" fmla="*/ 77337 h 664191"/>
              <a:gd name="connsiteX6" fmla="*/ 227463 w 946245"/>
              <a:gd name="connsiteY6" fmla="*/ 63689 h 664191"/>
              <a:gd name="connsiteX7" fmla="*/ 241111 w 946245"/>
              <a:gd name="connsiteY7" fmla="*/ 54591 h 664191"/>
              <a:gd name="connsiteX8" fmla="*/ 259308 w 946245"/>
              <a:gd name="connsiteY8" fmla="*/ 40943 h 664191"/>
              <a:gd name="connsiteX9" fmla="*/ 313899 w 946245"/>
              <a:gd name="connsiteY9" fmla="*/ 18197 h 664191"/>
              <a:gd name="connsiteX10" fmla="*/ 336645 w 946245"/>
              <a:gd name="connsiteY10" fmla="*/ 9098 h 664191"/>
              <a:gd name="connsiteX11" fmla="*/ 395785 w 946245"/>
              <a:gd name="connsiteY11" fmla="*/ 0 h 664191"/>
              <a:gd name="connsiteX12" fmla="*/ 495869 w 946245"/>
              <a:gd name="connsiteY12" fmla="*/ 4549 h 664191"/>
              <a:gd name="connsiteX13" fmla="*/ 514066 w 946245"/>
              <a:gd name="connsiteY13" fmla="*/ 13647 h 664191"/>
              <a:gd name="connsiteX14" fmla="*/ 555009 w 946245"/>
              <a:gd name="connsiteY14" fmla="*/ 27295 h 664191"/>
              <a:gd name="connsiteX15" fmla="*/ 573206 w 946245"/>
              <a:gd name="connsiteY15" fmla="*/ 40943 h 664191"/>
              <a:gd name="connsiteX16" fmla="*/ 636896 w 946245"/>
              <a:gd name="connsiteY16" fmla="*/ 72788 h 664191"/>
              <a:gd name="connsiteX17" fmla="*/ 659642 w 946245"/>
              <a:gd name="connsiteY17" fmla="*/ 86435 h 664191"/>
              <a:gd name="connsiteX18" fmla="*/ 682388 w 946245"/>
              <a:gd name="connsiteY18" fmla="*/ 95534 h 664191"/>
              <a:gd name="connsiteX19" fmla="*/ 723332 w 946245"/>
              <a:gd name="connsiteY19" fmla="*/ 118280 h 664191"/>
              <a:gd name="connsiteX20" fmla="*/ 837063 w 946245"/>
              <a:gd name="connsiteY20" fmla="*/ 168322 h 664191"/>
              <a:gd name="connsiteX21" fmla="*/ 873457 w 946245"/>
              <a:gd name="connsiteY21" fmla="*/ 191068 h 664191"/>
              <a:gd name="connsiteX22" fmla="*/ 900752 w 946245"/>
              <a:gd name="connsiteY22" fmla="*/ 209265 h 664191"/>
              <a:gd name="connsiteX23" fmla="*/ 918950 w 946245"/>
              <a:gd name="connsiteY23" fmla="*/ 241110 h 664191"/>
              <a:gd name="connsiteX24" fmla="*/ 923499 w 946245"/>
              <a:gd name="connsiteY24" fmla="*/ 254758 h 664191"/>
              <a:gd name="connsiteX25" fmla="*/ 937147 w 946245"/>
              <a:gd name="connsiteY25" fmla="*/ 277504 h 664191"/>
              <a:gd name="connsiteX26" fmla="*/ 941696 w 946245"/>
              <a:gd name="connsiteY26" fmla="*/ 309349 h 664191"/>
              <a:gd name="connsiteX27" fmla="*/ 946245 w 946245"/>
              <a:gd name="connsiteY27" fmla="*/ 322997 h 664191"/>
              <a:gd name="connsiteX28" fmla="*/ 941696 w 946245"/>
              <a:gd name="connsiteY28" fmla="*/ 413982 h 664191"/>
              <a:gd name="connsiteX29" fmla="*/ 937147 w 946245"/>
              <a:gd name="connsiteY29" fmla="*/ 427629 h 664191"/>
              <a:gd name="connsiteX30" fmla="*/ 928048 w 946245"/>
              <a:gd name="connsiteY30" fmla="*/ 441277 h 664191"/>
              <a:gd name="connsiteX31" fmla="*/ 896203 w 946245"/>
              <a:gd name="connsiteY31" fmla="*/ 473122 h 664191"/>
              <a:gd name="connsiteX32" fmla="*/ 882555 w 946245"/>
              <a:gd name="connsiteY32" fmla="*/ 486770 h 664191"/>
              <a:gd name="connsiteX33" fmla="*/ 841612 w 946245"/>
              <a:gd name="connsiteY33" fmla="*/ 514065 h 664191"/>
              <a:gd name="connsiteX34" fmla="*/ 827964 w 946245"/>
              <a:gd name="connsiteY34" fmla="*/ 523164 h 664191"/>
              <a:gd name="connsiteX35" fmla="*/ 787021 w 946245"/>
              <a:gd name="connsiteY35" fmla="*/ 541361 h 664191"/>
              <a:gd name="connsiteX36" fmla="*/ 768824 w 946245"/>
              <a:gd name="connsiteY36" fmla="*/ 550459 h 664191"/>
              <a:gd name="connsiteX37" fmla="*/ 755176 w 946245"/>
              <a:gd name="connsiteY37" fmla="*/ 559558 h 664191"/>
              <a:gd name="connsiteX38" fmla="*/ 727881 w 946245"/>
              <a:gd name="connsiteY38" fmla="*/ 568656 h 664191"/>
              <a:gd name="connsiteX39" fmla="*/ 677839 w 946245"/>
              <a:gd name="connsiteY39" fmla="*/ 595952 h 664191"/>
              <a:gd name="connsiteX40" fmla="*/ 641445 w 946245"/>
              <a:gd name="connsiteY40" fmla="*/ 614149 h 664191"/>
              <a:gd name="connsiteX41" fmla="*/ 627797 w 946245"/>
              <a:gd name="connsiteY41" fmla="*/ 618698 h 664191"/>
              <a:gd name="connsiteX42" fmla="*/ 609600 w 946245"/>
              <a:gd name="connsiteY42" fmla="*/ 627797 h 664191"/>
              <a:gd name="connsiteX43" fmla="*/ 577755 w 946245"/>
              <a:gd name="connsiteY43" fmla="*/ 636895 h 664191"/>
              <a:gd name="connsiteX44" fmla="*/ 559558 w 946245"/>
              <a:gd name="connsiteY44" fmla="*/ 645994 h 664191"/>
              <a:gd name="connsiteX45" fmla="*/ 459475 w 946245"/>
              <a:gd name="connsiteY45" fmla="*/ 664191 h 664191"/>
              <a:gd name="connsiteX46" fmla="*/ 263857 w 946245"/>
              <a:gd name="connsiteY46" fmla="*/ 659641 h 664191"/>
              <a:gd name="connsiteX47" fmla="*/ 250209 w 946245"/>
              <a:gd name="connsiteY47" fmla="*/ 655092 h 664191"/>
              <a:gd name="connsiteX48" fmla="*/ 227463 w 946245"/>
              <a:gd name="connsiteY48" fmla="*/ 650543 h 664191"/>
              <a:gd name="connsiteX49" fmla="*/ 181970 w 946245"/>
              <a:gd name="connsiteY49" fmla="*/ 627797 h 664191"/>
              <a:gd name="connsiteX50" fmla="*/ 141027 w 946245"/>
              <a:gd name="connsiteY50" fmla="*/ 605050 h 664191"/>
              <a:gd name="connsiteX51" fmla="*/ 90985 w 946245"/>
              <a:gd name="connsiteY51" fmla="*/ 555009 h 664191"/>
              <a:gd name="connsiteX52" fmla="*/ 72788 w 946245"/>
              <a:gd name="connsiteY52" fmla="*/ 536812 h 664191"/>
              <a:gd name="connsiteX53" fmla="*/ 45493 w 946245"/>
              <a:gd name="connsiteY53" fmla="*/ 486770 h 664191"/>
              <a:gd name="connsiteX54" fmla="*/ 31845 w 946245"/>
              <a:gd name="connsiteY54" fmla="*/ 459474 h 664191"/>
              <a:gd name="connsiteX55" fmla="*/ 22747 w 946245"/>
              <a:gd name="connsiteY55" fmla="*/ 445826 h 664191"/>
              <a:gd name="connsiteX56" fmla="*/ 18197 w 946245"/>
              <a:gd name="connsiteY56" fmla="*/ 432179 h 664191"/>
              <a:gd name="connsiteX57" fmla="*/ 4550 w 946245"/>
              <a:gd name="connsiteY57" fmla="*/ 382137 h 664191"/>
              <a:gd name="connsiteX58" fmla="*/ 0 w 946245"/>
              <a:gd name="connsiteY58" fmla="*/ 350292 h 664191"/>
              <a:gd name="connsiteX59" fmla="*/ 9099 w 946245"/>
              <a:gd name="connsiteY59" fmla="*/ 300250 h 664191"/>
              <a:gd name="connsiteX60" fmla="*/ 31845 w 946245"/>
              <a:gd name="connsiteY60" fmla="*/ 272955 h 664191"/>
              <a:gd name="connsiteX61" fmla="*/ 40944 w 946245"/>
              <a:gd name="connsiteY61" fmla="*/ 259307 h 664191"/>
              <a:gd name="connsiteX62" fmla="*/ 81887 w 946245"/>
              <a:gd name="connsiteY62" fmla="*/ 236561 h 664191"/>
              <a:gd name="connsiteX63" fmla="*/ 104633 w 946245"/>
              <a:gd name="connsiteY63" fmla="*/ 218364 h 664191"/>
              <a:gd name="connsiteX64" fmla="*/ 113732 w 946245"/>
              <a:gd name="connsiteY64" fmla="*/ 204716 h 664191"/>
              <a:gd name="connsiteX65" fmla="*/ 127379 w 946245"/>
              <a:gd name="connsiteY65" fmla="*/ 209265 h 66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946245" h="664191">
                <a:moveTo>
                  <a:pt x="127379" y="209265"/>
                </a:moveTo>
                <a:lnTo>
                  <a:pt x="127379" y="209265"/>
                </a:lnTo>
                <a:cubicBezTo>
                  <a:pt x="130412" y="195617"/>
                  <a:pt x="131459" y="181371"/>
                  <a:pt x="136478" y="168322"/>
                </a:cubicBezTo>
                <a:cubicBezTo>
                  <a:pt x="139200" y="161245"/>
                  <a:pt x="146108" y="156555"/>
                  <a:pt x="150126" y="150125"/>
                </a:cubicBezTo>
                <a:cubicBezTo>
                  <a:pt x="174882" y="110515"/>
                  <a:pt x="135638" y="155514"/>
                  <a:pt x="186520" y="104632"/>
                </a:cubicBezTo>
                <a:lnTo>
                  <a:pt x="213815" y="77337"/>
                </a:lnTo>
                <a:cubicBezTo>
                  <a:pt x="218364" y="72788"/>
                  <a:pt x="222110" y="67258"/>
                  <a:pt x="227463" y="63689"/>
                </a:cubicBezTo>
                <a:cubicBezTo>
                  <a:pt x="232012" y="60656"/>
                  <a:pt x="236662" y="57769"/>
                  <a:pt x="241111" y="54591"/>
                </a:cubicBezTo>
                <a:cubicBezTo>
                  <a:pt x="247281" y="50184"/>
                  <a:pt x="252526" y="44334"/>
                  <a:pt x="259308" y="40943"/>
                </a:cubicBezTo>
                <a:cubicBezTo>
                  <a:pt x="276940" y="32127"/>
                  <a:pt x="295670" y="25703"/>
                  <a:pt x="313899" y="18197"/>
                </a:cubicBezTo>
                <a:cubicBezTo>
                  <a:pt x="321450" y="15088"/>
                  <a:pt x="328561" y="10253"/>
                  <a:pt x="336645" y="9098"/>
                </a:cubicBezTo>
                <a:cubicBezTo>
                  <a:pt x="377621" y="3245"/>
                  <a:pt x="357913" y="6312"/>
                  <a:pt x="395785" y="0"/>
                </a:cubicBezTo>
                <a:cubicBezTo>
                  <a:pt x="429146" y="1516"/>
                  <a:pt x="462693" y="721"/>
                  <a:pt x="495869" y="4549"/>
                </a:cubicBezTo>
                <a:cubicBezTo>
                  <a:pt x="502606" y="5326"/>
                  <a:pt x="507716" y="11266"/>
                  <a:pt x="514066" y="13647"/>
                </a:cubicBezTo>
                <a:cubicBezTo>
                  <a:pt x="539427" y="23158"/>
                  <a:pt x="527448" y="11983"/>
                  <a:pt x="555009" y="27295"/>
                </a:cubicBezTo>
                <a:cubicBezTo>
                  <a:pt x="561637" y="30977"/>
                  <a:pt x="566578" y="37261"/>
                  <a:pt x="573206" y="40943"/>
                </a:cubicBezTo>
                <a:cubicBezTo>
                  <a:pt x="593955" y="52470"/>
                  <a:pt x="616542" y="60576"/>
                  <a:pt x="636896" y="72788"/>
                </a:cubicBezTo>
                <a:cubicBezTo>
                  <a:pt x="644478" y="77337"/>
                  <a:pt x="651734" y="82481"/>
                  <a:pt x="659642" y="86435"/>
                </a:cubicBezTo>
                <a:cubicBezTo>
                  <a:pt x="666946" y="90087"/>
                  <a:pt x="675084" y="91882"/>
                  <a:pt x="682388" y="95534"/>
                </a:cubicBezTo>
                <a:cubicBezTo>
                  <a:pt x="738788" y="123734"/>
                  <a:pt x="627352" y="77145"/>
                  <a:pt x="723332" y="118280"/>
                </a:cubicBezTo>
                <a:cubicBezTo>
                  <a:pt x="739015" y="125001"/>
                  <a:pt x="816923" y="153217"/>
                  <a:pt x="837063" y="168322"/>
                </a:cubicBezTo>
                <a:cubicBezTo>
                  <a:pt x="879306" y="200005"/>
                  <a:pt x="831824" y="166088"/>
                  <a:pt x="873457" y="191068"/>
                </a:cubicBezTo>
                <a:cubicBezTo>
                  <a:pt x="882834" y="196694"/>
                  <a:pt x="900752" y="209265"/>
                  <a:pt x="900752" y="209265"/>
                </a:cubicBezTo>
                <a:cubicBezTo>
                  <a:pt x="909889" y="222970"/>
                  <a:pt x="912024" y="224950"/>
                  <a:pt x="918950" y="241110"/>
                </a:cubicBezTo>
                <a:cubicBezTo>
                  <a:pt x="920839" y="245518"/>
                  <a:pt x="921354" y="250469"/>
                  <a:pt x="923499" y="254758"/>
                </a:cubicBezTo>
                <a:cubicBezTo>
                  <a:pt x="927453" y="262667"/>
                  <a:pt x="932598" y="269922"/>
                  <a:pt x="937147" y="277504"/>
                </a:cubicBezTo>
                <a:cubicBezTo>
                  <a:pt x="938663" y="288119"/>
                  <a:pt x="939593" y="298834"/>
                  <a:pt x="941696" y="309349"/>
                </a:cubicBezTo>
                <a:cubicBezTo>
                  <a:pt x="942636" y="314051"/>
                  <a:pt x="946245" y="318202"/>
                  <a:pt x="946245" y="322997"/>
                </a:cubicBezTo>
                <a:cubicBezTo>
                  <a:pt x="946245" y="353363"/>
                  <a:pt x="944326" y="383730"/>
                  <a:pt x="941696" y="413982"/>
                </a:cubicBezTo>
                <a:cubicBezTo>
                  <a:pt x="941281" y="418759"/>
                  <a:pt x="939291" y="423340"/>
                  <a:pt x="937147" y="427629"/>
                </a:cubicBezTo>
                <a:cubicBezTo>
                  <a:pt x="934702" y="432519"/>
                  <a:pt x="931706" y="437213"/>
                  <a:pt x="928048" y="441277"/>
                </a:cubicBezTo>
                <a:cubicBezTo>
                  <a:pt x="918006" y="452435"/>
                  <a:pt x="906818" y="462507"/>
                  <a:pt x="896203" y="473122"/>
                </a:cubicBezTo>
                <a:cubicBezTo>
                  <a:pt x="891654" y="477671"/>
                  <a:pt x="887908" y="483201"/>
                  <a:pt x="882555" y="486770"/>
                </a:cubicBezTo>
                <a:lnTo>
                  <a:pt x="841612" y="514065"/>
                </a:lnTo>
                <a:cubicBezTo>
                  <a:pt x="837063" y="517098"/>
                  <a:pt x="832854" y="520719"/>
                  <a:pt x="827964" y="523164"/>
                </a:cubicBezTo>
                <a:cubicBezTo>
                  <a:pt x="783168" y="545561"/>
                  <a:pt x="839298" y="518127"/>
                  <a:pt x="787021" y="541361"/>
                </a:cubicBezTo>
                <a:cubicBezTo>
                  <a:pt x="780824" y="544115"/>
                  <a:pt x="774712" y="547094"/>
                  <a:pt x="768824" y="550459"/>
                </a:cubicBezTo>
                <a:cubicBezTo>
                  <a:pt x="764077" y="553172"/>
                  <a:pt x="760172" y="557337"/>
                  <a:pt x="755176" y="559558"/>
                </a:cubicBezTo>
                <a:cubicBezTo>
                  <a:pt x="746412" y="563453"/>
                  <a:pt x="727881" y="568656"/>
                  <a:pt x="727881" y="568656"/>
                </a:cubicBezTo>
                <a:cubicBezTo>
                  <a:pt x="677115" y="609270"/>
                  <a:pt x="734626" y="567558"/>
                  <a:pt x="677839" y="595952"/>
                </a:cubicBezTo>
                <a:cubicBezTo>
                  <a:pt x="665708" y="602018"/>
                  <a:pt x="654312" y="609860"/>
                  <a:pt x="641445" y="614149"/>
                </a:cubicBezTo>
                <a:cubicBezTo>
                  <a:pt x="636896" y="615665"/>
                  <a:pt x="632205" y="616809"/>
                  <a:pt x="627797" y="618698"/>
                </a:cubicBezTo>
                <a:cubicBezTo>
                  <a:pt x="621564" y="621369"/>
                  <a:pt x="615833" y="625126"/>
                  <a:pt x="609600" y="627797"/>
                </a:cubicBezTo>
                <a:cubicBezTo>
                  <a:pt x="600465" y="631712"/>
                  <a:pt x="586986" y="634587"/>
                  <a:pt x="577755" y="636895"/>
                </a:cubicBezTo>
                <a:cubicBezTo>
                  <a:pt x="571689" y="639928"/>
                  <a:pt x="565992" y="643849"/>
                  <a:pt x="559558" y="645994"/>
                </a:cubicBezTo>
                <a:cubicBezTo>
                  <a:pt x="527389" y="656717"/>
                  <a:pt x="492617" y="659456"/>
                  <a:pt x="459475" y="664191"/>
                </a:cubicBezTo>
                <a:cubicBezTo>
                  <a:pt x="394269" y="662674"/>
                  <a:pt x="329019" y="662474"/>
                  <a:pt x="263857" y="659641"/>
                </a:cubicBezTo>
                <a:cubicBezTo>
                  <a:pt x="259066" y="659433"/>
                  <a:pt x="254861" y="656255"/>
                  <a:pt x="250209" y="655092"/>
                </a:cubicBezTo>
                <a:cubicBezTo>
                  <a:pt x="242708" y="653217"/>
                  <a:pt x="235045" y="652059"/>
                  <a:pt x="227463" y="650543"/>
                </a:cubicBezTo>
                <a:cubicBezTo>
                  <a:pt x="189245" y="625064"/>
                  <a:pt x="250440" y="664665"/>
                  <a:pt x="181970" y="627797"/>
                </a:cubicBezTo>
                <a:cubicBezTo>
                  <a:pt x="131123" y="600418"/>
                  <a:pt x="173628" y="615918"/>
                  <a:pt x="141027" y="605050"/>
                </a:cubicBezTo>
                <a:lnTo>
                  <a:pt x="90985" y="555009"/>
                </a:lnTo>
                <a:lnTo>
                  <a:pt x="72788" y="536812"/>
                </a:lnTo>
                <a:cubicBezTo>
                  <a:pt x="33483" y="458197"/>
                  <a:pt x="83240" y="555972"/>
                  <a:pt x="45493" y="486770"/>
                </a:cubicBezTo>
                <a:cubicBezTo>
                  <a:pt x="40622" y="477840"/>
                  <a:pt x="36785" y="468367"/>
                  <a:pt x="31845" y="459474"/>
                </a:cubicBezTo>
                <a:cubicBezTo>
                  <a:pt x="29190" y="454695"/>
                  <a:pt x="25192" y="450716"/>
                  <a:pt x="22747" y="445826"/>
                </a:cubicBezTo>
                <a:cubicBezTo>
                  <a:pt x="20602" y="441537"/>
                  <a:pt x="19575" y="436772"/>
                  <a:pt x="18197" y="432179"/>
                </a:cubicBezTo>
                <a:cubicBezTo>
                  <a:pt x="17046" y="428344"/>
                  <a:pt x="6303" y="391776"/>
                  <a:pt x="4550" y="382137"/>
                </a:cubicBezTo>
                <a:cubicBezTo>
                  <a:pt x="2632" y="371587"/>
                  <a:pt x="1517" y="360907"/>
                  <a:pt x="0" y="350292"/>
                </a:cubicBezTo>
                <a:cubicBezTo>
                  <a:pt x="1568" y="337751"/>
                  <a:pt x="2087" y="314274"/>
                  <a:pt x="9099" y="300250"/>
                </a:cubicBezTo>
                <a:cubicBezTo>
                  <a:pt x="17569" y="283310"/>
                  <a:pt x="19270" y="288045"/>
                  <a:pt x="31845" y="272955"/>
                </a:cubicBezTo>
                <a:cubicBezTo>
                  <a:pt x="35345" y="268755"/>
                  <a:pt x="36829" y="262908"/>
                  <a:pt x="40944" y="259307"/>
                </a:cubicBezTo>
                <a:cubicBezTo>
                  <a:pt x="60197" y="242460"/>
                  <a:pt x="63142" y="242809"/>
                  <a:pt x="81887" y="236561"/>
                </a:cubicBezTo>
                <a:cubicBezTo>
                  <a:pt x="107959" y="197451"/>
                  <a:pt x="73244" y="243474"/>
                  <a:pt x="104633" y="218364"/>
                </a:cubicBezTo>
                <a:cubicBezTo>
                  <a:pt x="108903" y="214948"/>
                  <a:pt x="110451" y="209090"/>
                  <a:pt x="113732" y="204716"/>
                </a:cubicBezTo>
                <a:cubicBezTo>
                  <a:pt x="115019" y="203000"/>
                  <a:pt x="125104" y="208507"/>
                  <a:pt x="127379" y="209265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BECA10EC-07C1-4E42-8377-2C4DB1B51773}"/>
              </a:ext>
            </a:extLst>
          </p:cNvPr>
          <p:cNvSpPr/>
          <p:nvPr/>
        </p:nvSpPr>
        <p:spPr>
          <a:xfrm rot="2734919">
            <a:off x="1030285" y="2510357"/>
            <a:ext cx="125672" cy="122785"/>
          </a:xfrm>
          <a:prstGeom prst="plus">
            <a:avLst>
              <a:gd name="adj" fmla="val 37935"/>
            </a:avLst>
          </a:prstGeom>
          <a:solidFill>
            <a:srgbClr val="00B050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>
            <a:extLst>
              <a:ext uri="{FF2B5EF4-FFF2-40B4-BE49-F238E27FC236}">
                <a16:creationId xmlns:a16="http://schemas.microsoft.com/office/drawing/2014/main" id="{D6266F78-B94E-2748-A9CD-5D172AAFD18D}"/>
              </a:ext>
            </a:extLst>
          </p:cNvPr>
          <p:cNvSpPr/>
          <p:nvPr/>
        </p:nvSpPr>
        <p:spPr>
          <a:xfrm rot="2734919">
            <a:off x="1609960" y="1604282"/>
            <a:ext cx="125672" cy="122785"/>
          </a:xfrm>
          <a:prstGeom prst="plus">
            <a:avLst>
              <a:gd name="adj" fmla="val 37935"/>
            </a:avLst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F85371-250E-C146-9EFF-E07D3A934C95}"/>
              </a:ext>
            </a:extLst>
          </p:cNvPr>
          <p:cNvCxnSpPr>
            <a:cxnSpLocks/>
          </p:cNvCxnSpPr>
          <p:nvPr/>
        </p:nvCxnSpPr>
        <p:spPr>
          <a:xfrm flipH="1">
            <a:off x="1676400" y="1574800"/>
            <a:ext cx="190500" cy="85725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3FCF29-3972-014C-B098-28BF4D13D30E}"/>
              </a:ext>
            </a:extLst>
          </p:cNvPr>
          <p:cNvCxnSpPr>
            <a:cxnSpLocks/>
          </p:cNvCxnSpPr>
          <p:nvPr/>
        </p:nvCxnSpPr>
        <p:spPr>
          <a:xfrm flipH="1" flipV="1">
            <a:off x="1679576" y="1666875"/>
            <a:ext cx="66674" cy="16510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659C57B-3FC8-2346-A674-257E41F96ECB}"/>
              </a:ext>
            </a:extLst>
          </p:cNvPr>
          <p:cNvCxnSpPr>
            <a:cxnSpLocks/>
          </p:cNvCxnSpPr>
          <p:nvPr/>
        </p:nvCxnSpPr>
        <p:spPr>
          <a:xfrm>
            <a:off x="1438275" y="1597025"/>
            <a:ext cx="231775" cy="66675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430A2C1-EDDC-4141-A4E0-792C14F191D5}"/>
              </a:ext>
            </a:extLst>
          </p:cNvPr>
          <p:cNvCxnSpPr>
            <a:cxnSpLocks/>
          </p:cNvCxnSpPr>
          <p:nvPr/>
        </p:nvCxnSpPr>
        <p:spPr>
          <a:xfrm flipV="1">
            <a:off x="1498600" y="1663701"/>
            <a:ext cx="174625" cy="85724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A61BD2-426A-FE45-ACC2-EDA0D59AD56D}"/>
              </a:ext>
            </a:extLst>
          </p:cNvPr>
          <p:cNvCxnSpPr>
            <a:cxnSpLocks/>
          </p:cNvCxnSpPr>
          <p:nvPr/>
        </p:nvCxnSpPr>
        <p:spPr>
          <a:xfrm flipH="1">
            <a:off x="1104900" y="2549525"/>
            <a:ext cx="247650" cy="22225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D46BB37-985C-8347-82FF-27DFF57D4E61}"/>
              </a:ext>
            </a:extLst>
          </p:cNvPr>
          <p:cNvCxnSpPr>
            <a:cxnSpLocks/>
          </p:cNvCxnSpPr>
          <p:nvPr/>
        </p:nvCxnSpPr>
        <p:spPr>
          <a:xfrm flipH="1" flipV="1">
            <a:off x="1108076" y="2578100"/>
            <a:ext cx="155574" cy="165100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1A667AE-22CB-3749-8DDA-CB0F7A37574C}"/>
              </a:ext>
            </a:extLst>
          </p:cNvPr>
          <p:cNvCxnSpPr>
            <a:cxnSpLocks/>
          </p:cNvCxnSpPr>
          <p:nvPr/>
        </p:nvCxnSpPr>
        <p:spPr>
          <a:xfrm flipV="1">
            <a:off x="809625" y="2574925"/>
            <a:ext cx="288925" cy="9525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B6FAE01-1621-824F-87F1-A884192FAE14}"/>
              </a:ext>
            </a:extLst>
          </p:cNvPr>
          <p:cNvCxnSpPr>
            <a:cxnSpLocks/>
          </p:cNvCxnSpPr>
          <p:nvPr/>
        </p:nvCxnSpPr>
        <p:spPr>
          <a:xfrm flipV="1">
            <a:off x="958850" y="2574926"/>
            <a:ext cx="142875" cy="158749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CC34CCA-4C52-3141-B0C9-A4C91284B016}"/>
              </a:ext>
            </a:extLst>
          </p:cNvPr>
          <p:cNvCxnSpPr>
            <a:cxnSpLocks/>
          </p:cNvCxnSpPr>
          <p:nvPr/>
        </p:nvCxnSpPr>
        <p:spPr>
          <a:xfrm>
            <a:off x="927100" y="2416175"/>
            <a:ext cx="168275" cy="155575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E083E353-BF90-7844-8D13-2DB53F13AB2A}"/>
              </a:ext>
            </a:extLst>
          </p:cNvPr>
          <p:cNvSpPr/>
          <p:nvPr/>
        </p:nvSpPr>
        <p:spPr>
          <a:xfrm>
            <a:off x="1742941" y="2537297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E7D6F89-0ADB-B049-BEFC-57CE80EF3E5B}"/>
              </a:ext>
            </a:extLst>
          </p:cNvPr>
          <p:cNvSpPr/>
          <p:nvPr/>
        </p:nvSpPr>
        <p:spPr>
          <a:xfrm>
            <a:off x="1895341" y="2689697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46F17B9-7D74-034D-8A72-B741996E578C}"/>
              </a:ext>
            </a:extLst>
          </p:cNvPr>
          <p:cNvSpPr/>
          <p:nvPr/>
        </p:nvSpPr>
        <p:spPr>
          <a:xfrm>
            <a:off x="2034555" y="2517930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1347AFB-256B-064F-AAF2-AA77A355B7D1}"/>
              </a:ext>
            </a:extLst>
          </p:cNvPr>
          <p:cNvSpPr/>
          <p:nvPr/>
        </p:nvSpPr>
        <p:spPr>
          <a:xfrm>
            <a:off x="1863496" y="2365530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12AEC1D-3B1D-6242-A173-CC1EFEE139FB}"/>
              </a:ext>
            </a:extLst>
          </p:cNvPr>
          <p:cNvSpPr/>
          <p:nvPr/>
        </p:nvSpPr>
        <p:spPr>
          <a:xfrm>
            <a:off x="2202416" y="2698991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89DC5DF-13F2-404D-B553-0A26484720BB}"/>
              </a:ext>
            </a:extLst>
          </p:cNvPr>
          <p:cNvSpPr/>
          <p:nvPr/>
        </p:nvSpPr>
        <p:spPr>
          <a:xfrm>
            <a:off x="2293601" y="2507726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C923B519-1F0D-0949-BAE5-ED71478BA335}"/>
              </a:ext>
            </a:extLst>
          </p:cNvPr>
          <p:cNvSpPr/>
          <p:nvPr/>
        </p:nvSpPr>
        <p:spPr>
          <a:xfrm>
            <a:off x="1582994" y="2217429"/>
            <a:ext cx="946245" cy="664191"/>
          </a:xfrm>
          <a:custGeom>
            <a:avLst/>
            <a:gdLst>
              <a:gd name="connsiteX0" fmla="*/ 127379 w 946245"/>
              <a:gd name="connsiteY0" fmla="*/ 209265 h 664191"/>
              <a:gd name="connsiteX1" fmla="*/ 127379 w 946245"/>
              <a:gd name="connsiteY1" fmla="*/ 209265 h 664191"/>
              <a:gd name="connsiteX2" fmla="*/ 136478 w 946245"/>
              <a:gd name="connsiteY2" fmla="*/ 168322 h 664191"/>
              <a:gd name="connsiteX3" fmla="*/ 150126 w 946245"/>
              <a:gd name="connsiteY3" fmla="*/ 150125 h 664191"/>
              <a:gd name="connsiteX4" fmla="*/ 186520 w 946245"/>
              <a:gd name="connsiteY4" fmla="*/ 104632 h 664191"/>
              <a:gd name="connsiteX5" fmla="*/ 213815 w 946245"/>
              <a:gd name="connsiteY5" fmla="*/ 77337 h 664191"/>
              <a:gd name="connsiteX6" fmla="*/ 227463 w 946245"/>
              <a:gd name="connsiteY6" fmla="*/ 63689 h 664191"/>
              <a:gd name="connsiteX7" fmla="*/ 241111 w 946245"/>
              <a:gd name="connsiteY7" fmla="*/ 54591 h 664191"/>
              <a:gd name="connsiteX8" fmla="*/ 259308 w 946245"/>
              <a:gd name="connsiteY8" fmla="*/ 40943 h 664191"/>
              <a:gd name="connsiteX9" fmla="*/ 313899 w 946245"/>
              <a:gd name="connsiteY9" fmla="*/ 18197 h 664191"/>
              <a:gd name="connsiteX10" fmla="*/ 336645 w 946245"/>
              <a:gd name="connsiteY10" fmla="*/ 9098 h 664191"/>
              <a:gd name="connsiteX11" fmla="*/ 395785 w 946245"/>
              <a:gd name="connsiteY11" fmla="*/ 0 h 664191"/>
              <a:gd name="connsiteX12" fmla="*/ 495869 w 946245"/>
              <a:gd name="connsiteY12" fmla="*/ 4549 h 664191"/>
              <a:gd name="connsiteX13" fmla="*/ 514066 w 946245"/>
              <a:gd name="connsiteY13" fmla="*/ 13647 h 664191"/>
              <a:gd name="connsiteX14" fmla="*/ 555009 w 946245"/>
              <a:gd name="connsiteY14" fmla="*/ 27295 h 664191"/>
              <a:gd name="connsiteX15" fmla="*/ 573206 w 946245"/>
              <a:gd name="connsiteY15" fmla="*/ 40943 h 664191"/>
              <a:gd name="connsiteX16" fmla="*/ 636896 w 946245"/>
              <a:gd name="connsiteY16" fmla="*/ 72788 h 664191"/>
              <a:gd name="connsiteX17" fmla="*/ 659642 w 946245"/>
              <a:gd name="connsiteY17" fmla="*/ 86435 h 664191"/>
              <a:gd name="connsiteX18" fmla="*/ 682388 w 946245"/>
              <a:gd name="connsiteY18" fmla="*/ 95534 h 664191"/>
              <a:gd name="connsiteX19" fmla="*/ 723332 w 946245"/>
              <a:gd name="connsiteY19" fmla="*/ 118280 h 664191"/>
              <a:gd name="connsiteX20" fmla="*/ 837063 w 946245"/>
              <a:gd name="connsiteY20" fmla="*/ 168322 h 664191"/>
              <a:gd name="connsiteX21" fmla="*/ 873457 w 946245"/>
              <a:gd name="connsiteY21" fmla="*/ 191068 h 664191"/>
              <a:gd name="connsiteX22" fmla="*/ 900752 w 946245"/>
              <a:gd name="connsiteY22" fmla="*/ 209265 h 664191"/>
              <a:gd name="connsiteX23" fmla="*/ 918950 w 946245"/>
              <a:gd name="connsiteY23" fmla="*/ 241110 h 664191"/>
              <a:gd name="connsiteX24" fmla="*/ 923499 w 946245"/>
              <a:gd name="connsiteY24" fmla="*/ 254758 h 664191"/>
              <a:gd name="connsiteX25" fmla="*/ 937147 w 946245"/>
              <a:gd name="connsiteY25" fmla="*/ 277504 h 664191"/>
              <a:gd name="connsiteX26" fmla="*/ 941696 w 946245"/>
              <a:gd name="connsiteY26" fmla="*/ 309349 h 664191"/>
              <a:gd name="connsiteX27" fmla="*/ 946245 w 946245"/>
              <a:gd name="connsiteY27" fmla="*/ 322997 h 664191"/>
              <a:gd name="connsiteX28" fmla="*/ 941696 w 946245"/>
              <a:gd name="connsiteY28" fmla="*/ 413982 h 664191"/>
              <a:gd name="connsiteX29" fmla="*/ 937147 w 946245"/>
              <a:gd name="connsiteY29" fmla="*/ 427629 h 664191"/>
              <a:gd name="connsiteX30" fmla="*/ 928048 w 946245"/>
              <a:gd name="connsiteY30" fmla="*/ 441277 h 664191"/>
              <a:gd name="connsiteX31" fmla="*/ 896203 w 946245"/>
              <a:gd name="connsiteY31" fmla="*/ 473122 h 664191"/>
              <a:gd name="connsiteX32" fmla="*/ 882555 w 946245"/>
              <a:gd name="connsiteY32" fmla="*/ 486770 h 664191"/>
              <a:gd name="connsiteX33" fmla="*/ 841612 w 946245"/>
              <a:gd name="connsiteY33" fmla="*/ 514065 h 664191"/>
              <a:gd name="connsiteX34" fmla="*/ 827964 w 946245"/>
              <a:gd name="connsiteY34" fmla="*/ 523164 h 664191"/>
              <a:gd name="connsiteX35" fmla="*/ 787021 w 946245"/>
              <a:gd name="connsiteY35" fmla="*/ 541361 h 664191"/>
              <a:gd name="connsiteX36" fmla="*/ 768824 w 946245"/>
              <a:gd name="connsiteY36" fmla="*/ 550459 h 664191"/>
              <a:gd name="connsiteX37" fmla="*/ 755176 w 946245"/>
              <a:gd name="connsiteY37" fmla="*/ 559558 h 664191"/>
              <a:gd name="connsiteX38" fmla="*/ 727881 w 946245"/>
              <a:gd name="connsiteY38" fmla="*/ 568656 h 664191"/>
              <a:gd name="connsiteX39" fmla="*/ 677839 w 946245"/>
              <a:gd name="connsiteY39" fmla="*/ 595952 h 664191"/>
              <a:gd name="connsiteX40" fmla="*/ 641445 w 946245"/>
              <a:gd name="connsiteY40" fmla="*/ 614149 h 664191"/>
              <a:gd name="connsiteX41" fmla="*/ 627797 w 946245"/>
              <a:gd name="connsiteY41" fmla="*/ 618698 h 664191"/>
              <a:gd name="connsiteX42" fmla="*/ 609600 w 946245"/>
              <a:gd name="connsiteY42" fmla="*/ 627797 h 664191"/>
              <a:gd name="connsiteX43" fmla="*/ 577755 w 946245"/>
              <a:gd name="connsiteY43" fmla="*/ 636895 h 664191"/>
              <a:gd name="connsiteX44" fmla="*/ 559558 w 946245"/>
              <a:gd name="connsiteY44" fmla="*/ 645994 h 664191"/>
              <a:gd name="connsiteX45" fmla="*/ 459475 w 946245"/>
              <a:gd name="connsiteY45" fmla="*/ 664191 h 664191"/>
              <a:gd name="connsiteX46" fmla="*/ 263857 w 946245"/>
              <a:gd name="connsiteY46" fmla="*/ 659641 h 664191"/>
              <a:gd name="connsiteX47" fmla="*/ 250209 w 946245"/>
              <a:gd name="connsiteY47" fmla="*/ 655092 h 664191"/>
              <a:gd name="connsiteX48" fmla="*/ 227463 w 946245"/>
              <a:gd name="connsiteY48" fmla="*/ 650543 h 664191"/>
              <a:gd name="connsiteX49" fmla="*/ 181970 w 946245"/>
              <a:gd name="connsiteY49" fmla="*/ 627797 h 664191"/>
              <a:gd name="connsiteX50" fmla="*/ 141027 w 946245"/>
              <a:gd name="connsiteY50" fmla="*/ 605050 h 664191"/>
              <a:gd name="connsiteX51" fmla="*/ 90985 w 946245"/>
              <a:gd name="connsiteY51" fmla="*/ 555009 h 664191"/>
              <a:gd name="connsiteX52" fmla="*/ 72788 w 946245"/>
              <a:gd name="connsiteY52" fmla="*/ 536812 h 664191"/>
              <a:gd name="connsiteX53" fmla="*/ 45493 w 946245"/>
              <a:gd name="connsiteY53" fmla="*/ 486770 h 664191"/>
              <a:gd name="connsiteX54" fmla="*/ 31845 w 946245"/>
              <a:gd name="connsiteY54" fmla="*/ 459474 h 664191"/>
              <a:gd name="connsiteX55" fmla="*/ 22747 w 946245"/>
              <a:gd name="connsiteY55" fmla="*/ 445826 h 664191"/>
              <a:gd name="connsiteX56" fmla="*/ 18197 w 946245"/>
              <a:gd name="connsiteY56" fmla="*/ 432179 h 664191"/>
              <a:gd name="connsiteX57" fmla="*/ 4550 w 946245"/>
              <a:gd name="connsiteY57" fmla="*/ 382137 h 664191"/>
              <a:gd name="connsiteX58" fmla="*/ 0 w 946245"/>
              <a:gd name="connsiteY58" fmla="*/ 350292 h 664191"/>
              <a:gd name="connsiteX59" fmla="*/ 9099 w 946245"/>
              <a:gd name="connsiteY59" fmla="*/ 300250 h 664191"/>
              <a:gd name="connsiteX60" fmla="*/ 31845 w 946245"/>
              <a:gd name="connsiteY60" fmla="*/ 272955 h 664191"/>
              <a:gd name="connsiteX61" fmla="*/ 40944 w 946245"/>
              <a:gd name="connsiteY61" fmla="*/ 259307 h 664191"/>
              <a:gd name="connsiteX62" fmla="*/ 81887 w 946245"/>
              <a:gd name="connsiteY62" fmla="*/ 236561 h 664191"/>
              <a:gd name="connsiteX63" fmla="*/ 104633 w 946245"/>
              <a:gd name="connsiteY63" fmla="*/ 218364 h 664191"/>
              <a:gd name="connsiteX64" fmla="*/ 113732 w 946245"/>
              <a:gd name="connsiteY64" fmla="*/ 204716 h 664191"/>
              <a:gd name="connsiteX65" fmla="*/ 127379 w 946245"/>
              <a:gd name="connsiteY65" fmla="*/ 209265 h 66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946245" h="664191">
                <a:moveTo>
                  <a:pt x="127379" y="209265"/>
                </a:moveTo>
                <a:lnTo>
                  <a:pt x="127379" y="209265"/>
                </a:lnTo>
                <a:cubicBezTo>
                  <a:pt x="130412" y="195617"/>
                  <a:pt x="131459" y="181371"/>
                  <a:pt x="136478" y="168322"/>
                </a:cubicBezTo>
                <a:cubicBezTo>
                  <a:pt x="139200" y="161245"/>
                  <a:pt x="146108" y="156555"/>
                  <a:pt x="150126" y="150125"/>
                </a:cubicBezTo>
                <a:cubicBezTo>
                  <a:pt x="174882" y="110515"/>
                  <a:pt x="135638" y="155514"/>
                  <a:pt x="186520" y="104632"/>
                </a:cubicBezTo>
                <a:lnTo>
                  <a:pt x="213815" y="77337"/>
                </a:lnTo>
                <a:cubicBezTo>
                  <a:pt x="218364" y="72788"/>
                  <a:pt x="222110" y="67258"/>
                  <a:pt x="227463" y="63689"/>
                </a:cubicBezTo>
                <a:cubicBezTo>
                  <a:pt x="232012" y="60656"/>
                  <a:pt x="236662" y="57769"/>
                  <a:pt x="241111" y="54591"/>
                </a:cubicBezTo>
                <a:cubicBezTo>
                  <a:pt x="247281" y="50184"/>
                  <a:pt x="252526" y="44334"/>
                  <a:pt x="259308" y="40943"/>
                </a:cubicBezTo>
                <a:cubicBezTo>
                  <a:pt x="276940" y="32127"/>
                  <a:pt x="295670" y="25703"/>
                  <a:pt x="313899" y="18197"/>
                </a:cubicBezTo>
                <a:cubicBezTo>
                  <a:pt x="321450" y="15088"/>
                  <a:pt x="328561" y="10253"/>
                  <a:pt x="336645" y="9098"/>
                </a:cubicBezTo>
                <a:cubicBezTo>
                  <a:pt x="377621" y="3245"/>
                  <a:pt x="357913" y="6312"/>
                  <a:pt x="395785" y="0"/>
                </a:cubicBezTo>
                <a:cubicBezTo>
                  <a:pt x="429146" y="1516"/>
                  <a:pt x="462693" y="721"/>
                  <a:pt x="495869" y="4549"/>
                </a:cubicBezTo>
                <a:cubicBezTo>
                  <a:pt x="502606" y="5326"/>
                  <a:pt x="507716" y="11266"/>
                  <a:pt x="514066" y="13647"/>
                </a:cubicBezTo>
                <a:cubicBezTo>
                  <a:pt x="539427" y="23158"/>
                  <a:pt x="527448" y="11983"/>
                  <a:pt x="555009" y="27295"/>
                </a:cubicBezTo>
                <a:cubicBezTo>
                  <a:pt x="561637" y="30977"/>
                  <a:pt x="566578" y="37261"/>
                  <a:pt x="573206" y="40943"/>
                </a:cubicBezTo>
                <a:cubicBezTo>
                  <a:pt x="593955" y="52470"/>
                  <a:pt x="616542" y="60576"/>
                  <a:pt x="636896" y="72788"/>
                </a:cubicBezTo>
                <a:cubicBezTo>
                  <a:pt x="644478" y="77337"/>
                  <a:pt x="651734" y="82481"/>
                  <a:pt x="659642" y="86435"/>
                </a:cubicBezTo>
                <a:cubicBezTo>
                  <a:pt x="666946" y="90087"/>
                  <a:pt x="675084" y="91882"/>
                  <a:pt x="682388" y="95534"/>
                </a:cubicBezTo>
                <a:cubicBezTo>
                  <a:pt x="738788" y="123734"/>
                  <a:pt x="627352" y="77145"/>
                  <a:pt x="723332" y="118280"/>
                </a:cubicBezTo>
                <a:cubicBezTo>
                  <a:pt x="739015" y="125001"/>
                  <a:pt x="816923" y="153217"/>
                  <a:pt x="837063" y="168322"/>
                </a:cubicBezTo>
                <a:cubicBezTo>
                  <a:pt x="879306" y="200005"/>
                  <a:pt x="831824" y="166088"/>
                  <a:pt x="873457" y="191068"/>
                </a:cubicBezTo>
                <a:cubicBezTo>
                  <a:pt x="882834" y="196694"/>
                  <a:pt x="900752" y="209265"/>
                  <a:pt x="900752" y="209265"/>
                </a:cubicBezTo>
                <a:cubicBezTo>
                  <a:pt x="909889" y="222970"/>
                  <a:pt x="912024" y="224950"/>
                  <a:pt x="918950" y="241110"/>
                </a:cubicBezTo>
                <a:cubicBezTo>
                  <a:pt x="920839" y="245518"/>
                  <a:pt x="921354" y="250469"/>
                  <a:pt x="923499" y="254758"/>
                </a:cubicBezTo>
                <a:cubicBezTo>
                  <a:pt x="927453" y="262667"/>
                  <a:pt x="932598" y="269922"/>
                  <a:pt x="937147" y="277504"/>
                </a:cubicBezTo>
                <a:cubicBezTo>
                  <a:pt x="938663" y="288119"/>
                  <a:pt x="939593" y="298834"/>
                  <a:pt x="941696" y="309349"/>
                </a:cubicBezTo>
                <a:cubicBezTo>
                  <a:pt x="942636" y="314051"/>
                  <a:pt x="946245" y="318202"/>
                  <a:pt x="946245" y="322997"/>
                </a:cubicBezTo>
                <a:cubicBezTo>
                  <a:pt x="946245" y="353363"/>
                  <a:pt x="944326" y="383730"/>
                  <a:pt x="941696" y="413982"/>
                </a:cubicBezTo>
                <a:cubicBezTo>
                  <a:pt x="941281" y="418759"/>
                  <a:pt x="939291" y="423340"/>
                  <a:pt x="937147" y="427629"/>
                </a:cubicBezTo>
                <a:cubicBezTo>
                  <a:pt x="934702" y="432519"/>
                  <a:pt x="931706" y="437213"/>
                  <a:pt x="928048" y="441277"/>
                </a:cubicBezTo>
                <a:cubicBezTo>
                  <a:pt x="918006" y="452435"/>
                  <a:pt x="906818" y="462507"/>
                  <a:pt x="896203" y="473122"/>
                </a:cubicBezTo>
                <a:cubicBezTo>
                  <a:pt x="891654" y="477671"/>
                  <a:pt x="887908" y="483201"/>
                  <a:pt x="882555" y="486770"/>
                </a:cubicBezTo>
                <a:lnTo>
                  <a:pt x="841612" y="514065"/>
                </a:lnTo>
                <a:cubicBezTo>
                  <a:pt x="837063" y="517098"/>
                  <a:pt x="832854" y="520719"/>
                  <a:pt x="827964" y="523164"/>
                </a:cubicBezTo>
                <a:cubicBezTo>
                  <a:pt x="783168" y="545561"/>
                  <a:pt x="839298" y="518127"/>
                  <a:pt x="787021" y="541361"/>
                </a:cubicBezTo>
                <a:cubicBezTo>
                  <a:pt x="780824" y="544115"/>
                  <a:pt x="774712" y="547094"/>
                  <a:pt x="768824" y="550459"/>
                </a:cubicBezTo>
                <a:cubicBezTo>
                  <a:pt x="764077" y="553172"/>
                  <a:pt x="760172" y="557337"/>
                  <a:pt x="755176" y="559558"/>
                </a:cubicBezTo>
                <a:cubicBezTo>
                  <a:pt x="746412" y="563453"/>
                  <a:pt x="727881" y="568656"/>
                  <a:pt x="727881" y="568656"/>
                </a:cubicBezTo>
                <a:cubicBezTo>
                  <a:pt x="677115" y="609270"/>
                  <a:pt x="734626" y="567558"/>
                  <a:pt x="677839" y="595952"/>
                </a:cubicBezTo>
                <a:cubicBezTo>
                  <a:pt x="665708" y="602018"/>
                  <a:pt x="654312" y="609860"/>
                  <a:pt x="641445" y="614149"/>
                </a:cubicBezTo>
                <a:cubicBezTo>
                  <a:pt x="636896" y="615665"/>
                  <a:pt x="632205" y="616809"/>
                  <a:pt x="627797" y="618698"/>
                </a:cubicBezTo>
                <a:cubicBezTo>
                  <a:pt x="621564" y="621369"/>
                  <a:pt x="615833" y="625126"/>
                  <a:pt x="609600" y="627797"/>
                </a:cubicBezTo>
                <a:cubicBezTo>
                  <a:pt x="600465" y="631712"/>
                  <a:pt x="586986" y="634587"/>
                  <a:pt x="577755" y="636895"/>
                </a:cubicBezTo>
                <a:cubicBezTo>
                  <a:pt x="571689" y="639928"/>
                  <a:pt x="565992" y="643849"/>
                  <a:pt x="559558" y="645994"/>
                </a:cubicBezTo>
                <a:cubicBezTo>
                  <a:pt x="527389" y="656717"/>
                  <a:pt x="492617" y="659456"/>
                  <a:pt x="459475" y="664191"/>
                </a:cubicBezTo>
                <a:cubicBezTo>
                  <a:pt x="394269" y="662674"/>
                  <a:pt x="329019" y="662474"/>
                  <a:pt x="263857" y="659641"/>
                </a:cubicBezTo>
                <a:cubicBezTo>
                  <a:pt x="259066" y="659433"/>
                  <a:pt x="254861" y="656255"/>
                  <a:pt x="250209" y="655092"/>
                </a:cubicBezTo>
                <a:cubicBezTo>
                  <a:pt x="242708" y="653217"/>
                  <a:pt x="235045" y="652059"/>
                  <a:pt x="227463" y="650543"/>
                </a:cubicBezTo>
                <a:cubicBezTo>
                  <a:pt x="189245" y="625064"/>
                  <a:pt x="250440" y="664665"/>
                  <a:pt x="181970" y="627797"/>
                </a:cubicBezTo>
                <a:cubicBezTo>
                  <a:pt x="131123" y="600418"/>
                  <a:pt x="173628" y="615918"/>
                  <a:pt x="141027" y="605050"/>
                </a:cubicBezTo>
                <a:lnTo>
                  <a:pt x="90985" y="555009"/>
                </a:lnTo>
                <a:lnTo>
                  <a:pt x="72788" y="536812"/>
                </a:lnTo>
                <a:cubicBezTo>
                  <a:pt x="33483" y="458197"/>
                  <a:pt x="83240" y="555972"/>
                  <a:pt x="45493" y="486770"/>
                </a:cubicBezTo>
                <a:cubicBezTo>
                  <a:pt x="40622" y="477840"/>
                  <a:pt x="36785" y="468367"/>
                  <a:pt x="31845" y="459474"/>
                </a:cubicBezTo>
                <a:cubicBezTo>
                  <a:pt x="29190" y="454695"/>
                  <a:pt x="25192" y="450716"/>
                  <a:pt x="22747" y="445826"/>
                </a:cubicBezTo>
                <a:cubicBezTo>
                  <a:pt x="20602" y="441537"/>
                  <a:pt x="19575" y="436772"/>
                  <a:pt x="18197" y="432179"/>
                </a:cubicBezTo>
                <a:cubicBezTo>
                  <a:pt x="17046" y="428344"/>
                  <a:pt x="6303" y="391776"/>
                  <a:pt x="4550" y="382137"/>
                </a:cubicBezTo>
                <a:cubicBezTo>
                  <a:pt x="2632" y="371587"/>
                  <a:pt x="1517" y="360907"/>
                  <a:pt x="0" y="350292"/>
                </a:cubicBezTo>
                <a:cubicBezTo>
                  <a:pt x="1568" y="337751"/>
                  <a:pt x="2087" y="314274"/>
                  <a:pt x="9099" y="300250"/>
                </a:cubicBezTo>
                <a:cubicBezTo>
                  <a:pt x="17569" y="283310"/>
                  <a:pt x="19270" y="288045"/>
                  <a:pt x="31845" y="272955"/>
                </a:cubicBezTo>
                <a:cubicBezTo>
                  <a:pt x="35345" y="268755"/>
                  <a:pt x="36829" y="262908"/>
                  <a:pt x="40944" y="259307"/>
                </a:cubicBezTo>
                <a:cubicBezTo>
                  <a:pt x="60197" y="242460"/>
                  <a:pt x="63142" y="242809"/>
                  <a:pt x="81887" y="236561"/>
                </a:cubicBezTo>
                <a:cubicBezTo>
                  <a:pt x="107959" y="197451"/>
                  <a:pt x="73244" y="243474"/>
                  <a:pt x="104633" y="218364"/>
                </a:cubicBezTo>
                <a:cubicBezTo>
                  <a:pt x="108903" y="214948"/>
                  <a:pt x="110451" y="209090"/>
                  <a:pt x="113732" y="204716"/>
                </a:cubicBezTo>
                <a:cubicBezTo>
                  <a:pt x="115019" y="203000"/>
                  <a:pt x="125104" y="208507"/>
                  <a:pt x="127379" y="209265"/>
                </a:cubicBezTo>
                <a:close/>
              </a:path>
            </a:pathLst>
          </a:custGeom>
          <a:noFill/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65F149D-1C2B-1549-8FA8-92C921EF3AA3}"/>
              </a:ext>
            </a:extLst>
          </p:cNvPr>
          <p:cNvCxnSpPr>
            <a:cxnSpLocks/>
          </p:cNvCxnSpPr>
          <p:nvPr/>
        </p:nvCxnSpPr>
        <p:spPr>
          <a:xfrm flipH="1">
            <a:off x="2073745" y="2533270"/>
            <a:ext cx="247650" cy="22225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6D6ED9A-46A3-ED48-B887-73AB7A96E7D5}"/>
              </a:ext>
            </a:extLst>
          </p:cNvPr>
          <p:cNvCxnSpPr>
            <a:cxnSpLocks/>
          </p:cNvCxnSpPr>
          <p:nvPr/>
        </p:nvCxnSpPr>
        <p:spPr>
          <a:xfrm flipH="1" flipV="1">
            <a:off x="2076921" y="2561845"/>
            <a:ext cx="155574" cy="165100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E33DED9-1160-A149-BBB6-D6557B24262D}"/>
              </a:ext>
            </a:extLst>
          </p:cNvPr>
          <p:cNvCxnSpPr>
            <a:cxnSpLocks/>
          </p:cNvCxnSpPr>
          <p:nvPr/>
        </p:nvCxnSpPr>
        <p:spPr>
          <a:xfrm flipV="1">
            <a:off x="1778470" y="2558670"/>
            <a:ext cx="288925" cy="9525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7BB3099-1559-BD45-B646-9D129B256595}"/>
              </a:ext>
            </a:extLst>
          </p:cNvPr>
          <p:cNvCxnSpPr>
            <a:cxnSpLocks/>
          </p:cNvCxnSpPr>
          <p:nvPr/>
        </p:nvCxnSpPr>
        <p:spPr>
          <a:xfrm flipV="1">
            <a:off x="1927695" y="2558671"/>
            <a:ext cx="142875" cy="158749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45DEFA0-BD0F-D040-B175-3E6554CC76A6}"/>
              </a:ext>
            </a:extLst>
          </p:cNvPr>
          <p:cNvCxnSpPr>
            <a:cxnSpLocks/>
          </p:cNvCxnSpPr>
          <p:nvPr/>
        </p:nvCxnSpPr>
        <p:spPr>
          <a:xfrm>
            <a:off x="1895945" y="2399920"/>
            <a:ext cx="168275" cy="155575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ross 72">
            <a:extLst>
              <a:ext uri="{FF2B5EF4-FFF2-40B4-BE49-F238E27FC236}">
                <a16:creationId xmlns:a16="http://schemas.microsoft.com/office/drawing/2014/main" id="{C83805CF-4A2B-CE44-A873-D4AB84F2D271}"/>
              </a:ext>
            </a:extLst>
          </p:cNvPr>
          <p:cNvSpPr/>
          <p:nvPr/>
        </p:nvSpPr>
        <p:spPr>
          <a:xfrm rot="2734919">
            <a:off x="1999130" y="2494102"/>
            <a:ext cx="125672" cy="122785"/>
          </a:xfrm>
          <a:prstGeom prst="plus">
            <a:avLst>
              <a:gd name="adj" fmla="val 37935"/>
            </a:avLst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A8B02DD-7525-D74B-B007-98017547F42A}"/>
              </a:ext>
            </a:extLst>
          </p:cNvPr>
          <p:cNvSpPr/>
          <p:nvPr/>
        </p:nvSpPr>
        <p:spPr>
          <a:xfrm>
            <a:off x="4651241" y="2549997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2E5AF2E-C3EA-AE42-B3F8-D0D77B442A00}"/>
              </a:ext>
            </a:extLst>
          </p:cNvPr>
          <p:cNvSpPr/>
          <p:nvPr/>
        </p:nvSpPr>
        <p:spPr>
          <a:xfrm>
            <a:off x="4803641" y="2702397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8AFFC47-D9F1-8342-BAF6-DE529C84A4AC}"/>
              </a:ext>
            </a:extLst>
          </p:cNvPr>
          <p:cNvSpPr/>
          <p:nvPr/>
        </p:nvSpPr>
        <p:spPr>
          <a:xfrm>
            <a:off x="4942855" y="2530630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79964D8-7287-0A4A-86B2-BB9029AD41A9}"/>
              </a:ext>
            </a:extLst>
          </p:cNvPr>
          <p:cNvSpPr/>
          <p:nvPr/>
        </p:nvSpPr>
        <p:spPr>
          <a:xfrm>
            <a:off x="4771796" y="2378230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3C1C1CD-2BBA-804D-96E3-1D3A2BB21505}"/>
              </a:ext>
            </a:extLst>
          </p:cNvPr>
          <p:cNvSpPr/>
          <p:nvPr/>
        </p:nvSpPr>
        <p:spPr>
          <a:xfrm>
            <a:off x="5110716" y="2711691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102E2A5-94E0-0747-B0C0-B7CB99BF52ED}"/>
              </a:ext>
            </a:extLst>
          </p:cNvPr>
          <p:cNvSpPr/>
          <p:nvPr/>
        </p:nvSpPr>
        <p:spPr>
          <a:xfrm>
            <a:off x="5201901" y="2520426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E4214D9-8A2A-314F-BAD6-81D153A6CFB0}"/>
              </a:ext>
            </a:extLst>
          </p:cNvPr>
          <p:cNvSpPr/>
          <p:nvPr/>
        </p:nvSpPr>
        <p:spPr>
          <a:xfrm>
            <a:off x="4258646" y="154709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3BCEDAC-713C-4C4A-A502-E8BE10F7F196}"/>
              </a:ext>
            </a:extLst>
          </p:cNvPr>
          <p:cNvSpPr/>
          <p:nvPr/>
        </p:nvSpPr>
        <p:spPr>
          <a:xfrm>
            <a:off x="4334432" y="169542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613DA74-DB09-D34C-9912-38B2D0052737}"/>
              </a:ext>
            </a:extLst>
          </p:cNvPr>
          <p:cNvSpPr/>
          <p:nvPr/>
        </p:nvSpPr>
        <p:spPr>
          <a:xfrm>
            <a:off x="4443809" y="1576669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31A4B94-FACA-504F-A895-9FFFF9C3BEFF}"/>
              </a:ext>
            </a:extLst>
          </p:cNvPr>
          <p:cNvSpPr/>
          <p:nvPr/>
        </p:nvSpPr>
        <p:spPr>
          <a:xfrm>
            <a:off x="4583717" y="1781298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4D800AC-A281-B446-B407-195034F70B56}"/>
              </a:ext>
            </a:extLst>
          </p:cNvPr>
          <p:cNvSpPr/>
          <p:nvPr/>
        </p:nvSpPr>
        <p:spPr>
          <a:xfrm>
            <a:off x="4699953" y="1517988"/>
            <a:ext cx="63690" cy="5914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E77945BE-8AEA-CA49-B4F2-FFF35B09EC79}"/>
              </a:ext>
            </a:extLst>
          </p:cNvPr>
          <p:cNvSpPr/>
          <p:nvPr/>
        </p:nvSpPr>
        <p:spPr>
          <a:xfrm>
            <a:off x="4051771" y="1284608"/>
            <a:ext cx="946245" cy="664191"/>
          </a:xfrm>
          <a:custGeom>
            <a:avLst/>
            <a:gdLst>
              <a:gd name="connsiteX0" fmla="*/ 127379 w 946245"/>
              <a:gd name="connsiteY0" fmla="*/ 209265 h 664191"/>
              <a:gd name="connsiteX1" fmla="*/ 127379 w 946245"/>
              <a:gd name="connsiteY1" fmla="*/ 209265 h 664191"/>
              <a:gd name="connsiteX2" fmla="*/ 136478 w 946245"/>
              <a:gd name="connsiteY2" fmla="*/ 168322 h 664191"/>
              <a:gd name="connsiteX3" fmla="*/ 150126 w 946245"/>
              <a:gd name="connsiteY3" fmla="*/ 150125 h 664191"/>
              <a:gd name="connsiteX4" fmla="*/ 186520 w 946245"/>
              <a:gd name="connsiteY4" fmla="*/ 104632 h 664191"/>
              <a:gd name="connsiteX5" fmla="*/ 213815 w 946245"/>
              <a:gd name="connsiteY5" fmla="*/ 77337 h 664191"/>
              <a:gd name="connsiteX6" fmla="*/ 227463 w 946245"/>
              <a:gd name="connsiteY6" fmla="*/ 63689 h 664191"/>
              <a:gd name="connsiteX7" fmla="*/ 241111 w 946245"/>
              <a:gd name="connsiteY7" fmla="*/ 54591 h 664191"/>
              <a:gd name="connsiteX8" fmla="*/ 259308 w 946245"/>
              <a:gd name="connsiteY8" fmla="*/ 40943 h 664191"/>
              <a:gd name="connsiteX9" fmla="*/ 313899 w 946245"/>
              <a:gd name="connsiteY9" fmla="*/ 18197 h 664191"/>
              <a:gd name="connsiteX10" fmla="*/ 336645 w 946245"/>
              <a:gd name="connsiteY10" fmla="*/ 9098 h 664191"/>
              <a:gd name="connsiteX11" fmla="*/ 395785 w 946245"/>
              <a:gd name="connsiteY11" fmla="*/ 0 h 664191"/>
              <a:gd name="connsiteX12" fmla="*/ 495869 w 946245"/>
              <a:gd name="connsiteY12" fmla="*/ 4549 h 664191"/>
              <a:gd name="connsiteX13" fmla="*/ 514066 w 946245"/>
              <a:gd name="connsiteY13" fmla="*/ 13647 h 664191"/>
              <a:gd name="connsiteX14" fmla="*/ 555009 w 946245"/>
              <a:gd name="connsiteY14" fmla="*/ 27295 h 664191"/>
              <a:gd name="connsiteX15" fmla="*/ 573206 w 946245"/>
              <a:gd name="connsiteY15" fmla="*/ 40943 h 664191"/>
              <a:gd name="connsiteX16" fmla="*/ 636896 w 946245"/>
              <a:gd name="connsiteY16" fmla="*/ 72788 h 664191"/>
              <a:gd name="connsiteX17" fmla="*/ 659642 w 946245"/>
              <a:gd name="connsiteY17" fmla="*/ 86435 h 664191"/>
              <a:gd name="connsiteX18" fmla="*/ 682388 w 946245"/>
              <a:gd name="connsiteY18" fmla="*/ 95534 h 664191"/>
              <a:gd name="connsiteX19" fmla="*/ 723332 w 946245"/>
              <a:gd name="connsiteY19" fmla="*/ 118280 h 664191"/>
              <a:gd name="connsiteX20" fmla="*/ 837063 w 946245"/>
              <a:gd name="connsiteY20" fmla="*/ 168322 h 664191"/>
              <a:gd name="connsiteX21" fmla="*/ 873457 w 946245"/>
              <a:gd name="connsiteY21" fmla="*/ 191068 h 664191"/>
              <a:gd name="connsiteX22" fmla="*/ 900752 w 946245"/>
              <a:gd name="connsiteY22" fmla="*/ 209265 h 664191"/>
              <a:gd name="connsiteX23" fmla="*/ 918950 w 946245"/>
              <a:gd name="connsiteY23" fmla="*/ 241110 h 664191"/>
              <a:gd name="connsiteX24" fmla="*/ 923499 w 946245"/>
              <a:gd name="connsiteY24" fmla="*/ 254758 h 664191"/>
              <a:gd name="connsiteX25" fmla="*/ 937147 w 946245"/>
              <a:gd name="connsiteY25" fmla="*/ 277504 h 664191"/>
              <a:gd name="connsiteX26" fmla="*/ 941696 w 946245"/>
              <a:gd name="connsiteY26" fmla="*/ 309349 h 664191"/>
              <a:gd name="connsiteX27" fmla="*/ 946245 w 946245"/>
              <a:gd name="connsiteY27" fmla="*/ 322997 h 664191"/>
              <a:gd name="connsiteX28" fmla="*/ 941696 w 946245"/>
              <a:gd name="connsiteY28" fmla="*/ 413982 h 664191"/>
              <a:gd name="connsiteX29" fmla="*/ 937147 w 946245"/>
              <a:gd name="connsiteY29" fmla="*/ 427629 h 664191"/>
              <a:gd name="connsiteX30" fmla="*/ 928048 w 946245"/>
              <a:gd name="connsiteY30" fmla="*/ 441277 h 664191"/>
              <a:gd name="connsiteX31" fmla="*/ 896203 w 946245"/>
              <a:gd name="connsiteY31" fmla="*/ 473122 h 664191"/>
              <a:gd name="connsiteX32" fmla="*/ 882555 w 946245"/>
              <a:gd name="connsiteY32" fmla="*/ 486770 h 664191"/>
              <a:gd name="connsiteX33" fmla="*/ 841612 w 946245"/>
              <a:gd name="connsiteY33" fmla="*/ 514065 h 664191"/>
              <a:gd name="connsiteX34" fmla="*/ 827964 w 946245"/>
              <a:gd name="connsiteY34" fmla="*/ 523164 h 664191"/>
              <a:gd name="connsiteX35" fmla="*/ 787021 w 946245"/>
              <a:gd name="connsiteY35" fmla="*/ 541361 h 664191"/>
              <a:gd name="connsiteX36" fmla="*/ 768824 w 946245"/>
              <a:gd name="connsiteY36" fmla="*/ 550459 h 664191"/>
              <a:gd name="connsiteX37" fmla="*/ 755176 w 946245"/>
              <a:gd name="connsiteY37" fmla="*/ 559558 h 664191"/>
              <a:gd name="connsiteX38" fmla="*/ 727881 w 946245"/>
              <a:gd name="connsiteY38" fmla="*/ 568656 h 664191"/>
              <a:gd name="connsiteX39" fmla="*/ 677839 w 946245"/>
              <a:gd name="connsiteY39" fmla="*/ 595952 h 664191"/>
              <a:gd name="connsiteX40" fmla="*/ 641445 w 946245"/>
              <a:gd name="connsiteY40" fmla="*/ 614149 h 664191"/>
              <a:gd name="connsiteX41" fmla="*/ 627797 w 946245"/>
              <a:gd name="connsiteY41" fmla="*/ 618698 h 664191"/>
              <a:gd name="connsiteX42" fmla="*/ 609600 w 946245"/>
              <a:gd name="connsiteY42" fmla="*/ 627797 h 664191"/>
              <a:gd name="connsiteX43" fmla="*/ 577755 w 946245"/>
              <a:gd name="connsiteY43" fmla="*/ 636895 h 664191"/>
              <a:gd name="connsiteX44" fmla="*/ 559558 w 946245"/>
              <a:gd name="connsiteY44" fmla="*/ 645994 h 664191"/>
              <a:gd name="connsiteX45" fmla="*/ 459475 w 946245"/>
              <a:gd name="connsiteY45" fmla="*/ 664191 h 664191"/>
              <a:gd name="connsiteX46" fmla="*/ 263857 w 946245"/>
              <a:gd name="connsiteY46" fmla="*/ 659641 h 664191"/>
              <a:gd name="connsiteX47" fmla="*/ 250209 w 946245"/>
              <a:gd name="connsiteY47" fmla="*/ 655092 h 664191"/>
              <a:gd name="connsiteX48" fmla="*/ 227463 w 946245"/>
              <a:gd name="connsiteY48" fmla="*/ 650543 h 664191"/>
              <a:gd name="connsiteX49" fmla="*/ 181970 w 946245"/>
              <a:gd name="connsiteY49" fmla="*/ 627797 h 664191"/>
              <a:gd name="connsiteX50" fmla="*/ 141027 w 946245"/>
              <a:gd name="connsiteY50" fmla="*/ 605050 h 664191"/>
              <a:gd name="connsiteX51" fmla="*/ 90985 w 946245"/>
              <a:gd name="connsiteY51" fmla="*/ 555009 h 664191"/>
              <a:gd name="connsiteX52" fmla="*/ 72788 w 946245"/>
              <a:gd name="connsiteY52" fmla="*/ 536812 h 664191"/>
              <a:gd name="connsiteX53" fmla="*/ 45493 w 946245"/>
              <a:gd name="connsiteY53" fmla="*/ 486770 h 664191"/>
              <a:gd name="connsiteX54" fmla="*/ 31845 w 946245"/>
              <a:gd name="connsiteY54" fmla="*/ 459474 h 664191"/>
              <a:gd name="connsiteX55" fmla="*/ 22747 w 946245"/>
              <a:gd name="connsiteY55" fmla="*/ 445826 h 664191"/>
              <a:gd name="connsiteX56" fmla="*/ 18197 w 946245"/>
              <a:gd name="connsiteY56" fmla="*/ 432179 h 664191"/>
              <a:gd name="connsiteX57" fmla="*/ 4550 w 946245"/>
              <a:gd name="connsiteY57" fmla="*/ 382137 h 664191"/>
              <a:gd name="connsiteX58" fmla="*/ 0 w 946245"/>
              <a:gd name="connsiteY58" fmla="*/ 350292 h 664191"/>
              <a:gd name="connsiteX59" fmla="*/ 9099 w 946245"/>
              <a:gd name="connsiteY59" fmla="*/ 300250 h 664191"/>
              <a:gd name="connsiteX60" fmla="*/ 31845 w 946245"/>
              <a:gd name="connsiteY60" fmla="*/ 272955 h 664191"/>
              <a:gd name="connsiteX61" fmla="*/ 40944 w 946245"/>
              <a:gd name="connsiteY61" fmla="*/ 259307 h 664191"/>
              <a:gd name="connsiteX62" fmla="*/ 81887 w 946245"/>
              <a:gd name="connsiteY62" fmla="*/ 236561 h 664191"/>
              <a:gd name="connsiteX63" fmla="*/ 104633 w 946245"/>
              <a:gd name="connsiteY63" fmla="*/ 218364 h 664191"/>
              <a:gd name="connsiteX64" fmla="*/ 113732 w 946245"/>
              <a:gd name="connsiteY64" fmla="*/ 204716 h 664191"/>
              <a:gd name="connsiteX65" fmla="*/ 127379 w 946245"/>
              <a:gd name="connsiteY65" fmla="*/ 209265 h 66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946245" h="664191">
                <a:moveTo>
                  <a:pt x="127379" y="209265"/>
                </a:moveTo>
                <a:lnTo>
                  <a:pt x="127379" y="209265"/>
                </a:lnTo>
                <a:cubicBezTo>
                  <a:pt x="130412" y="195617"/>
                  <a:pt x="131459" y="181371"/>
                  <a:pt x="136478" y="168322"/>
                </a:cubicBezTo>
                <a:cubicBezTo>
                  <a:pt x="139200" y="161245"/>
                  <a:pt x="146108" y="156555"/>
                  <a:pt x="150126" y="150125"/>
                </a:cubicBezTo>
                <a:cubicBezTo>
                  <a:pt x="174882" y="110515"/>
                  <a:pt x="135638" y="155514"/>
                  <a:pt x="186520" y="104632"/>
                </a:cubicBezTo>
                <a:lnTo>
                  <a:pt x="213815" y="77337"/>
                </a:lnTo>
                <a:cubicBezTo>
                  <a:pt x="218364" y="72788"/>
                  <a:pt x="222110" y="67258"/>
                  <a:pt x="227463" y="63689"/>
                </a:cubicBezTo>
                <a:cubicBezTo>
                  <a:pt x="232012" y="60656"/>
                  <a:pt x="236662" y="57769"/>
                  <a:pt x="241111" y="54591"/>
                </a:cubicBezTo>
                <a:cubicBezTo>
                  <a:pt x="247281" y="50184"/>
                  <a:pt x="252526" y="44334"/>
                  <a:pt x="259308" y="40943"/>
                </a:cubicBezTo>
                <a:cubicBezTo>
                  <a:pt x="276940" y="32127"/>
                  <a:pt x="295670" y="25703"/>
                  <a:pt x="313899" y="18197"/>
                </a:cubicBezTo>
                <a:cubicBezTo>
                  <a:pt x="321450" y="15088"/>
                  <a:pt x="328561" y="10253"/>
                  <a:pt x="336645" y="9098"/>
                </a:cubicBezTo>
                <a:cubicBezTo>
                  <a:pt x="377621" y="3245"/>
                  <a:pt x="357913" y="6312"/>
                  <a:pt x="395785" y="0"/>
                </a:cubicBezTo>
                <a:cubicBezTo>
                  <a:pt x="429146" y="1516"/>
                  <a:pt x="462693" y="721"/>
                  <a:pt x="495869" y="4549"/>
                </a:cubicBezTo>
                <a:cubicBezTo>
                  <a:pt x="502606" y="5326"/>
                  <a:pt x="507716" y="11266"/>
                  <a:pt x="514066" y="13647"/>
                </a:cubicBezTo>
                <a:cubicBezTo>
                  <a:pt x="539427" y="23158"/>
                  <a:pt x="527448" y="11983"/>
                  <a:pt x="555009" y="27295"/>
                </a:cubicBezTo>
                <a:cubicBezTo>
                  <a:pt x="561637" y="30977"/>
                  <a:pt x="566578" y="37261"/>
                  <a:pt x="573206" y="40943"/>
                </a:cubicBezTo>
                <a:cubicBezTo>
                  <a:pt x="593955" y="52470"/>
                  <a:pt x="616542" y="60576"/>
                  <a:pt x="636896" y="72788"/>
                </a:cubicBezTo>
                <a:cubicBezTo>
                  <a:pt x="644478" y="77337"/>
                  <a:pt x="651734" y="82481"/>
                  <a:pt x="659642" y="86435"/>
                </a:cubicBezTo>
                <a:cubicBezTo>
                  <a:pt x="666946" y="90087"/>
                  <a:pt x="675084" y="91882"/>
                  <a:pt x="682388" y="95534"/>
                </a:cubicBezTo>
                <a:cubicBezTo>
                  <a:pt x="738788" y="123734"/>
                  <a:pt x="627352" y="77145"/>
                  <a:pt x="723332" y="118280"/>
                </a:cubicBezTo>
                <a:cubicBezTo>
                  <a:pt x="739015" y="125001"/>
                  <a:pt x="816923" y="153217"/>
                  <a:pt x="837063" y="168322"/>
                </a:cubicBezTo>
                <a:cubicBezTo>
                  <a:pt x="879306" y="200005"/>
                  <a:pt x="831824" y="166088"/>
                  <a:pt x="873457" y="191068"/>
                </a:cubicBezTo>
                <a:cubicBezTo>
                  <a:pt x="882834" y="196694"/>
                  <a:pt x="900752" y="209265"/>
                  <a:pt x="900752" y="209265"/>
                </a:cubicBezTo>
                <a:cubicBezTo>
                  <a:pt x="909889" y="222970"/>
                  <a:pt x="912024" y="224950"/>
                  <a:pt x="918950" y="241110"/>
                </a:cubicBezTo>
                <a:cubicBezTo>
                  <a:pt x="920839" y="245518"/>
                  <a:pt x="921354" y="250469"/>
                  <a:pt x="923499" y="254758"/>
                </a:cubicBezTo>
                <a:cubicBezTo>
                  <a:pt x="927453" y="262667"/>
                  <a:pt x="932598" y="269922"/>
                  <a:pt x="937147" y="277504"/>
                </a:cubicBezTo>
                <a:cubicBezTo>
                  <a:pt x="938663" y="288119"/>
                  <a:pt x="939593" y="298834"/>
                  <a:pt x="941696" y="309349"/>
                </a:cubicBezTo>
                <a:cubicBezTo>
                  <a:pt x="942636" y="314051"/>
                  <a:pt x="946245" y="318202"/>
                  <a:pt x="946245" y="322997"/>
                </a:cubicBezTo>
                <a:cubicBezTo>
                  <a:pt x="946245" y="353363"/>
                  <a:pt x="944326" y="383730"/>
                  <a:pt x="941696" y="413982"/>
                </a:cubicBezTo>
                <a:cubicBezTo>
                  <a:pt x="941281" y="418759"/>
                  <a:pt x="939291" y="423340"/>
                  <a:pt x="937147" y="427629"/>
                </a:cubicBezTo>
                <a:cubicBezTo>
                  <a:pt x="934702" y="432519"/>
                  <a:pt x="931706" y="437213"/>
                  <a:pt x="928048" y="441277"/>
                </a:cubicBezTo>
                <a:cubicBezTo>
                  <a:pt x="918006" y="452435"/>
                  <a:pt x="906818" y="462507"/>
                  <a:pt x="896203" y="473122"/>
                </a:cubicBezTo>
                <a:cubicBezTo>
                  <a:pt x="891654" y="477671"/>
                  <a:pt x="887908" y="483201"/>
                  <a:pt x="882555" y="486770"/>
                </a:cubicBezTo>
                <a:lnTo>
                  <a:pt x="841612" y="514065"/>
                </a:lnTo>
                <a:cubicBezTo>
                  <a:pt x="837063" y="517098"/>
                  <a:pt x="832854" y="520719"/>
                  <a:pt x="827964" y="523164"/>
                </a:cubicBezTo>
                <a:cubicBezTo>
                  <a:pt x="783168" y="545561"/>
                  <a:pt x="839298" y="518127"/>
                  <a:pt x="787021" y="541361"/>
                </a:cubicBezTo>
                <a:cubicBezTo>
                  <a:pt x="780824" y="544115"/>
                  <a:pt x="774712" y="547094"/>
                  <a:pt x="768824" y="550459"/>
                </a:cubicBezTo>
                <a:cubicBezTo>
                  <a:pt x="764077" y="553172"/>
                  <a:pt x="760172" y="557337"/>
                  <a:pt x="755176" y="559558"/>
                </a:cubicBezTo>
                <a:cubicBezTo>
                  <a:pt x="746412" y="563453"/>
                  <a:pt x="727881" y="568656"/>
                  <a:pt x="727881" y="568656"/>
                </a:cubicBezTo>
                <a:cubicBezTo>
                  <a:pt x="677115" y="609270"/>
                  <a:pt x="734626" y="567558"/>
                  <a:pt x="677839" y="595952"/>
                </a:cubicBezTo>
                <a:cubicBezTo>
                  <a:pt x="665708" y="602018"/>
                  <a:pt x="654312" y="609860"/>
                  <a:pt x="641445" y="614149"/>
                </a:cubicBezTo>
                <a:cubicBezTo>
                  <a:pt x="636896" y="615665"/>
                  <a:pt x="632205" y="616809"/>
                  <a:pt x="627797" y="618698"/>
                </a:cubicBezTo>
                <a:cubicBezTo>
                  <a:pt x="621564" y="621369"/>
                  <a:pt x="615833" y="625126"/>
                  <a:pt x="609600" y="627797"/>
                </a:cubicBezTo>
                <a:cubicBezTo>
                  <a:pt x="600465" y="631712"/>
                  <a:pt x="586986" y="634587"/>
                  <a:pt x="577755" y="636895"/>
                </a:cubicBezTo>
                <a:cubicBezTo>
                  <a:pt x="571689" y="639928"/>
                  <a:pt x="565992" y="643849"/>
                  <a:pt x="559558" y="645994"/>
                </a:cubicBezTo>
                <a:cubicBezTo>
                  <a:pt x="527389" y="656717"/>
                  <a:pt x="492617" y="659456"/>
                  <a:pt x="459475" y="664191"/>
                </a:cubicBezTo>
                <a:cubicBezTo>
                  <a:pt x="394269" y="662674"/>
                  <a:pt x="329019" y="662474"/>
                  <a:pt x="263857" y="659641"/>
                </a:cubicBezTo>
                <a:cubicBezTo>
                  <a:pt x="259066" y="659433"/>
                  <a:pt x="254861" y="656255"/>
                  <a:pt x="250209" y="655092"/>
                </a:cubicBezTo>
                <a:cubicBezTo>
                  <a:pt x="242708" y="653217"/>
                  <a:pt x="235045" y="652059"/>
                  <a:pt x="227463" y="650543"/>
                </a:cubicBezTo>
                <a:cubicBezTo>
                  <a:pt x="189245" y="625064"/>
                  <a:pt x="250440" y="664665"/>
                  <a:pt x="181970" y="627797"/>
                </a:cubicBezTo>
                <a:cubicBezTo>
                  <a:pt x="131123" y="600418"/>
                  <a:pt x="173628" y="615918"/>
                  <a:pt x="141027" y="605050"/>
                </a:cubicBezTo>
                <a:lnTo>
                  <a:pt x="90985" y="555009"/>
                </a:lnTo>
                <a:lnTo>
                  <a:pt x="72788" y="536812"/>
                </a:lnTo>
                <a:cubicBezTo>
                  <a:pt x="33483" y="458197"/>
                  <a:pt x="83240" y="555972"/>
                  <a:pt x="45493" y="486770"/>
                </a:cubicBezTo>
                <a:cubicBezTo>
                  <a:pt x="40622" y="477840"/>
                  <a:pt x="36785" y="468367"/>
                  <a:pt x="31845" y="459474"/>
                </a:cubicBezTo>
                <a:cubicBezTo>
                  <a:pt x="29190" y="454695"/>
                  <a:pt x="25192" y="450716"/>
                  <a:pt x="22747" y="445826"/>
                </a:cubicBezTo>
                <a:cubicBezTo>
                  <a:pt x="20602" y="441537"/>
                  <a:pt x="19575" y="436772"/>
                  <a:pt x="18197" y="432179"/>
                </a:cubicBezTo>
                <a:cubicBezTo>
                  <a:pt x="17046" y="428344"/>
                  <a:pt x="6303" y="391776"/>
                  <a:pt x="4550" y="382137"/>
                </a:cubicBezTo>
                <a:cubicBezTo>
                  <a:pt x="2632" y="371587"/>
                  <a:pt x="1517" y="360907"/>
                  <a:pt x="0" y="350292"/>
                </a:cubicBezTo>
                <a:cubicBezTo>
                  <a:pt x="1568" y="337751"/>
                  <a:pt x="2087" y="314274"/>
                  <a:pt x="9099" y="300250"/>
                </a:cubicBezTo>
                <a:cubicBezTo>
                  <a:pt x="17569" y="283310"/>
                  <a:pt x="19270" y="288045"/>
                  <a:pt x="31845" y="272955"/>
                </a:cubicBezTo>
                <a:cubicBezTo>
                  <a:pt x="35345" y="268755"/>
                  <a:pt x="36829" y="262908"/>
                  <a:pt x="40944" y="259307"/>
                </a:cubicBezTo>
                <a:cubicBezTo>
                  <a:pt x="60197" y="242460"/>
                  <a:pt x="63142" y="242809"/>
                  <a:pt x="81887" y="236561"/>
                </a:cubicBezTo>
                <a:cubicBezTo>
                  <a:pt x="107959" y="197451"/>
                  <a:pt x="73244" y="243474"/>
                  <a:pt x="104633" y="218364"/>
                </a:cubicBezTo>
                <a:cubicBezTo>
                  <a:pt x="108903" y="214948"/>
                  <a:pt x="110451" y="209090"/>
                  <a:pt x="113732" y="204716"/>
                </a:cubicBezTo>
                <a:cubicBezTo>
                  <a:pt x="115019" y="203000"/>
                  <a:pt x="125104" y="208507"/>
                  <a:pt x="127379" y="209265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ross 109">
            <a:extLst>
              <a:ext uri="{FF2B5EF4-FFF2-40B4-BE49-F238E27FC236}">
                <a16:creationId xmlns:a16="http://schemas.microsoft.com/office/drawing/2014/main" id="{55674DF6-B533-2546-A724-70A5CCA3862C}"/>
              </a:ext>
            </a:extLst>
          </p:cNvPr>
          <p:cNvSpPr/>
          <p:nvPr/>
        </p:nvSpPr>
        <p:spPr>
          <a:xfrm rot="2734919">
            <a:off x="4480160" y="1578882"/>
            <a:ext cx="125672" cy="122785"/>
          </a:xfrm>
          <a:prstGeom prst="plus">
            <a:avLst>
              <a:gd name="adj" fmla="val 37935"/>
            </a:avLst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93A845-F219-A946-B230-3FFCE9E55C56}"/>
              </a:ext>
            </a:extLst>
          </p:cNvPr>
          <p:cNvCxnSpPr>
            <a:cxnSpLocks/>
          </p:cNvCxnSpPr>
          <p:nvPr/>
        </p:nvCxnSpPr>
        <p:spPr>
          <a:xfrm flipH="1">
            <a:off x="4546600" y="1549400"/>
            <a:ext cx="190500" cy="85725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71B3721-20A5-0F4A-A010-FB739C515484}"/>
              </a:ext>
            </a:extLst>
          </p:cNvPr>
          <p:cNvCxnSpPr>
            <a:cxnSpLocks/>
          </p:cNvCxnSpPr>
          <p:nvPr/>
        </p:nvCxnSpPr>
        <p:spPr>
          <a:xfrm flipH="1" flipV="1">
            <a:off x="4549776" y="1641475"/>
            <a:ext cx="66674" cy="165100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A340269-536C-E945-AF2C-E8FB4C89EA08}"/>
              </a:ext>
            </a:extLst>
          </p:cNvPr>
          <p:cNvCxnSpPr>
            <a:cxnSpLocks/>
          </p:cNvCxnSpPr>
          <p:nvPr/>
        </p:nvCxnSpPr>
        <p:spPr>
          <a:xfrm>
            <a:off x="4308475" y="1571625"/>
            <a:ext cx="231775" cy="66675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0E49BF1-4D5D-3C42-B2CD-5E2D558CB38B}"/>
              </a:ext>
            </a:extLst>
          </p:cNvPr>
          <p:cNvCxnSpPr>
            <a:cxnSpLocks/>
          </p:cNvCxnSpPr>
          <p:nvPr/>
        </p:nvCxnSpPr>
        <p:spPr>
          <a:xfrm flipV="1">
            <a:off x="4368800" y="1638301"/>
            <a:ext cx="174625" cy="85724"/>
          </a:xfrm>
          <a:prstGeom prst="line">
            <a:avLst/>
          </a:prstGeom>
          <a:ln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ross 114">
            <a:extLst>
              <a:ext uri="{FF2B5EF4-FFF2-40B4-BE49-F238E27FC236}">
                <a16:creationId xmlns:a16="http://schemas.microsoft.com/office/drawing/2014/main" id="{3CA71CF5-DDB5-5243-ADC8-F6AD1CB61252}"/>
              </a:ext>
            </a:extLst>
          </p:cNvPr>
          <p:cNvSpPr/>
          <p:nvPr/>
        </p:nvSpPr>
        <p:spPr>
          <a:xfrm rot="2734919">
            <a:off x="4434012" y="2460137"/>
            <a:ext cx="125672" cy="122785"/>
          </a:xfrm>
          <a:prstGeom prst="plus">
            <a:avLst>
              <a:gd name="adj" fmla="val 37935"/>
            </a:avLst>
          </a:prstGeom>
          <a:solidFill>
            <a:srgbClr val="00B050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0B33659-073E-6F49-8104-CF54BB6D89F2}"/>
              </a:ext>
            </a:extLst>
          </p:cNvPr>
          <p:cNvCxnSpPr>
            <a:cxnSpLocks/>
          </p:cNvCxnSpPr>
          <p:nvPr/>
        </p:nvCxnSpPr>
        <p:spPr>
          <a:xfrm flipH="1">
            <a:off x="4508627" y="2413000"/>
            <a:ext cx="304673" cy="108530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0BAF55D-7301-6040-883B-9419BCB32C1F}"/>
              </a:ext>
            </a:extLst>
          </p:cNvPr>
          <p:cNvCxnSpPr>
            <a:cxnSpLocks/>
          </p:cNvCxnSpPr>
          <p:nvPr/>
        </p:nvCxnSpPr>
        <p:spPr>
          <a:xfrm flipH="1" flipV="1">
            <a:off x="4511803" y="2527880"/>
            <a:ext cx="168147" cy="56570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F3150C9-A0AC-084D-B9E9-715566B46896}"/>
              </a:ext>
            </a:extLst>
          </p:cNvPr>
          <p:cNvCxnSpPr>
            <a:cxnSpLocks/>
          </p:cNvCxnSpPr>
          <p:nvPr/>
        </p:nvCxnSpPr>
        <p:spPr>
          <a:xfrm flipV="1">
            <a:off x="4333875" y="2524706"/>
            <a:ext cx="168402" cy="31169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ACF88EF-1222-2D42-B73C-24A5D3FB7C05}"/>
              </a:ext>
            </a:extLst>
          </p:cNvPr>
          <p:cNvCxnSpPr>
            <a:cxnSpLocks/>
          </p:cNvCxnSpPr>
          <p:nvPr/>
        </p:nvCxnSpPr>
        <p:spPr>
          <a:xfrm flipV="1">
            <a:off x="4083050" y="2524707"/>
            <a:ext cx="422402" cy="37518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E70BCC5-9797-3A4E-B108-39BC55A29115}"/>
              </a:ext>
            </a:extLst>
          </p:cNvPr>
          <p:cNvCxnSpPr>
            <a:cxnSpLocks/>
          </p:cNvCxnSpPr>
          <p:nvPr/>
        </p:nvCxnSpPr>
        <p:spPr>
          <a:xfrm>
            <a:off x="3911600" y="2409825"/>
            <a:ext cx="587502" cy="111705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29F4762-9965-0F4F-9E74-DED7DCFE3921}"/>
              </a:ext>
            </a:extLst>
          </p:cNvPr>
          <p:cNvCxnSpPr>
            <a:cxnSpLocks/>
          </p:cNvCxnSpPr>
          <p:nvPr/>
        </p:nvCxnSpPr>
        <p:spPr>
          <a:xfrm flipV="1">
            <a:off x="3784600" y="2533650"/>
            <a:ext cx="714375" cy="50800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0B3213C-7FDD-CF4D-BDCD-BF0E7AB5C5ED}"/>
              </a:ext>
            </a:extLst>
          </p:cNvPr>
          <p:cNvCxnSpPr>
            <a:cxnSpLocks/>
          </p:cNvCxnSpPr>
          <p:nvPr/>
        </p:nvCxnSpPr>
        <p:spPr>
          <a:xfrm flipV="1">
            <a:off x="3937000" y="2527301"/>
            <a:ext cx="568325" cy="209549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EE30C90-5568-334B-B6C2-C62FCC91B334}"/>
              </a:ext>
            </a:extLst>
          </p:cNvPr>
          <p:cNvCxnSpPr>
            <a:cxnSpLocks/>
          </p:cNvCxnSpPr>
          <p:nvPr/>
        </p:nvCxnSpPr>
        <p:spPr>
          <a:xfrm flipV="1">
            <a:off x="4238625" y="2527300"/>
            <a:ext cx="250825" cy="219076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02353FC-A310-D741-B8F1-D644B0FB89E9}"/>
              </a:ext>
            </a:extLst>
          </p:cNvPr>
          <p:cNvCxnSpPr>
            <a:cxnSpLocks/>
          </p:cNvCxnSpPr>
          <p:nvPr/>
        </p:nvCxnSpPr>
        <p:spPr>
          <a:xfrm flipH="1" flipV="1">
            <a:off x="4502150" y="2543175"/>
            <a:ext cx="342900" cy="190501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6753C20-C899-E14B-ADB7-09760D137C03}"/>
              </a:ext>
            </a:extLst>
          </p:cNvPr>
          <p:cNvCxnSpPr>
            <a:cxnSpLocks/>
          </p:cNvCxnSpPr>
          <p:nvPr/>
        </p:nvCxnSpPr>
        <p:spPr>
          <a:xfrm flipH="1" flipV="1">
            <a:off x="4505325" y="2543175"/>
            <a:ext cx="466726" cy="19050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14DA442-F661-D143-B840-BF4E0506A2D5}"/>
              </a:ext>
            </a:extLst>
          </p:cNvPr>
          <p:cNvCxnSpPr>
            <a:cxnSpLocks/>
          </p:cNvCxnSpPr>
          <p:nvPr/>
        </p:nvCxnSpPr>
        <p:spPr>
          <a:xfrm flipH="1" flipV="1">
            <a:off x="4479926" y="2527301"/>
            <a:ext cx="755649" cy="25399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E2A0DD4-3DB3-534A-9340-BA6C37DD8F56}"/>
              </a:ext>
            </a:extLst>
          </p:cNvPr>
          <p:cNvCxnSpPr>
            <a:cxnSpLocks/>
          </p:cNvCxnSpPr>
          <p:nvPr/>
        </p:nvCxnSpPr>
        <p:spPr>
          <a:xfrm flipH="1" flipV="1">
            <a:off x="4502150" y="2527300"/>
            <a:ext cx="641351" cy="209551"/>
          </a:xfrm>
          <a:prstGeom prst="line">
            <a:avLst/>
          </a:prstGeom>
          <a:ln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53">
            <a:extLst>
              <a:ext uri="{FF2B5EF4-FFF2-40B4-BE49-F238E27FC236}">
                <a16:creationId xmlns:a16="http://schemas.microsoft.com/office/drawing/2014/main" id="{14E3BDB2-91A1-F548-876A-4915AAA96EE3}"/>
              </a:ext>
            </a:extLst>
          </p:cNvPr>
          <p:cNvSpPr/>
          <p:nvPr/>
        </p:nvSpPr>
        <p:spPr>
          <a:xfrm>
            <a:off x="3625850" y="2150386"/>
            <a:ext cx="1771650" cy="748389"/>
          </a:xfrm>
          <a:custGeom>
            <a:avLst/>
            <a:gdLst>
              <a:gd name="connsiteX0" fmla="*/ 187325 w 1771650"/>
              <a:gd name="connsiteY0" fmla="*/ 37189 h 748389"/>
              <a:gd name="connsiteX1" fmla="*/ 187325 w 1771650"/>
              <a:gd name="connsiteY1" fmla="*/ 37189 h 748389"/>
              <a:gd name="connsiteX2" fmla="*/ 228600 w 1771650"/>
              <a:gd name="connsiteY2" fmla="*/ 40364 h 748389"/>
              <a:gd name="connsiteX3" fmla="*/ 387350 w 1771650"/>
              <a:gd name="connsiteY3" fmla="*/ 24489 h 748389"/>
              <a:gd name="connsiteX4" fmla="*/ 511175 w 1771650"/>
              <a:gd name="connsiteY4" fmla="*/ 18139 h 748389"/>
              <a:gd name="connsiteX5" fmla="*/ 600075 w 1771650"/>
              <a:gd name="connsiteY5" fmla="*/ 11789 h 748389"/>
              <a:gd name="connsiteX6" fmla="*/ 682625 w 1771650"/>
              <a:gd name="connsiteY6" fmla="*/ 8614 h 748389"/>
              <a:gd name="connsiteX7" fmla="*/ 736600 w 1771650"/>
              <a:gd name="connsiteY7" fmla="*/ 5439 h 748389"/>
              <a:gd name="connsiteX8" fmla="*/ 850900 w 1771650"/>
              <a:gd name="connsiteY8" fmla="*/ 5439 h 748389"/>
              <a:gd name="connsiteX9" fmla="*/ 908050 w 1771650"/>
              <a:gd name="connsiteY9" fmla="*/ 14964 h 748389"/>
              <a:gd name="connsiteX10" fmla="*/ 927100 w 1771650"/>
              <a:gd name="connsiteY10" fmla="*/ 21314 h 748389"/>
              <a:gd name="connsiteX11" fmla="*/ 996950 w 1771650"/>
              <a:gd name="connsiteY11" fmla="*/ 37189 h 748389"/>
              <a:gd name="connsiteX12" fmla="*/ 1044575 w 1771650"/>
              <a:gd name="connsiteY12" fmla="*/ 46714 h 748389"/>
              <a:gd name="connsiteX13" fmla="*/ 1082675 w 1771650"/>
              <a:gd name="connsiteY13" fmla="*/ 59414 h 748389"/>
              <a:gd name="connsiteX14" fmla="*/ 1114425 w 1771650"/>
              <a:gd name="connsiteY14" fmla="*/ 65764 h 748389"/>
              <a:gd name="connsiteX15" fmla="*/ 1190625 w 1771650"/>
              <a:gd name="connsiteY15" fmla="*/ 87989 h 748389"/>
              <a:gd name="connsiteX16" fmla="*/ 1228725 w 1771650"/>
              <a:gd name="connsiteY16" fmla="*/ 97514 h 748389"/>
              <a:gd name="connsiteX17" fmla="*/ 1285875 w 1771650"/>
              <a:gd name="connsiteY17" fmla="*/ 116564 h 748389"/>
              <a:gd name="connsiteX18" fmla="*/ 1352550 w 1771650"/>
              <a:gd name="connsiteY18" fmla="*/ 132439 h 748389"/>
              <a:gd name="connsiteX19" fmla="*/ 1390650 w 1771650"/>
              <a:gd name="connsiteY19" fmla="*/ 141964 h 748389"/>
              <a:gd name="connsiteX20" fmla="*/ 1419225 w 1771650"/>
              <a:gd name="connsiteY20" fmla="*/ 148314 h 748389"/>
              <a:gd name="connsiteX21" fmla="*/ 1441450 w 1771650"/>
              <a:gd name="connsiteY21" fmla="*/ 154664 h 748389"/>
              <a:gd name="connsiteX22" fmla="*/ 1466850 w 1771650"/>
              <a:gd name="connsiteY22" fmla="*/ 157839 h 748389"/>
              <a:gd name="connsiteX23" fmla="*/ 1485900 w 1771650"/>
              <a:gd name="connsiteY23" fmla="*/ 161014 h 748389"/>
              <a:gd name="connsiteX24" fmla="*/ 1514475 w 1771650"/>
              <a:gd name="connsiteY24" fmla="*/ 170539 h 748389"/>
              <a:gd name="connsiteX25" fmla="*/ 1546225 w 1771650"/>
              <a:gd name="connsiteY25" fmla="*/ 180064 h 748389"/>
              <a:gd name="connsiteX26" fmla="*/ 1577975 w 1771650"/>
              <a:gd name="connsiteY26" fmla="*/ 189589 h 748389"/>
              <a:gd name="connsiteX27" fmla="*/ 1590675 w 1771650"/>
              <a:gd name="connsiteY27" fmla="*/ 195939 h 748389"/>
              <a:gd name="connsiteX28" fmla="*/ 1603375 w 1771650"/>
              <a:gd name="connsiteY28" fmla="*/ 199114 h 748389"/>
              <a:gd name="connsiteX29" fmla="*/ 1612900 w 1771650"/>
              <a:gd name="connsiteY29" fmla="*/ 205464 h 748389"/>
              <a:gd name="connsiteX30" fmla="*/ 1628775 w 1771650"/>
              <a:gd name="connsiteY30" fmla="*/ 211814 h 748389"/>
              <a:gd name="connsiteX31" fmla="*/ 1651000 w 1771650"/>
              <a:gd name="connsiteY31" fmla="*/ 227689 h 748389"/>
              <a:gd name="connsiteX32" fmla="*/ 1666875 w 1771650"/>
              <a:gd name="connsiteY32" fmla="*/ 237214 h 748389"/>
              <a:gd name="connsiteX33" fmla="*/ 1682750 w 1771650"/>
              <a:gd name="connsiteY33" fmla="*/ 253089 h 748389"/>
              <a:gd name="connsiteX34" fmla="*/ 1698625 w 1771650"/>
              <a:gd name="connsiteY34" fmla="*/ 262614 h 748389"/>
              <a:gd name="connsiteX35" fmla="*/ 1717675 w 1771650"/>
              <a:gd name="connsiteY35" fmla="*/ 284839 h 748389"/>
              <a:gd name="connsiteX36" fmla="*/ 1736725 w 1771650"/>
              <a:gd name="connsiteY36" fmla="*/ 303889 h 748389"/>
              <a:gd name="connsiteX37" fmla="*/ 1743075 w 1771650"/>
              <a:gd name="connsiteY37" fmla="*/ 316589 h 748389"/>
              <a:gd name="connsiteX38" fmla="*/ 1746250 w 1771650"/>
              <a:gd name="connsiteY38" fmla="*/ 326114 h 748389"/>
              <a:gd name="connsiteX39" fmla="*/ 1755775 w 1771650"/>
              <a:gd name="connsiteY39" fmla="*/ 338814 h 748389"/>
              <a:gd name="connsiteX40" fmla="*/ 1762125 w 1771650"/>
              <a:gd name="connsiteY40" fmla="*/ 354689 h 748389"/>
              <a:gd name="connsiteX41" fmla="*/ 1771650 w 1771650"/>
              <a:gd name="connsiteY41" fmla="*/ 376914 h 748389"/>
              <a:gd name="connsiteX42" fmla="*/ 1768475 w 1771650"/>
              <a:gd name="connsiteY42" fmla="*/ 437239 h 748389"/>
              <a:gd name="connsiteX43" fmla="*/ 1765300 w 1771650"/>
              <a:gd name="connsiteY43" fmla="*/ 446764 h 748389"/>
              <a:gd name="connsiteX44" fmla="*/ 1752600 w 1771650"/>
              <a:gd name="connsiteY44" fmla="*/ 468989 h 748389"/>
              <a:gd name="connsiteX45" fmla="*/ 1749425 w 1771650"/>
              <a:gd name="connsiteY45" fmla="*/ 478514 h 748389"/>
              <a:gd name="connsiteX46" fmla="*/ 1720850 w 1771650"/>
              <a:gd name="connsiteY46" fmla="*/ 510264 h 748389"/>
              <a:gd name="connsiteX47" fmla="*/ 1708150 w 1771650"/>
              <a:gd name="connsiteY47" fmla="*/ 526139 h 748389"/>
              <a:gd name="connsiteX48" fmla="*/ 1701800 w 1771650"/>
              <a:gd name="connsiteY48" fmla="*/ 535664 h 748389"/>
              <a:gd name="connsiteX49" fmla="*/ 1676400 w 1771650"/>
              <a:gd name="connsiteY49" fmla="*/ 557889 h 748389"/>
              <a:gd name="connsiteX50" fmla="*/ 1670050 w 1771650"/>
              <a:gd name="connsiteY50" fmla="*/ 570589 h 748389"/>
              <a:gd name="connsiteX51" fmla="*/ 1651000 w 1771650"/>
              <a:gd name="connsiteY51" fmla="*/ 583289 h 748389"/>
              <a:gd name="connsiteX52" fmla="*/ 1641475 w 1771650"/>
              <a:gd name="connsiteY52" fmla="*/ 589639 h 748389"/>
              <a:gd name="connsiteX53" fmla="*/ 1612900 w 1771650"/>
              <a:gd name="connsiteY53" fmla="*/ 608689 h 748389"/>
              <a:gd name="connsiteX54" fmla="*/ 1603375 w 1771650"/>
              <a:gd name="connsiteY54" fmla="*/ 615039 h 748389"/>
              <a:gd name="connsiteX55" fmla="*/ 1593850 w 1771650"/>
              <a:gd name="connsiteY55" fmla="*/ 621389 h 748389"/>
              <a:gd name="connsiteX56" fmla="*/ 1574800 w 1771650"/>
              <a:gd name="connsiteY56" fmla="*/ 630914 h 748389"/>
              <a:gd name="connsiteX57" fmla="*/ 1552575 w 1771650"/>
              <a:gd name="connsiteY57" fmla="*/ 646789 h 748389"/>
              <a:gd name="connsiteX58" fmla="*/ 1543050 w 1771650"/>
              <a:gd name="connsiteY58" fmla="*/ 653139 h 748389"/>
              <a:gd name="connsiteX59" fmla="*/ 1533525 w 1771650"/>
              <a:gd name="connsiteY59" fmla="*/ 656314 h 748389"/>
              <a:gd name="connsiteX60" fmla="*/ 1520825 w 1771650"/>
              <a:gd name="connsiteY60" fmla="*/ 665839 h 748389"/>
              <a:gd name="connsiteX61" fmla="*/ 1501775 w 1771650"/>
              <a:gd name="connsiteY61" fmla="*/ 672189 h 748389"/>
              <a:gd name="connsiteX62" fmla="*/ 1473200 w 1771650"/>
              <a:gd name="connsiteY62" fmla="*/ 678539 h 748389"/>
              <a:gd name="connsiteX63" fmla="*/ 1435100 w 1771650"/>
              <a:gd name="connsiteY63" fmla="*/ 684889 h 748389"/>
              <a:gd name="connsiteX64" fmla="*/ 1419225 w 1771650"/>
              <a:gd name="connsiteY64" fmla="*/ 688064 h 748389"/>
              <a:gd name="connsiteX65" fmla="*/ 1377950 w 1771650"/>
              <a:gd name="connsiteY65" fmla="*/ 691239 h 748389"/>
              <a:gd name="connsiteX66" fmla="*/ 1323975 w 1771650"/>
              <a:gd name="connsiteY66" fmla="*/ 697589 h 748389"/>
              <a:gd name="connsiteX67" fmla="*/ 1295400 w 1771650"/>
              <a:gd name="connsiteY67" fmla="*/ 700764 h 748389"/>
              <a:gd name="connsiteX68" fmla="*/ 1279525 w 1771650"/>
              <a:gd name="connsiteY68" fmla="*/ 703939 h 748389"/>
              <a:gd name="connsiteX69" fmla="*/ 1228725 w 1771650"/>
              <a:gd name="connsiteY69" fmla="*/ 707114 h 748389"/>
              <a:gd name="connsiteX70" fmla="*/ 1203325 w 1771650"/>
              <a:gd name="connsiteY70" fmla="*/ 710289 h 748389"/>
              <a:gd name="connsiteX71" fmla="*/ 1155700 w 1771650"/>
              <a:gd name="connsiteY71" fmla="*/ 713464 h 748389"/>
              <a:gd name="connsiteX72" fmla="*/ 1089025 w 1771650"/>
              <a:gd name="connsiteY72" fmla="*/ 719814 h 748389"/>
              <a:gd name="connsiteX73" fmla="*/ 971550 w 1771650"/>
              <a:gd name="connsiteY73" fmla="*/ 726164 h 748389"/>
              <a:gd name="connsiteX74" fmla="*/ 863600 w 1771650"/>
              <a:gd name="connsiteY74" fmla="*/ 742039 h 748389"/>
              <a:gd name="connsiteX75" fmla="*/ 841375 w 1771650"/>
              <a:gd name="connsiteY75" fmla="*/ 745214 h 748389"/>
              <a:gd name="connsiteX76" fmla="*/ 784225 w 1771650"/>
              <a:gd name="connsiteY76" fmla="*/ 748389 h 748389"/>
              <a:gd name="connsiteX77" fmla="*/ 508000 w 1771650"/>
              <a:gd name="connsiteY77" fmla="*/ 745214 h 748389"/>
              <a:gd name="connsiteX78" fmla="*/ 488950 w 1771650"/>
              <a:gd name="connsiteY78" fmla="*/ 742039 h 748389"/>
              <a:gd name="connsiteX79" fmla="*/ 454025 w 1771650"/>
              <a:gd name="connsiteY79" fmla="*/ 738864 h 748389"/>
              <a:gd name="connsiteX80" fmla="*/ 400050 w 1771650"/>
              <a:gd name="connsiteY80" fmla="*/ 732514 h 748389"/>
              <a:gd name="connsiteX81" fmla="*/ 371475 w 1771650"/>
              <a:gd name="connsiteY81" fmla="*/ 726164 h 748389"/>
              <a:gd name="connsiteX82" fmla="*/ 333375 w 1771650"/>
              <a:gd name="connsiteY82" fmla="*/ 719814 h 748389"/>
              <a:gd name="connsiteX83" fmla="*/ 314325 w 1771650"/>
              <a:gd name="connsiteY83" fmla="*/ 713464 h 748389"/>
              <a:gd name="connsiteX84" fmla="*/ 304800 w 1771650"/>
              <a:gd name="connsiteY84" fmla="*/ 710289 h 748389"/>
              <a:gd name="connsiteX85" fmla="*/ 279400 w 1771650"/>
              <a:gd name="connsiteY85" fmla="*/ 697589 h 748389"/>
              <a:gd name="connsiteX86" fmla="*/ 257175 w 1771650"/>
              <a:gd name="connsiteY86" fmla="*/ 684889 h 748389"/>
              <a:gd name="connsiteX87" fmla="*/ 241300 w 1771650"/>
              <a:gd name="connsiteY87" fmla="*/ 681714 h 748389"/>
              <a:gd name="connsiteX88" fmla="*/ 212725 w 1771650"/>
              <a:gd name="connsiteY88" fmla="*/ 669014 h 748389"/>
              <a:gd name="connsiteX89" fmla="*/ 158750 w 1771650"/>
              <a:gd name="connsiteY89" fmla="*/ 653139 h 748389"/>
              <a:gd name="connsiteX90" fmla="*/ 146050 w 1771650"/>
              <a:gd name="connsiteY90" fmla="*/ 646789 h 748389"/>
              <a:gd name="connsiteX91" fmla="*/ 136525 w 1771650"/>
              <a:gd name="connsiteY91" fmla="*/ 640439 h 748389"/>
              <a:gd name="connsiteX92" fmla="*/ 120650 w 1771650"/>
              <a:gd name="connsiteY92" fmla="*/ 634089 h 748389"/>
              <a:gd name="connsiteX93" fmla="*/ 79375 w 1771650"/>
              <a:gd name="connsiteY93" fmla="*/ 605514 h 748389"/>
              <a:gd name="connsiteX94" fmla="*/ 69850 w 1771650"/>
              <a:gd name="connsiteY94" fmla="*/ 599164 h 748389"/>
              <a:gd name="connsiteX95" fmla="*/ 57150 w 1771650"/>
              <a:gd name="connsiteY95" fmla="*/ 592814 h 748389"/>
              <a:gd name="connsiteX96" fmla="*/ 38100 w 1771650"/>
              <a:gd name="connsiteY96" fmla="*/ 573764 h 748389"/>
              <a:gd name="connsiteX97" fmla="*/ 25400 w 1771650"/>
              <a:gd name="connsiteY97" fmla="*/ 551539 h 748389"/>
              <a:gd name="connsiteX98" fmla="*/ 22225 w 1771650"/>
              <a:gd name="connsiteY98" fmla="*/ 542014 h 748389"/>
              <a:gd name="connsiteX99" fmla="*/ 9525 w 1771650"/>
              <a:gd name="connsiteY99" fmla="*/ 513439 h 748389"/>
              <a:gd name="connsiteX100" fmla="*/ 0 w 1771650"/>
              <a:gd name="connsiteY100" fmla="*/ 459464 h 748389"/>
              <a:gd name="connsiteX101" fmla="*/ 6350 w 1771650"/>
              <a:gd name="connsiteY101" fmla="*/ 303889 h 748389"/>
              <a:gd name="connsiteX102" fmla="*/ 12700 w 1771650"/>
              <a:gd name="connsiteY102" fmla="*/ 259439 h 748389"/>
              <a:gd name="connsiteX103" fmla="*/ 19050 w 1771650"/>
              <a:gd name="connsiteY103" fmla="*/ 243564 h 748389"/>
              <a:gd name="connsiteX104" fmla="*/ 25400 w 1771650"/>
              <a:gd name="connsiteY104" fmla="*/ 218164 h 748389"/>
              <a:gd name="connsiteX105" fmla="*/ 31750 w 1771650"/>
              <a:gd name="connsiteY105" fmla="*/ 195939 h 748389"/>
              <a:gd name="connsiteX106" fmla="*/ 38100 w 1771650"/>
              <a:gd name="connsiteY106" fmla="*/ 176889 h 748389"/>
              <a:gd name="connsiteX107" fmla="*/ 47625 w 1771650"/>
              <a:gd name="connsiteY107" fmla="*/ 164189 h 748389"/>
              <a:gd name="connsiteX108" fmla="*/ 50800 w 1771650"/>
              <a:gd name="connsiteY108" fmla="*/ 154664 h 748389"/>
              <a:gd name="connsiteX109" fmla="*/ 60325 w 1771650"/>
              <a:gd name="connsiteY109" fmla="*/ 145139 h 748389"/>
              <a:gd name="connsiteX110" fmla="*/ 66675 w 1771650"/>
              <a:gd name="connsiteY110" fmla="*/ 135614 h 748389"/>
              <a:gd name="connsiteX111" fmla="*/ 107950 w 1771650"/>
              <a:gd name="connsiteY111" fmla="*/ 87989 h 748389"/>
              <a:gd name="connsiteX112" fmla="*/ 117475 w 1771650"/>
              <a:gd name="connsiteY112" fmla="*/ 81639 h 748389"/>
              <a:gd name="connsiteX113" fmla="*/ 127000 w 1771650"/>
              <a:gd name="connsiteY113" fmla="*/ 72114 h 748389"/>
              <a:gd name="connsiteX114" fmla="*/ 139700 w 1771650"/>
              <a:gd name="connsiteY114" fmla="*/ 65764 h 748389"/>
              <a:gd name="connsiteX115" fmla="*/ 171450 w 1771650"/>
              <a:gd name="connsiteY115" fmla="*/ 56239 h 748389"/>
              <a:gd name="connsiteX116" fmla="*/ 190500 w 1771650"/>
              <a:gd name="connsiteY116" fmla="*/ 46714 h 748389"/>
              <a:gd name="connsiteX117" fmla="*/ 187325 w 1771650"/>
              <a:gd name="connsiteY117" fmla="*/ 37189 h 74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771650" h="748389">
                <a:moveTo>
                  <a:pt x="187325" y="37189"/>
                </a:moveTo>
                <a:lnTo>
                  <a:pt x="187325" y="37189"/>
                </a:lnTo>
                <a:cubicBezTo>
                  <a:pt x="201083" y="38247"/>
                  <a:pt x="214806" y="40747"/>
                  <a:pt x="228600" y="40364"/>
                </a:cubicBezTo>
                <a:cubicBezTo>
                  <a:pt x="273757" y="39110"/>
                  <a:pt x="343837" y="27785"/>
                  <a:pt x="387350" y="24489"/>
                </a:cubicBezTo>
                <a:cubicBezTo>
                  <a:pt x="428561" y="21367"/>
                  <a:pt x="469919" y="20602"/>
                  <a:pt x="511175" y="18139"/>
                </a:cubicBezTo>
                <a:cubicBezTo>
                  <a:pt x="540831" y="16368"/>
                  <a:pt x="570412" y="13437"/>
                  <a:pt x="600075" y="11789"/>
                </a:cubicBezTo>
                <a:cubicBezTo>
                  <a:pt x="627570" y="10262"/>
                  <a:pt x="655118" y="9893"/>
                  <a:pt x="682625" y="8614"/>
                </a:cubicBezTo>
                <a:cubicBezTo>
                  <a:pt x="700628" y="7777"/>
                  <a:pt x="718608" y="6497"/>
                  <a:pt x="736600" y="5439"/>
                </a:cubicBezTo>
                <a:cubicBezTo>
                  <a:pt x="782864" y="-2272"/>
                  <a:pt x="769553" y="-1340"/>
                  <a:pt x="850900" y="5439"/>
                </a:cubicBezTo>
                <a:cubicBezTo>
                  <a:pt x="870146" y="7043"/>
                  <a:pt x="889728" y="8857"/>
                  <a:pt x="908050" y="14964"/>
                </a:cubicBezTo>
                <a:cubicBezTo>
                  <a:pt x="914400" y="17081"/>
                  <a:pt x="920606" y="19691"/>
                  <a:pt x="927100" y="21314"/>
                </a:cubicBezTo>
                <a:cubicBezTo>
                  <a:pt x="950264" y="27105"/>
                  <a:pt x="973537" y="32506"/>
                  <a:pt x="996950" y="37189"/>
                </a:cubicBezTo>
                <a:cubicBezTo>
                  <a:pt x="1012825" y="40364"/>
                  <a:pt x="1029216" y="41594"/>
                  <a:pt x="1044575" y="46714"/>
                </a:cubicBezTo>
                <a:cubicBezTo>
                  <a:pt x="1057275" y="50947"/>
                  <a:pt x="1069760" y="55892"/>
                  <a:pt x="1082675" y="59414"/>
                </a:cubicBezTo>
                <a:cubicBezTo>
                  <a:pt x="1093088" y="62254"/>
                  <a:pt x="1103991" y="63002"/>
                  <a:pt x="1114425" y="65764"/>
                </a:cubicBezTo>
                <a:cubicBezTo>
                  <a:pt x="1140002" y="72534"/>
                  <a:pt x="1164957" y="81572"/>
                  <a:pt x="1190625" y="87989"/>
                </a:cubicBezTo>
                <a:lnTo>
                  <a:pt x="1228725" y="97514"/>
                </a:lnTo>
                <a:cubicBezTo>
                  <a:pt x="1292920" y="114407"/>
                  <a:pt x="1195381" y="89751"/>
                  <a:pt x="1285875" y="116564"/>
                </a:cubicBezTo>
                <a:cubicBezTo>
                  <a:pt x="1361120" y="138859"/>
                  <a:pt x="1313620" y="123279"/>
                  <a:pt x="1352550" y="132439"/>
                </a:cubicBezTo>
                <a:cubicBezTo>
                  <a:pt x="1365293" y="135437"/>
                  <a:pt x="1377915" y="138932"/>
                  <a:pt x="1390650" y="141964"/>
                </a:cubicBezTo>
                <a:cubicBezTo>
                  <a:pt x="1400142" y="144224"/>
                  <a:pt x="1409759" y="145947"/>
                  <a:pt x="1419225" y="148314"/>
                </a:cubicBezTo>
                <a:cubicBezTo>
                  <a:pt x="1426700" y="150183"/>
                  <a:pt x="1433895" y="153153"/>
                  <a:pt x="1441450" y="154664"/>
                </a:cubicBezTo>
                <a:cubicBezTo>
                  <a:pt x="1449817" y="156337"/>
                  <a:pt x="1458403" y="156632"/>
                  <a:pt x="1466850" y="157839"/>
                </a:cubicBezTo>
                <a:cubicBezTo>
                  <a:pt x="1473223" y="158749"/>
                  <a:pt x="1479587" y="159751"/>
                  <a:pt x="1485900" y="161014"/>
                </a:cubicBezTo>
                <a:cubicBezTo>
                  <a:pt x="1501949" y="164224"/>
                  <a:pt x="1497395" y="164328"/>
                  <a:pt x="1514475" y="170539"/>
                </a:cubicBezTo>
                <a:cubicBezTo>
                  <a:pt x="1595440" y="199981"/>
                  <a:pt x="1489367" y="161111"/>
                  <a:pt x="1546225" y="180064"/>
                </a:cubicBezTo>
                <a:cubicBezTo>
                  <a:pt x="1577553" y="190507"/>
                  <a:pt x="1546624" y="183319"/>
                  <a:pt x="1577975" y="189589"/>
                </a:cubicBezTo>
                <a:cubicBezTo>
                  <a:pt x="1582208" y="191706"/>
                  <a:pt x="1586243" y="194277"/>
                  <a:pt x="1590675" y="195939"/>
                </a:cubicBezTo>
                <a:cubicBezTo>
                  <a:pt x="1594761" y="197471"/>
                  <a:pt x="1599364" y="197395"/>
                  <a:pt x="1603375" y="199114"/>
                </a:cubicBezTo>
                <a:cubicBezTo>
                  <a:pt x="1606882" y="200617"/>
                  <a:pt x="1609487" y="203757"/>
                  <a:pt x="1612900" y="205464"/>
                </a:cubicBezTo>
                <a:cubicBezTo>
                  <a:pt x="1617998" y="208013"/>
                  <a:pt x="1623677" y="209265"/>
                  <a:pt x="1628775" y="211814"/>
                </a:cubicBezTo>
                <a:cubicBezTo>
                  <a:pt x="1634455" y="214654"/>
                  <a:pt x="1646686" y="224813"/>
                  <a:pt x="1651000" y="227689"/>
                </a:cubicBezTo>
                <a:cubicBezTo>
                  <a:pt x="1656135" y="231112"/>
                  <a:pt x="1662056" y="233359"/>
                  <a:pt x="1666875" y="237214"/>
                </a:cubicBezTo>
                <a:cubicBezTo>
                  <a:pt x="1672719" y="241889"/>
                  <a:pt x="1676906" y="248414"/>
                  <a:pt x="1682750" y="253089"/>
                </a:cubicBezTo>
                <a:cubicBezTo>
                  <a:pt x="1687569" y="256944"/>
                  <a:pt x="1693754" y="258825"/>
                  <a:pt x="1698625" y="262614"/>
                </a:cubicBezTo>
                <a:cubicBezTo>
                  <a:pt x="1720555" y="279671"/>
                  <a:pt x="1703841" y="269276"/>
                  <a:pt x="1717675" y="284839"/>
                </a:cubicBezTo>
                <a:cubicBezTo>
                  <a:pt x="1723641" y="291551"/>
                  <a:pt x="1732709" y="295857"/>
                  <a:pt x="1736725" y="303889"/>
                </a:cubicBezTo>
                <a:cubicBezTo>
                  <a:pt x="1738842" y="308122"/>
                  <a:pt x="1741211" y="312239"/>
                  <a:pt x="1743075" y="316589"/>
                </a:cubicBezTo>
                <a:cubicBezTo>
                  <a:pt x="1744393" y="319665"/>
                  <a:pt x="1744590" y="323208"/>
                  <a:pt x="1746250" y="326114"/>
                </a:cubicBezTo>
                <a:cubicBezTo>
                  <a:pt x="1748875" y="330708"/>
                  <a:pt x="1753205" y="334188"/>
                  <a:pt x="1755775" y="338814"/>
                </a:cubicBezTo>
                <a:cubicBezTo>
                  <a:pt x="1758543" y="343796"/>
                  <a:pt x="1759810" y="349481"/>
                  <a:pt x="1762125" y="354689"/>
                </a:cubicBezTo>
                <a:cubicBezTo>
                  <a:pt x="1772587" y="378229"/>
                  <a:pt x="1765129" y="357350"/>
                  <a:pt x="1771650" y="376914"/>
                </a:cubicBezTo>
                <a:cubicBezTo>
                  <a:pt x="1770592" y="397022"/>
                  <a:pt x="1770298" y="417186"/>
                  <a:pt x="1768475" y="437239"/>
                </a:cubicBezTo>
                <a:cubicBezTo>
                  <a:pt x="1768172" y="440572"/>
                  <a:pt x="1766618" y="443688"/>
                  <a:pt x="1765300" y="446764"/>
                </a:cubicBezTo>
                <a:cubicBezTo>
                  <a:pt x="1748601" y="485728"/>
                  <a:pt x="1768543" y="437103"/>
                  <a:pt x="1752600" y="468989"/>
                </a:cubicBezTo>
                <a:cubicBezTo>
                  <a:pt x="1751103" y="471982"/>
                  <a:pt x="1751085" y="475608"/>
                  <a:pt x="1749425" y="478514"/>
                </a:cubicBezTo>
                <a:cubicBezTo>
                  <a:pt x="1740224" y="494615"/>
                  <a:pt x="1733947" y="493892"/>
                  <a:pt x="1720850" y="510264"/>
                </a:cubicBezTo>
                <a:cubicBezTo>
                  <a:pt x="1716617" y="515556"/>
                  <a:pt x="1712216" y="520718"/>
                  <a:pt x="1708150" y="526139"/>
                </a:cubicBezTo>
                <a:cubicBezTo>
                  <a:pt x="1705860" y="529192"/>
                  <a:pt x="1704283" y="532767"/>
                  <a:pt x="1701800" y="535664"/>
                </a:cubicBezTo>
                <a:cubicBezTo>
                  <a:pt x="1691935" y="547173"/>
                  <a:pt x="1688076" y="549132"/>
                  <a:pt x="1676400" y="557889"/>
                </a:cubicBezTo>
                <a:cubicBezTo>
                  <a:pt x="1674283" y="562122"/>
                  <a:pt x="1673397" y="567242"/>
                  <a:pt x="1670050" y="570589"/>
                </a:cubicBezTo>
                <a:cubicBezTo>
                  <a:pt x="1664654" y="575985"/>
                  <a:pt x="1657350" y="579056"/>
                  <a:pt x="1651000" y="583289"/>
                </a:cubicBezTo>
                <a:lnTo>
                  <a:pt x="1641475" y="589639"/>
                </a:lnTo>
                <a:lnTo>
                  <a:pt x="1612900" y="608689"/>
                </a:lnTo>
                <a:lnTo>
                  <a:pt x="1603375" y="615039"/>
                </a:lnTo>
                <a:cubicBezTo>
                  <a:pt x="1600200" y="617156"/>
                  <a:pt x="1597263" y="619682"/>
                  <a:pt x="1593850" y="621389"/>
                </a:cubicBezTo>
                <a:cubicBezTo>
                  <a:pt x="1587500" y="624564"/>
                  <a:pt x="1581006" y="627466"/>
                  <a:pt x="1574800" y="630914"/>
                </a:cubicBezTo>
                <a:cubicBezTo>
                  <a:pt x="1568066" y="634655"/>
                  <a:pt x="1558352" y="642663"/>
                  <a:pt x="1552575" y="646789"/>
                </a:cubicBezTo>
                <a:cubicBezTo>
                  <a:pt x="1549470" y="649007"/>
                  <a:pt x="1546463" y="651432"/>
                  <a:pt x="1543050" y="653139"/>
                </a:cubicBezTo>
                <a:cubicBezTo>
                  <a:pt x="1540057" y="654636"/>
                  <a:pt x="1536700" y="655256"/>
                  <a:pt x="1533525" y="656314"/>
                </a:cubicBezTo>
                <a:cubicBezTo>
                  <a:pt x="1529292" y="659489"/>
                  <a:pt x="1525558" y="663472"/>
                  <a:pt x="1520825" y="665839"/>
                </a:cubicBezTo>
                <a:cubicBezTo>
                  <a:pt x="1514838" y="668832"/>
                  <a:pt x="1508269" y="670566"/>
                  <a:pt x="1501775" y="672189"/>
                </a:cubicBezTo>
                <a:cubicBezTo>
                  <a:pt x="1470802" y="679932"/>
                  <a:pt x="1509477" y="670477"/>
                  <a:pt x="1473200" y="678539"/>
                </a:cubicBezTo>
                <a:cubicBezTo>
                  <a:pt x="1437286" y="686520"/>
                  <a:pt x="1494036" y="675822"/>
                  <a:pt x="1435100" y="684889"/>
                </a:cubicBezTo>
                <a:cubicBezTo>
                  <a:pt x="1429766" y="685710"/>
                  <a:pt x="1424588" y="687468"/>
                  <a:pt x="1419225" y="688064"/>
                </a:cubicBezTo>
                <a:cubicBezTo>
                  <a:pt x="1405510" y="689588"/>
                  <a:pt x="1391692" y="689990"/>
                  <a:pt x="1377950" y="691239"/>
                </a:cubicBezTo>
                <a:cubicBezTo>
                  <a:pt x="1358109" y="693043"/>
                  <a:pt x="1343558" y="695285"/>
                  <a:pt x="1323975" y="697589"/>
                </a:cubicBezTo>
                <a:cubicBezTo>
                  <a:pt x="1314457" y="698709"/>
                  <a:pt x="1304887" y="699409"/>
                  <a:pt x="1295400" y="700764"/>
                </a:cubicBezTo>
                <a:cubicBezTo>
                  <a:pt x="1290058" y="701527"/>
                  <a:pt x="1284897" y="703427"/>
                  <a:pt x="1279525" y="703939"/>
                </a:cubicBezTo>
                <a:cubicBezTo>
                  <a:pt x="1262635" y="705548"/>
                  <a:pt x="1245633" y="705705"/>
                  <a:pt x="1228725" y="707114"/>
                </a:cubicBezTo>
                <a:cubicBezTo>
                  <a:pt x="1220222" y="707823"/>
                  <a:pt x="1211825" y="709550"/>
                  <a:pt x="1203325" y="710289"/>
                </a:cubicBezTo>
                <a:cubicBezTo>
                  <a:pt x="1187475" y="711667"/>
                  <a:pt x="1171550" y="712086"/>
                  <a:pt x="1155700" y="713464"/>
                </a:cubicBezTo>
                <a:cubicBezTo>
                  <a:pt x="1079230" y="720114"/>
                  <a:pt x="1199256" y="713133"/>
                  <a:pt x="1089025" y="719814"/>
                </a:cubicBezTo>
                <a:cubicBezTo>
                  <a:pt x="1052549" y="722025"/>
                  <a:pt x="1008393" y="723330"/>
                  <a:pt x="971550" y="726164"/>
                </a:cubicBezTo>
                <a:cubicBezTo>
                  <a:pt x="936708" y="728844"/>
                  <a:pt x="895503" y="737481"/>
                  <a:pt x="863600" y="742039"/>
                </a:cubicBezTo>
                <a:cubicBezTo>
                  <a:pt x="856192" y="743097"/>
                  <a:pt x="848835" y="744617"/>
                  <a:pt x="841375" y="745214"/>
                </a:cubicBezTo>
                <a:cubicBezTo>
                  <a:pt x="822356" y="746735"/>
                  <a:pt x="803275" y="747331"/>
                  <a:pt x="784225" y="748389"/>
                </a:cubicBezTo>
                <a:lnTo>
                  <a:pt x="508000" y="745214"/>
                </a:lnTo>
                <a:cubicBezTo>
                  <a:pt x="501564" y="745076"/>
                  <a:pt x="495343" y="742791"/>
                  <a:pt x="488950" y="742039"/>
                </a:cubicBezTo>
                <a:cubicBezTo>
                  <a:pt x="477340" y="740673"/>
                  <a:pt x="465650" y="740088"/>
                  <a:pt x="454025" y="738864"/>
                </a:cubicBezTo>
                <a:cubicBezTo>
                  <a:pt x="436009" y="736968"/>
                  <a:pt x="418055" y="734515"/>
                  <a:pt x="400050" y="732514"/>
                </a:cubicBezTo>
                <a:cubicBezTo>
                  <a:pt x="387330" y="729334"/>
                  <a:pt x="385180" y="728582"/>
                  <a:pt x="371475" y="726164"/>
                </a:cubicBezTo>
                <a:cubicBezTo>
                  <a:pt x="358796" y="723926"/>
                  <a:pt x="345589" y="723885"/>
                  <a:pt x="333375" y="719814"/>
                </a:cubicBezTo>
                <a:lnTo>
                  <a:pt x="314325" y="713464"/>
                </a:lnTo>
                <a:cubicBezTo>
                  <a:pt x="311150" y="712406"/>
                  <a:pt x="307585" y="712145"/>
                  <a:pt x="304800" y="710289"/>
                </a:cubicBezTo>
                <a:cubicBezTo>
                  <a:pt x="282732" y="695577"/>
                  <a:pt x="310469" y="713123"/>
                  <a:pt x="279400" y="697589"/>
                </a:cubicBezTo>
                <a:cubicBezTo>
                  <a:pt x="265465" y="690621"/>
                  <a:pt x="273874" y="690455"/>
                  <a:pt x="257175" y="684889"/>
                </a:cubicBezTo>
                <a:cubicBezTo>
                  <a:pt x="252055" y="683182"/>
                  <a:pt x="246592" y="682772"/>
                  <a:pt x="241300" y="681714"/>
                </a:cubicBezTo>
                <a:cubicBezTo>
                  <a:pt x="231582" y="676855"/>
                  <a:pt x="223265" y="672257"/>
                  <a:pt x="212725" y="669014"/>
                </a:cubicBezTo>
                <a:cubicBezTo>
                  <a:pt x="194806" y="663500"/>
                  <a:pt x="175792" y="661660"/>
                  <a:pt x="158750" y="653139"/>
                </a:cubicBezTo>
                <a:cubicBezTo>
                  <a:pt x="154517" y="651022"/>
                  <a:pt x="150159" y="649137"/>
                  <a:pt x="146050" y="646789"/>
                </a:cubicBezTo>
                <a:cubicBezTo>
                  <a:pt x="142737" y="644896"/>
                  <a:pt x="139938" y="642146"/>
                  <a:pt x="136525" y="640439"/>
                </a:cubicBezTo>
                <a:cubicBezTo>
                  <a:pt x="131427" y="637890"/>
                  <a:pt x="125598" y="636917"/>
                  <a:pt x="120650" y="634089"/>
                </a:cubicBezTo>
                <a:cubicBezTo>
                  <a:pt x="97836" y="621052"/>
                  <a:pt x="96535" y="617771"/>
                  <a:pt x="79375" y="605514"/>
                </a:cubicBezTo>
                <a:cubicBezTo>
                  <a:pt x="76270" y="603296"/>
                  <a:pt x="73163" y="601057"/>
                  <a:pt x="69850" y="599164"/>
                </a:cubicBezTo>
                <a:cubicBezTo>
                  <a:pt x="65741" y="596816"/>
                  <a:pt x="60846" y="595771"/>
                  <a:pt x="57150" y="592814"/>
                </a:cubicBezTo>
                <a:cubicBezTo>
                  <a:pt x="50138" y="587204"/>
                  <a:pt x="43081" y="581236"/>
                  <a:pt x="38100" y="573764"/>
                </a:cubicBezTo>
                <a:cubicBezTo>
                  <a:pt x="31723" y="564198"/>
                  <a:pt x="30234" y="562818"/>
                  <a:pt x="25400" y="551539"/>
                </a:cubicBezTo>
                <a:cubicBezTo>
                  <a:pt x="24082" y="548463"/>
                  <a:pt x="23722" y="545007"/>
                  <a:pt x="22225" y="542014"/>
                </a:cubicBezTo>
                <a:cubicBezTo>
                  <a:pt x="13357" y="524278"/>
                  <a:pt x="14986" y="540743"/>
                  <a:pt x="9525" y="513439"/>
                </a:cubicBezTo>
                <a:cubicBezTo>
                  <a:pt x="1707" y="474351"/>
                  <a:pt x="4701" y="492373"/>
                  <a:pt x="0" y="459464"/>
                </a:cubicBezTo>
                <a:cubicBezTo>
                  <a:pt x="2521" y="356106"/>
                  <a:pt x="-2039" y="365410"/>
                  <a:pt x="6350" y="303889"/>
                </a:cubicBezTo>
                <a:cubicBezTo>
                  <a:pt x="8372" y="289059"/>
                  <a:pt x="7141" y="273336"/>
                  <a:pt x="12700" y="259439"/>
                </a:cubicBezTo>
                <a:cubicBezTo>
                  <a:pt x="14817" y="254147"/>
                  <a:pt x="17374" y="249011"/>
                  <a:pt x="19050" y="243564"/>
                </a:cubicBezTo>
                <a:cubicBezTo>
                  <a:pt x="21617" y="235223"/>
                  <a:pt x="22640" y="226443"/>
                  <a:pt x="25400" y="218164"/>
                </a:cubicBezTo>
                <a:cubicBezTo>
                  <a:pt x="36070" y="186153"/>
                  <a:pt x="19790" y="235806"/>
                  <a:pt x="31750" y="195939"/>
                </a:cubicBezTo>
                <a:cubicBezTo>
                  <a:pt x="33673" y="189528"/>
                  <a:pt x="34084" y="182244"/>
                  <a:pt x="38100" y="176889"/>
                </a:cubicBezTo>
                <a:lnTo>
                  <a:pt x="47625" y="164189"/>
                </a:lnTo>
                <a:cubicBezTo>
                  <a:pt x="48683" y="161014"/>
                  <a:pt x="48944" y="157449"/>
                  <a:pt x="50800" y="154664"/>
                </a:cubicBezTo>
                <a:cubicBezTo>
                  <a:pt x="53291" y="150928"/>
                  <a:pt x="57450" y="148588"/>
                  <a:pt x="60325" y="145139"/>
                </a:cubicBezTo>
                <a:cubicBezTo>
                  <a:pt x="62768" y="142208"/>
                  <a:pt x="64385" y="138667"/>
                  <a:pt x="66675" y="135614"/>
                </a:cubicBezTo>
                <a:cubicBezTo>
                  <a:pt x="73901" y="125980"/>
                  <a:pt x="95633" y="96200"/>
                  <a:pt x="107950" y="87989"/>
                </a:cubicBezTo>
                <a:cubicBezTo>
                  <a:pt x="111125" y="85872"/>
                  <a:pt x="114544" y="84082"/>
                  <a:pt x="117475" y="81639"/>
                </a:cubicBezTo>
                <a:cubicBezTo>
                  <a:pt x="120924" y="78764"/>
                  <a:pt x="123346" y="74724"/>
                  <a:pt x="127000" y="72114"/>
                </a:cubicBezTo>
                <a:cubicBezTo>
                  <a:pt x="130851" y="69363"/>
                  <a:pt x="135306" y="67522"/>
                  <a:pt x="139700" y="65764"/>
                </a:cubicBezTo>
                <a:cubicBezTo>
                  <a:pt x="158563" y="58219"/>
                  <a:pt x="155077" y="60917"/>
                  <a:pt x="171450" y="56239"/>
                </a:cubicBezTo>
                <a:cubicBezTo>
                  <a:pt x="190071" y="50919"/>
                  <a:pt x="171947" y="55991"/>
                  <a:pt x="190500" y="46714"/>
                </a:cubicBezTo>
                <a:cubicBezTo>
                  <a:pt x="198189" y="42870"/>
                  <a:pt x="187854" y="38776"/>
                  <a:pt x="187325" y="37189"/>
                </a:cubicBezTo>
                <a:close/>
              </a:path>
            </a:pathLst>
          </a:custGeom>
          <a:noFill/>
          <a:ln w="63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E40E41-0F5D-6248-BCF2-4A473945A0D0}"/>
                  </a:ext>
                </a:extLst>
              </p:cNvPr>
              <p:cNvSpPr txBox="1"/>
              <p:nvPr/>
            </p:nvSpPr>
            <p:spPr>
              <a:xfrm>
                <a:off x="958612" y="3187364"/>
                <a:ext cx="101123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E40E41-0F5D-6248-BCF2-4A47394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2" y="3187364"/>
                <a:ext cx="1011239" cy="215444"/>
              </a:xfrm>
              <a:prstGeom prst="rect">
                <a:avLst/>
              </a:prstGeom>
              <a:blipFill>
                <a:blip r:embed="rId4"/>
                <a:stretch>
                  <a:fillRect l="-3704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766A99C-74BE-D945-86E9-19A78EAC0BDF}"/>
                  </a:ext>
                </a:extLst>
              </p:cNvPr>
              <p:cNvSpPr txBox="1"/>
              <p:nvPr/>
            </p:nvSpPr>
            <p:spPr>
              <a:xfrm>
                <a:off x="4187917" y="3182069"/>
                <a:ext cx="6178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766A99C-74BE-D945-86E9-19A78EAC0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917" y="3182069"/>
                <a:ext cx="617861" cy="215444"/>
              </a:xfrm>
              <a:prstGeom prst="rect">
                <a:avLst/>
              </a:prstGeom>
              <a:blipFill>
                <a:blip r:embed="rId5"/>
                <a:stretch>
                  <a:fillRect l="-4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17"/>
          <p:cNvSpPr txBox="1">
            <a:spLocks noGrp="1"/>
          </p:cNvSpPr>
          <p:nvPr>
            <p:ph type="body" idx="4294967295"/>
          </p:nvPr>
        </p:nvSpPr>
        <p:spPr>
          <a:xfrm>
            <a:off x="539750" y="271773"/>
            <a:ext cx="8065294" cy="40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165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venir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K-means: выбор числа кластеров</a:t>
            </a:r>
            <a:endParaRPr sz="3600" b="1">
              <a:solidFill>
                <a:schemeClr val="dk1"/>
              </a:solidFill>
            </a:endParaRPr>
          </a:p>
        </p:txBody>
      </p:sp>
      <p:pic>
        <p:nvPicPr>
          <p:cNvPr id="591" name="Google Shape;591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8453" y="1331219"/>
            <a:ext cx="2486025" cy="70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117" descr="elbow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5283" y="961978"/>
            <a:ext cx="3634225" cy="243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1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8453" y="2343038"/>
            <a:ext cx="2443163" cy="692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1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84" y="961979"/>
            <a:ext cx="2637143" cy="2200493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17"/>
          <p:cNvSpPr txBox="1"/>
          <p:nvPr/>
        </p:nvSpPr>
        <p:spPr>
          <a:xfrm>
            <a:off x="6526108" y="985536"/>
            <a:ext cx="20789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Инерция (функция потерь)</a:t>
            </a:r>
            <a:endParaRPr sz="1100"/>
          </a:p>
        </p:txBody>
      </p:sp>
      <p:sp>
        <p:nvSpPr>
          <p:cNvPr id="596" name="Google Shape;596;p117"/>
          <p:cNvSpPr txBox="1"/>
          <p:nvPr/>
        </p:nvSpPr>
        <p:spPr>
          <a:xfrm>
            <a:off x="6526108" y="2088437"/>
            <a:ext cx="1685798" cy="25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Переломный момент</a:t>
            </a:r>
            <a:endParaRPr sz="1100"/>
          </a:p>
        </p:txBody>
      </p:sp>
      <p:sp>
        <p:nvSpPr>
          <p:cNvPr id="597" name="Google Shape;597;p117"/>
          <p:cNvSpPr/>
          <p:nvPr/>
        </p:nvSpPr>
        <p:spPr>
          <a:xfrm>
            <a:off x="83975" y="982064"/>
            <a:ext cx="2589245" cy="2202007"/>
          </a:xfrm>
          <a:custGeom>
            <a:avLst/>
            <a:gdLst/>
            <a:ahLst/>
            <a:cxnLst/>
            <a:rect l="l" t="t" r="r" b="b"/>
            <a:pathLst>
              <a:path w="3452327" h="2936010" extrusionOk="0">
                <a:moveTo>
                  <a:pt x="3153747" y="2040271"/>
                </a:moveTo>
                <a:cubicBezTo>
                  <a:pt x="3127310" y="2035606"/>
                  <a:pt x="3122737" y="2033547"/>
                  <a:pt x="3107094" y="2030940"/>
                </a:cubicBezTo>
                <a:cubicBezTo>
                  <a:pt x="3085401" y="2027325"/>
                  <a:pt x="3063209" y="2026555"/>
                  <a:pt x="3041780" y="2021610"/>
                </a:cubicBezTo>
                <a:cubicBezTo>
                  <a:pt x="2887022" y="1985897"/>
                  <a:pt x="3061340" y="2016191"/>
                  <a:pt x="2948474" y="1993618"/>
                </a:cubicBezTo>
                <a:cubicBezTo>
                  <a:pt x="2929923" y="1989908"/>
                  <a:pt x="2910958" y="1988391"/>
                  <a:pt x="2892490" y="1984287"/>
                </a:cubicBezTo>
                <a:cubicBezTo>
                  <a:pt x="2882889" y="1982153"/>
                  <a:pt x="2874219" y="1976453"/>
                  <a:pt x="2864498" y="1974957"/>
                </a:cubicBezTo>
                <a:cubicBezTo>
                  <a:pt x="2833604" y="1970204"/>
                  <a:pt x="2802294" y="1968736"/>
                  <a:pt x="2771192" y="1965626"/>
                </a:cubicBezTo>
                <a:cubicBezTo>
                  <a:pt x="2761861" y="1959406"/>
                  <a:pt x="2753941" y="1950187"/>
                  <a:pt x="2743200" y="1946965"/>
                </a:cubicBezTo>
                <a:cubicBezTo>
                  <a:pt x="2722135" y="1940645"/>
                  <a:pt x="2699814" y="1939321"/>
                  <a:pt x="2677886" y="1937634"/>
                </a:cubicBezTo>
                <a:cubicBezTo>
                  <a:pt x="2618885" y="1933095"/>
                  <a:pt x="2559721" y="1930930"/>
                  <a:pt x="2500604" y="1928303"/>
                </a:cubicBezTo>
                <a:lnTo>
                  <a:pt x="2258009" y="1918973"/>
                </a:lnTo>
                <a:cubicBezTo>
                  <a:pt x="2245568" y="1915863"/>
                  <a:pt x="2233017" y="1913165"/>
                  <a:pt x="2220686" y="1909642"/>
                </a:cubicBezTo>
                <a:cubicBezTo>
                  <a:pt x="2211229" y="1906940"/>
                  <a:pt x="2202236" y="1902697"/>
                  <a:pt x="2192694" y="1900312"/>
                </a:cubicBezTo>
                <a:cubicBezTo>
                  <a:pt x="2115723" y="1881070"/>
                  <a:pt x="2175773" y="1900808"/>
                  <a:pt x="2108719" y="1881650"/>
                </a:cubicBezTo>
                <a:cubicBezTo>
                  <a:pt x="2015028" y="1854881"/>
                  <a:pt x="2160068" y="1892156"/>
                  <a:pt x="2043404" y="1862989"/>
                </a:cubicBezTo>
                <a:cubicBezTo>
                  <a:pt x="2034074" y="1856769"/>
                  <a:pt x="2025720" y="1848745"/>
                  <a:pt x="2015413" y="1844328"/>
                </a:cubicBezTo>
                <a:cubicBezTo>
                  <a:pt x="1978905" y="1828682"/>
                  <a:pt x="1959733" y="1841421"/>
                  <a:pt x="1922106" y="1816336"/>
                </a:cubicBezTo>
                <a:cubicBezTo>
                  <a:pt x="1883445" y="1790561"/>
                  <a:pt x="1904994" y="1800395"/>
                  <a:pt x="1856792" y="1788344"/>
                </a:cubicBezTo>
                <a:cubicBezTo>
                  <a:pt x="1838650" y="1733915"/>
                  <a:pt x="1863206" y="1781345"/>
                  <a:pt x="1810139" y="1751022"/>
                </a:cubicBezTo>
                <a:cubicBezTo>
                  <a:pt x="1798682" y="1744475"/>
                  <a:pt x="1793126" y="1730350"/>
                  <a:pt x="1782147" y="1723030"/>
                </a:cubicBezTo>
                <a:cubicBezTo>
                  <a:pt x="1773963" y="1717574"/>
                  <a:pt x="1762952" y="1718098"/>
                  <a:pt x="1754155" y="1713699"/>
                </a:cubicBezTo>
                <a:cubicBezTo>
                  <a:pt x="1744125" y="1708684"/>
                  <a:pt x="1734920" y="1702043"/>
                  <a:pt x="1726164" y="1695038"/>
                </a:cubicBezTo>
                <a:cubicBezTo>
                  <a:pt x="1719295" y="1689543"/>
                  <a:pt x="1715045" y="1680903"/>
                  <a:pt x="1707502" y="1676377"/>
                </a:cubicBezTo>
                <a:cubicBezTo>
                  <a:pt x="1699068" y="1671317"/>
                  <a:pt x="1688841" y="1670156"/>
                  <a:pt x="1679511" y="1667046"/>
                </a:cubicBezTo>
                <a:cubicBezTo>
                  <a:pt x="1673290" y="1660826"/>
                  <a:pt x="1668392" y="1652911"/>
                  <a:pt x="1660849" y="1648385"/>
                </a:cubicBezTo>
                <a:cubicBezTo>
                  <a:pt x="1652415" y="1643325"/>
                  <a:pt x="1640537" y="1645198"/>
                  <a:pt x="1632857" y="1639054"/>
                </a:cubicBezTo>
                <a:cubicBezTo>
                  <a:pt x="1574279" y="1592192"/>
                  <a:pt x="1662588" y="1623162"/>
                  <a:pt x="1576874" y="1601732"/>
                </a:cubicBezTo>
                <a:cubicBezTo>
                  <a:pt x="1540841" y="1577711"/>
                  <a:pt x="1499242" y="1555264"/>
                  <a:pt x="1474237" y="1517757"/>
                </a:cubicBezTo>
                <a:cubicBezTo>
                  <a:pt x="1457353" y="1492431"/>
                  <a:pt x="1445405" y="1470544"/>
                  <a:pt x="1418253" y="1452442"/>
                </a:cubicBezTo>
                <a:cubicBezTo>
                  <a:pt x="1408923" y="1446222"/>
                  <a:pt x="1398701" y="1441165"/>
                  <a:pt x="1390262" y="1433781"/>
                </a:cubicBezTo>
                <a:cubicBezTo>
                  <a:pt x="1373711" y="1419299"/>
                  <a:pt x="1359160" y="1402679"/>
                  <a:pt x="1343609" y="1387128"/>
                </a:cubicBezTo>
                <a:lnTo>
                  <a:pt x="1324947" y="1368467"/>
                </a:lnTo>
                <a:cubicBezTo>
                  <a:pt x="1318726" y="1362246"/>
                  <a:pt x="1313606" y="1354685"/>
                  <a:pt x="1306286" y="1349805"/>
                </a:cubicBezTo>
                <a:lnTo>
                  <a:pt x="1278294" y="1331144"/>
                </a:lnTo>
                <a:cubicBezTo>
                  <a:pt x="1272074" y="1318703"/>
                  <a:pt x="1264517" y="1306845"/>
                  <a:pt x="1259633" y="1293822"/>
                </a:cubicBezTo>
                <a:cubicBezTo>
                  <a:pt x="1255130" y="1281815"/>
                  <a:pt x="1257415" y="1267169"/>
                  <a:pt x="1250302" y="1256499"/>
                </a:cubicBezTo>
                <a:cubicBezTo>
                  <a:pt x="1244082" y="1247169"/>
                  <a:pt x="1231641" y="1244058"/>
                  <a:pt x="1222311" y="1237838"/>
                </a:cubicBezTo>
                <a:cubicBezTo>
                  <a:pt x="1184986" y="1181852"/>
                  <a:pt x="1225422" y="1234729"/>
                  <a:pt x="1175657" y="1191185"/>
                </a:cubicBezTo>
                <a:cubicBezTo>
                  <a:pt x="1088321" y="1114767"/>
                  <a:pt x="1164003" y="1167865"/>
                  <a:pt x="1101013" y="1125871"/>
                </a:cubicBezTo>
                <a:cubicBezTo>
                  <a:pt x="1097903" y="1116540"/>
                  <a:pt x="1096081" y="1106676"/>
                  <a:pt x="1091682" y="1097879"/>
                </a:cubicBezTo>
                <a:cubicBezTo>
                  <a:pt x="1086667" y="1087849"/>
                  <a:pt x="1073767" y="1081076"/>
                  <a:pt x="1073021" y="1069887"/>
                </a:cubicBezTo>
                <a:cubicBezTo>
                  <a:pt x="1065610" y="958734"/>
                  <a:pt x="1075118" y="990662"/>
                  <a:pt x="1091682" y="929928"/>
                </a:cubicBezTo>
                <a:cubicBezTo>
                  <a:pt x="1123252" y="814171"/>
                  <a:pt x="1098197" y="891721"/>
                  <a:pt x="1119674" y="827291"/>
                </a:cubicBezTo>
                <a:cubicBezTo>
                  <a:pt x="1122784" y="780638"/>
                  <a:pt x="1124109" y="733832"/>
                  <a:pt x="1129004" y="687332"/>
                </a:cubicBezTo>
                <a:cubicBezTo>
                  <a:pt x="1130346" y="674579"/>
                  <a:pt x="1135820" y="662585"/>
                  <a:pt x="1138335" y="650010"/>
                </a:cubicBezTo>
                <a:cubicBezTo>
                  <a:pt x="1142045" y="631459"/>
                  <a:pt x="1144556" y="612687"/>
                  <a:pt x="1147666" y="594026"/>
                </a:cubicBezTo>
                <a:cubicBezTo>
                  <a:pt x="1144556" y="454067"/>
                  <a:pt x="1146556" y="313900"/>
                  <a:pt x="1138335" y="174148"/>
                </a:cubicBezTo>
                <a:cubicBezTo>
                  <a:pt x="1136322" y="139932"/>
                  <a:pt x="1124893" y="118607"/>
                  <a:pt x="1101013" y="99503"/>
                </a:cubicBezTo>
                <a:cubicBezTo>
                  <a:pt x="1092256" y="92498"/>
                  <a:pt x="1083051" y="85857"/>
                  <a:pt x="1073021" y="80842"/>
                </a:cubicBezTo>
                <a:cubicBezTo>
                  <a:pt x="1059639" y="74151"/>
                  <a:pt x="1019659" y="65169"/>
                  <a:pt x="1007706" y="62181"/>
                </a:cubicBezTo>
                <a:cubicBezTo>
                  <a:pt x="998376" y="55961"/>
                  <a:pt x="989745" y="48535"/>
                  <a:pt x="979715" y="43520"/>
                </a:cubicBezTo>
                <a:cubicBezTo>
                  <a:pt x="950947" y="29136"/>
                  <a:pt x="902814" y="28076"/>
                  <a:pt x="877078" y="24859"/>
                </a:cubicBezTo>
                <a:cubicBezTo>
                  <a:pt x="867747" y="21749"/>
                  <a:pt x="858921" y="15528"/>
                  <a:pt x="849086" y="15528"/>
                </a:cubicBezTo>
                <a:cubicBezTo>
                  <a:pt x="345260" y="15528"/>
                  <a:pt x="490223" y="-29687"/>
                  <a:pt x="298580" y="34189"/>
                </a:cubicBezTo>
                <a:cubicBezTo>
                  <a:pt x="279842" y="62297"/>
                  <a:pt x="275460" y="66362"/>
                  <a:pt x="261257" y="99503"/>
                </a:cubicBezTo>
                <a:cubicBezTo>
                  <a:pt x="257383" y="108543"/>
                  <a:pt x="258882" y="120540"/>
                  <a:pt x="251927" y="127495"/>
                </a:cubicBezTo>
                <a:cubicBezTo>
                  <a:pt x="244972" y="134450"/>
                  <a:pt x="233266" y="133716"/>
                  <a:pt x="223935" y="136826"/>
                </a:cubicBezTo>
                <a:cubicBezTo>
                  <a:pt x="200481" y="207186"/>
                  <a:pt x="234847" y="123186"/>
                  <a:pt x="186613" y="183479"/>
                </a:cubicBezTo>
                <a:cubicBezTo>
                  <a:pt x="180469" y="191159"/>
                  <a:pt x="182738" y="203287"/>
                  <a:pt x="177282" y="211471"/>
                </a:cubicBezTo>
                <a:cubicBezTo>
                  <a:pt x="169962" y="222450"/>
                  <a:pt x="157738" y="229326"/>
                  <a:pt x="149290" y="239463"/>
                </a:cubicBezTo>
                <a:cubicBezTo>
                  <a:pt x="85982" y="315432"/>
                  <a:pt x="193354" y="201364"/>
                  <a:pt x="111968" y="323438"/>
                </a:cubicBezTo>
                <a:lnTo>
                  <a:pt x="93306" y="351430"/>
                </a:lnTo>
                <a:cubicBezTo>
                  <a:pt x="90196" y="360761"/>
                  <a:pt x="88374" y="370625"/>
                  <a:pt x="83976" y="379422"/>
                </a:cubicBezTo>
                <a:cubicBezTo>
                  <a:pt x="78961" y="389452"/>
                  <a:pt x="69253" y="396914"/>
                  <a:pt x="65315" y="407414"/>
                </a:cubicBezTo>
                <a:cubicBezTo>
                  <a:pt x="59747" y="422263"/>
                  <a:pt x="59424" y="438586"/>
                  <a:pt x="55984" y="454067"/>
                </a:cubicBezTo>
                <a:cubicBezTo>
                  <a:pt x="48174" y="489210"/>
                  <a:pt x="47712" y="488213"/>
                  <a:pt x="37323" y="519381"/>
                </a:cubicBezTo>
                <a:cubicBezTo>
                  <a:pt x="36756" y="526746"/>
                  <a:pt x="32041" y="651654"/>
                  <a:pt x="18662" y="687332"/>
                </a:cubicBezTo>
                <a:cubicBezTo>
                  <a:pt x="14724" y="697832"/>
                  <a:pt x="6221" y="705993"/>
                  <a:pt x="0" y="715324"/>
                </a:cubicBezTo>
                <a:cubicBezTo>
                  <a:pt x="3110" y="842842"/>
                  <a:pt x="3539" y="970454"/>
                  <a:pt x="9331" y="1097879"/>
                </a:cubicBezTo>
                <a:cubicBezTo>
                  <a:pt x="9778" y="1107704"/>
                  <a:pt x="13206" y="1117687"/>
                  <a:pt x="18662" y="1125871"/>
                </a:cubicBezTo>
                <a:cubicBezTo>
                  <a:pt x="25981" y="1136850"/>
                  <a:pt x="38206" y="1143726"/>
                  <a:pt x="46653" y="1153863"/>
                </a:cubicBezTo>
                <a:cubicBezTo>
                  <a:pt x="53832" y="1162478"/>
                  <a:pt x="59094" y="1172524"/>
                  <a:pt x="65315" y="1181854"/>
                </a:cubicBezTo>
                <a:cubicBezTo>
                  <a:pt x="71535" y="1200515"/>
                  <a:pt x="73065" y="1221471"/>
                  <a:pt x="83976" y="1237838"/>
                </a:cubicBezTo>
                <a:cubicBezTo>
                  <a:pt x="90196" y="1247169"/>
                  <a:pt x="97622" y="1255800"/>
                  <a:pt x="102637" y="1265830"/>
                </a:cubicBezTo>
                <a:cubicBezTo>
                  <a:pt x="107036" y="1274627"/>
                  <a:pt x="105013" y="1286867"/>
                  <a:pt x="111968" y="1293822"/>
                </a:cubicBezTo>
                <a:cubicBezTo>
                  <a:pt x="118923" y="1300777"/>
                  <a:pt x="130629" y="1300042"/>
                  <a:pt x="139960" y="1303152"/>
                </a:cubicBezTo>
                <a:cubicBezTo>
                  <a:pt x="178409" y="1418500"/>
                  <a:pt x="134237" y="1313802"/>
                  <a:pt x="186613" y="1387128"/>
                </a:cubicBezTo>
                <a:cubicBezTo>
                  <a:pt x="194698" y="1398446"/>
                  <a:pt x="199795" y="1411665"/>
                  <a:pt x="205274" y="1424450"/>
                </a:cubicBezTo>
                <a:cubicBezTo>
                  <a:pt x="209148" y="1433490"/>
                  <a:pt x="208460" y="1444762"/>
                  <a:pt x="214604" y="1452442"/>
                </a:cubicBezTo>
                <a:cubicBezTo>
                  <a:pt x="221609" y="1461199"/>
                  <a:pt x="233265" y="1464883"/>
                  <a:pt x="242596" y="1471103"/>
                </a:cubicBezTo>
                <a:cubicBezTo>
                  <a:pt x="269028" y="1550396"/>
                  <a:pt x="232165" y="1453719"/>
                  <a:pt x="270588" y="1517757"/>
                </a:cubicBezTo>
                <a:cubicBezTo>
                  <a:pt x="275648" y="1526191"/>
                  <a:pt x="275521" y="1536951"/>
                  <a:pt x="279919" y="1545748"/>
                </a:cubicBezTo>
                <a:cubicBezTo>
                  <a:pt x="284934" y="1555778"/>
                  <a:pt x="292360" y="1564409"/>
                  <a:pt x="298580" y="1573740"/>
                </a:cubicBezTo>
                <a:cubicBezTo>
                  <a:pt x="318001" y="1651422"/>
                  <a:pt x="294353" y="1574614"/>
                  <a:pt x="326572" y="1639054"/>
                </a:cubicBezTo>
                <a:cubicBezTo>
                  <a:pt x="330970" y="1647851"/>
                  <a:pt x="333200" y="1657589"/>
                  <a:pt x="335902" y="1667046"/>
                </a:cubicBezTo>
                <a:cubicBezTo>
                  <a:pt x="339425" y="1679377"/>
                  <a:pt x="339498" y="1692899"/>
                  <a:pt x="345233" y="1704369"/>
                </a:cubicBezTo>
                <a:cubicBezTo>
                  <a:pt x="355263" y="1724429"/>
                  <a:pt x="370114" y="1741691"/>
                  <a:pt x="382555" y="1760352"/>
                </a:cubicBezTo>
                <a:lnTo>
                  <a:pt x="401217" y="1788344"/>
                </a:lnTo>
                <a:cubicBezTo>
                  <a:pt x="407437" y="1813226"/>
                  <a:pt x="398538" y="1848762"/>
                  <a:pt x="419878" y="1862989"/>
                </a:cubicBezTo>
                <a:lnTo>
                  <a:pt x="475862" y="1900312"/>
                </a:lnTo>
                <a:cubicBezTo>
                  <a:pt x="478972" y="1909642"/>
                  <a:pt x="479048" y="1920623"/>
                  <a:pt x="485192" y="1928303"/>
                </a:cubicBezTo>
                <a:cubicBezTo>
                  <a:pt x="492197" y="1937060"/>
                  <a:pt x="508169" y="1936935"/>
                  <a:pt x="513184" y="1946965"/>
                </a:cubicBezTo>
                <a:cubicBezTo>
                  <a:pt x="521645" y="1963886"/>
                  <a:pt x="515872" y="1985234"/>
                  <a:pt x="522515" y="2002948"/>
                </a:cubicBezTo>
                <a:cubicBezTo>
                  <a:pt x="527452" y="2016112"/>
                  <a:pt x="561459" y="2033847"/>
                  <a:pt x="569168" y="2040271"/>
                </a:cubicBezTo>
                <a:cubicBezTo>
                  <a:pt x="579305" y="2048719"/>
                  <a:pt x="588712" y="2058126"/>
                  <a:pt x="597160" y="2068263"/>
                </a:cubicBezTo>
                <a:cubicBezTo>
                  <a:pt x="604339" y="2076878"/>
                  <a:pt x="607206" y="2089075"/>
                  <a:pt x="615821" y="2096254"/>
                </a:cubicBezTo>
                <a:cubicBezTo>
                  <a:pt x="626506" y="2105159"/>
                  <a:pt x="641066" y="2108015"/>
                  <a:pt x="653143" y="2114916"/>
                </a:cubicBezTo>
                <a:cubicBezTo>
                  <a:pt x="760018" y="2175988"/>
                  <a:pt x="593303" y="2084355"/>
                  <a:pt x="709127" y="2161569"/>
                </a:cubicBezTo>
                <a:cubicBezTo>
                  <a:pt x="717311" y="2167025"/>
                  <a:pt x="727788" y="2167789"/>
                  <a:pt x="737119" y="2170899"/>
                </a:cubicBezTo>
                <a:cubicBezTo>
                  <a:pt x="754890" y="2224216"/>
                  <a:pt x="731787" y="2179786"/>
                  <a:pt x="774441" y="2208222"/>
                </a:cubicBezTo>
                <a:cubicBezTo>
                  <a:pt x="785420" y="2215542"/>
                  <a:pt x="792296" y="2227766"/>
                  <a:pt x="802433" y="2236214"/>
                </a:cubicBezTo>
                <a:cubicBezTo>
                  <a:pt x="811048" y="2243393"/>
                  <a:pt x="821094" y="2248655"/>
                  <a:pt x="830425" y="2254875"/>
                </a:cubicBezTo>
                <a:cubicBezTo>
                  <a:pt x="866164" y="2308484"/>
                  <a:pt x="841158" y="2274940"/>
                  <a:pt x="914400" y="2348181"/>
                </a:cubicBezTo>
                <a:cubicBezTo>
                  <a:pt x="920621" y="2354401"/>
                  <a:pt x="925742" y="2361962"/>
                  <a:pt x="933062" y="2366842"/>
                </a:cubicBezTo>
                <a:lnTo>
                  <a:pt x="1045029" y="2441487"/>
                </a:lnTo>
                <a:cubicBezTo>
                  <a:pt x="1054360" y="2447707"/>
                  <a:pt x="1065092" y="2452219"/>
                  <a:pt x="1073021" y="2460148"/>
                </a:cubicBezTo>
                <a:cubicBezTo>
                  <a:pt x="1089834" y="2476961"/>
                  <a:pt x="1106272" y="2497059"/>
                  <a:pt x="1129004" y="2506801"/>
                </a:cubicBezTo>
                <a:cubicBezTo>
                  <a:pt x="1140791" y="2511853"/>
                  <a:pt x="1153997" y="2512609"/>
                  <a:pt x="1166327" y="2516132"/>
                </a:cubicBezTo>
                <a:cubicBezTo>
                  <a:pt x="1175784" y="2518834"/>
                  <a:pt x="1184862" y="2522761"/>
                  <a:pt x="1194319" y="2525463"/>
                </a:cubicBezTo>
                <a:cubicBezTo>
                  <a:pt x="1218001" y="2532229"/>
                  <a:pt x="1237256" y="2534534"/>
                  <a:pt x="1259633" y="2544124"/>
                </a:cubicBezTo>
                <a:cubicBezTo>
                  <a:pt x="1272417" y="2549603"/>
                  <a:pt x="1284041" y="2557619"/>
                  <a:pt x="1296955" y="2562785"/>
                </a:cubicBezTo>
                <a:cubicBezTo>
                  <a:pt x="1315219" y="2570090"/>
                  <a:pt x="1352939" y="2581446"/>
                  <a:pt x="1352939" y="2581446"/>
                </a:cubicBezTo>
                <a:cubicBezTo>
                  <a:pt x="1359159" y="2587667"/>
                  <a:pt x="1364057" y="2595582"/>
                  <a:pt x="1371600" y="2600108"/>
                </a:cubicBezTo>
                <a:cubicBezTo>
                  <a:pt x="1380034" y="2605168"/>
                  <a:pt x="1390135" y="2606736"/>
                  <a:pt x="1399592" y="2609438"/>
                </a:cubicBezTo>
                <a:cubicBezTo>
                  <a:pt x="1481595" y="2632867"/>
                  <a:pt x="1397800" y="2605731"/>
                  <a:pt x="1464906" y="2628099"/>
                </a:cubicBezTo>
                <a:cubicBezTo>
                  <a:pt x="1471127" y="2634320"/>
                  <a:pt x="1475699" y="2642827"/>
                  <a:pt x="1483568" y="2646761"/>
                </a:cubicBezTo>
                <a:cubicBezTo>
                  <a:pt x="1501162" y="2655558"/>
                  <a:pt x="1539551" y="2665422"/>
                  <a:pt x="1539551" y="2665422"/>
                </a:cubicBezTo>
                <a:cubicBezTo>
                  <a:pt x="1545772" y="2671642"/>
                  <a:pt x="1550345" y="2680149"/>
                  <a:pt x="1558213" y="2684083"/>
                </a:cubicBezTo>
                <a:cubicBezTo>
                  <a:pt x="1580929" y="2695441"/>
                  <a:pt x="1624733" y="2705378"/>
                  <a:pt x="1651519" y="2712075"/>
                </a:cubicBezTo>
                <a:cubicBezTo>
                  <a:pt x="1704698" y="2765254"/>
                  <a:pt x="1651044" y="2721201"/>
                  <a:pt x="1716833" y="2749397"/>
                </a:cubicBezTo>
                <a:cubicBezTo>
                  <a:pt x="1727140" y="2753815"/>
                  <a:pt x="1734518" y="2763641"/>
                  <a:pt x="1744825" y="2768059"/>
                </a:cubicBezTo>
                <a:cubicBezTo>
                  <a:pt x="1756612" y="2773110"/>
                  <a:pt x="1769864" y="2773704"/>
                  <a:pt x="1782147" y="2777389"/>
                </a:cubicBezTo>
                <a:cubicBezTo>
                  <a:pt x="1800988" y="2783041"/>
                  <a:pt x="1818842" y="2792192"/>
                  <a:pt x="1838131" y="2796050"/>
                </a:cubicBezTo>
                <a:cubicBezTo>
                  <a:pt x="1853682" y="2799160"/>
                  <a:pt x="1869484" y="2801208"/>
                  <a:pt x="1884784" y="2805381"/>
                </a:cubicBezTo>
                <a:cubicBezTo>
                  <a:pt x="1903762" y="2810557"/>
                  <a:pt x="1923174" y="2815245"/>
                  <a:pt x="1940768" y="2824042"/>
                </a:cubicBezTo>
                <a:cubicBezTo>
                  <a:pt x="1953209" y="2830262"/>
                  <a:pt x="1964596" y="2839329"/>
                  <a:pt x="1978090" y="2842703"/>
                </a:cubicBezTo>
                <a:cubicBezTo>
                  <a:pt x="2030178" y="2855725"/>
                  <a:pt x="2084623" y="2857673"/>
                  <a:pt x="2136711" y="2870695"/>
                </a:cubicBezTo>
                <a:cubicBezTo>
                  <a:pt x="2146252" y="2873080"/>
                  <a:pt x="2155161" y="2877641"/>
                  <a:pt x="2164702" y="2880026"/>
                </a:cubicBezTo>
                <a:cubicBezTo>
                  <a:pt x="2180087" y="2883873"/>
                  <a:pt x="2195970" y="2885511"/>
                  <a:pt x="2211355" y="2889357"/>
                </a:cubicBezTo>
                <a:cubicBezTo>
                  <a:pt x="2220897" y="2891742"/>
                  <a:pt x="2229890" y="2895985"/>
                  <a:pt x="2239347" y="2898687"/>
                </a:cubicBezTo>
                <a:cubicBezTo>
                  <a:pt x="2251678" y="2902210"/>
                  <a:pt x="2264387" y="2904333"/>
                  <a:pt x="2276670" y="2908018"/>
                </a:cubicBezTo>
                <a:cubicBezTo>
                  <a:pt x="2390253" y="2942093"/>
                  <a:pt x="2283950" y="2914503"/>
                  <a:pt x="2369976" y="2936010"/>
                </a:cubicBezTo>
                <a:cubicBezTo>
                  <a:pt x="2457062" y="2932900"/>
                  <a:pt x="2544262" y="2932115"/>
                  <a:pt x="2631233" y="2926679"/>
                </a:cubicBezTo>
                <a:cubicBezTo>
                  <a:pt x="2649894" y="2925513"/>
                  <a:pt x="2678020" y="2913311"/>
                  <a:pt x="2696547" y="2908018"/>
                </a:cubicBezTo>
                <a:cubicBezTo>
                  <a:pt x="2708878" y="2904495"/>
                  <a:pt x="2721429" y="2901797"/>
                  <a:pt x="2733870" y="2898687"/>
                </a:cubicBezTo>
                <a:cubicBezTo>
                  <a:pt x="2760910" y="2858126"/>
                  <a:pt x="2746334" y="2867579"/>
                  <a:pt x="2808515" y="2852034"/>
                </a:cubicBezTo>
                <a:cubicBezTo>
                  <a:pt x="2833397" y="2845814"/>
                  <a:pt x="2858829" y="2841483"/>
                  <a:pt x="2883160" y="2833373"/>
                </a:cubicBezTo>
                <a:cubicBezTo>
                  <a:pt x="2901821" y="2827153"/>
                  <a:pt x="2919500" y="2815746"/>
                  <a:pt x="2939143" y="2814712"/>
                </a:cubicBezTo>
                <a:lnTo>
                  <a:pt x="3116425" y="2805381"/>
                </a:lnTo>
                <a:lnTo>
                  <a:pt x="3265715" y="2796050"/>
                </a:lnTo>
                <a:lnTo>
                  <a:pt x="3321698" y="2777389"/>
                </a:lnTo>
                <a:lnTo>
                  <a:pt x="3349690" y="2768059"/>
                </a:lnTo>
                <a:cubicBezTo>
                  <a:pt x="3365241" y="2752508"/>
                  <a:pt x="3392727" y="2743098"/>
                  <a:pt x="3396343" y="2721405"/>
                </a:cubicBezTo>
                <a:cubicBezTo>
                  <a:pt x="3407291" y="2655721"/>
                  <a:pt x="3399692" y="2683370"/>
                  <a:pt x="3415004" y="2637430"/>
                </a:cubicBezTo>
                <a:cubicBezTo>
                  <a:pt x="3418114" y="2612548"/>
                  <a:pt x="3421405" y="2587689"/>
                  <a:pt x="3424335" y="2562785"/>
                </a:cubicBezTo>
                <a:cubicBezTo>
                  <a:pt x="3427626" y="2534814"/>
                  <a:pt x="3429384" y="2506646"/>
                  <a:pt x="3433666" y="2478810"/>
                </a:cubicBezTo>
                <a:cubicBezTo>
                  <a:pt x="3435616" y="2466135"/>
                  <a:pt x="3440702" y="2454104"/>
                  <a:pt x="3442996" y="2441487"/>
                </a:cubicBezTo>
                <a:cubicBezTo>
                  <a:pt x="3446930" y="2419849"/>
                  <a:pt x="3449217" y="2397944"/>
                  <a:pt x="3452327" y="2376173"/>
                </a:cubicBezTo>
                <a:cubicBezTo>
                  <a:pt x="3450010" y="2359954"/>
                  <a:pt x="3446191" y="2305413"/>
                  <a:pt x="3433666" y="2282867"/>
                </a:cubicBezTo>
                <a:cubicBezTo>
                  <a:pt x="3422774" y="2263261"/>
                  <a:pt x="3408784" y="2245544"/>
                  <a:pt x="3396343" y="2226883"/>
                </a:cubicBezTo>
                <a:cubicBezTo>
                  <a:pt x="3390123" y="2217552"/>
                  <a:pt x="3381228" y="2209530"/>
                  <a:pt x="3377682" y="2198891"/>
                </a:cubicBezTo>
                <a:cubicBezTo>
                  <a:pt x="3365948" y="2163691"/>
                  <a:pt x="3363113" y="2147001"/>
                  <a:pt x="3331029" y="2114916"/>
                </a:cubicBezTo>
                <a:cubicBezTo>
                  <a:pt x="3324809" y="2108695"/>
                  <a:pt x="3317864" y="2103123"/>
                  <a:pt x="3312368" y="2096254"/>
                </a:cubicBezTo>
                <a:cubicBezTo>
                  <a:pt x="3305363" y="2087497"/>
                  <a:pt x="3302463" y="2075268"/>
                  <a:pt x="3293706" y="2068263"/>
                </a:cubicBezTo>
                <a:cubicBezTo>
                  <a:pt x="3286026" y="2062119"/>
                  <a:pt x="3275172" y="2061634"/>
                  <a:pt x="3265715" y="2058932"/>
                </a:cubicBezTo>
                <a:cubicBezTo>
                  <a:pt x="3211937" y="2043566"/>
                  <a:pt x="3180184" y="2044936"/>
                  <a:pt x="3153747" y="2040271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17"/>
          <p:cNvSpPr/>
          <p:nvPr/>
        </p:nvSpPr>
        <p:spPr>
          <a:xfrm>
            <a:off x="776773" y="2279371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117"/>
          <p:cNvCxnSpPr/>
          <p:nvPr/>
        </p:nvCxnSpPr>
        <p:spPr>
          <a:xfrm>
            <a:off x="699796" y="1175657"/>
            <a:ext cx="151543" cy="11037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0" name="Google Shape;600;p117"/>
          <p:cNvCxnSpPr/>
          <p:nvPr/>
        </p:nvCxnSpPr>
        <p:spPr>
          <a:xfrm>
            <a:off x="335902" y="1684834"/>
            <a:ext cx="453281" cy="645184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1" name="Google Shape;601;p117"/>
          <p:cNvCxnSpPr/>
          <p:nvPr/>
        </p:nvCxnSpPr>
        <p:spPr>
          <a:xfrm rot="10800000">
            <a:off x="1049693" y="2399318"/>
            <a:ext cx="1350607" cy="263104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2" name="Google Shape;602;p117"/>
          <p:cNvCxnSpPr/>
          <p:nvPr/>
        </p:nvCxnSpPr>
        <p:spPr>
          <a:xfrm rot="10800000">
            <a:off x="967631" y="2530869"/>
            <a:ext cx="970357" cy="33129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03" name="Google Shape;603;p117"/>
          <p:cNvSpPr/>
          <p:nvPr/>
        </p:nvSpPr>
        <p:spPr>
          <a:xfrm>
            <a:off x="2873324" y="958721"/>
            <a:ext cx="360395" cy="280731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p117"/>
          <p:cNvCxnSpPr/>
          <p:nvPr/>
        </p:nvCxnSpPr>
        <p:spPr>
          <a:xfrm rot="10800000" flipH="1">
            <a:off x="1231641" y="1175657"/>
            <a:ext cx="1578179" cy="91278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05" name="Google Shape;605;p117"/>
          <p:cNvSpPr/>
          <p:nvPr/>
        </p:nvSpPr>
        <p:spPr>
          <a:xfrm>
            <a:off x="533083" y="1732272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117"/>
          <p:cNvCxnSpPr/>
          <p:nvPr/>
        </p:nvCxnSpPr>
        <p:spPr>
          <a:xfrm flipH="1">
            <a:off x="665337" y="1184059"/>
            <a:ext cx="41988" cy="58248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7" name="Google Shape;607;p117"/>
          <p:cNvCxnSpPr>
            <a:endCxn id="605" idx="0"/>
          </p:cNvCxnSpPr>
          <p:nvPr/>
        </p:nvCxnSpPr>
        <p:spPr>
          <a:xfrm>
            <a:off x="343509" y="1692989"/>
            <a:ext cx="248400" cy="96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8" name="Google Shape;608;p117"/>
          <p:cNvCxnSpPr/>
          <p:nvPr/>
        </p:nvCxnSpPr>
        <p:spPr>
          <a:xfrm rot="10800000">
            <a:off x="1781512" y="2650747"/>
            <a:ext cx="626318" cy="2007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09" name="Google Shape;609;p117"/>
          <p:cNvCxnSpPr>
            <a:endCxn id="610" idx="2"/>
          </p:cNvCxnSpPr>
          <p:nvPr/>
        </p:nvCxnSpPr>
        <p:spPr>
          <a:xfrm rot="10800000">
            <a:off x="1722686" y="2713078"/>
            <a:ext cx="222900" cy="157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11" name="Google Shape;611;p117"/>
          <p:cNvCxnSpPr>
            <a:stCxn id="612" idx="91"/>
          </p:cNvCxnSpPr>
          <p:nvPr/>
        </p:nvCxnSpPr>
        <p:spPr>
          <a:xfrm rot="10800000" flipH="1">
            <a:off x="1134201" y="2029655"/>
            <a:ext cx="1703100" cy="1971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12" name="Google Shape;612;p117"/>
          <p:cNvSpPr/>
          <p:nvPr/>
        </p:nvSpPr>
        <p:spPr>
          <a:xfrm>
            <a:off x="175480" y="998416"/>
            <a:ext cx="979714" cy="1536249"/>
          </a:xfrm>
          <a:custGeom>
            <a:avLst/>
            <a:gdLst/>
            <a:ahLst/>
            <a:cxnLst/>
            <a:rect l="l" t="t" r="r" b="b"/>
            <a:pathLst>
              <a:path w="1306285" h="2048332" extrusionOk="0">
                <a:moveTo>
                  <a:pt x="1240971" y="1656446"/>
                </a:moveTo>
                <a:cubicBezTo>
                  <a:pt x="1233195" y="1650226"/>
                  <a:pt x="1230070" y="1619316"/>
                  <a:pt x="1231641" y="1600463"/>
                </a:cubicBezTo>
                <a:cubicBezTo>
                  <a:pt x="1234814" y="1562393"/>
                  <a:pt x="1250242" y="1544569"/>
                  <a:pt x="1268963" y="1516487"/>
                </a:cubicBezTo>
                <a:cubicBezTo>
                  <a:pt x="1272073" y="1494716"/>
                  <a:pt x="1273981" y="1472738"/>
                  <a:pt x="1278294" y="1451173"/>
                </a:cubicBezTo>
                <a:cubicBezTo>
                  <a:pt x="1280223" y="1441529"/>
                  <a:pt x="1284922" y="1432638"/>
                  <a:pt x="1287624" y="1423181"/>
                </a:cubicBezTo>
                <a:cubicBezTo>
                  <a:pt x="1298762" y="1384199"/>
                  <a:pt x="1298951" y="1373879"/>
                  <a:pt x="1306285" y="1329875"/>
                </a:cubicBezTo>
                <a:cubicBezTo>
                  <a:pt x="1303175" y="1199246"/>
                  <a:pt x="1302757" y="1068526"/>
                  <a:pt x="1296955" y="937989"/>
                </a:cubicBezTo>
                <a:cubicBezTo>
                  <a:pt x="1296518" y="928163"/>
                  <a:pt x="1290212" y="919486"/>
                  <a:pt x="1287624" y="909997"/>
                </a:cubicBezTo>
                <a:cubicBezTo>
                  <a:pt x="1280876" y="885253"/>
                  <a:pt x="1275183" y="860234"/>
                  <a:pt x="1268963" y="835352"/>
                </a:cubicBezTo>
                <a:cubicBezTo>
                  <a:pt x="1265853" y="822911"/>
                  <a:pt x="1266745" y="808700"/>
                  <a:pt x="1259632" y="798030"/>
                </a:cubicBezTo>
                <a:lnTo>
                  <a:pt x="1240971" y="770038"/>
                </a:lnTo>
                <a:cubicBezTo>
                  <a:pt x="1237861" y="751377"/>
                  <a:pt x="1235351" y="732605"/>
                  <a:pt x="1231641" y="714054"/>
                </a:cubicBezTo>
                <a:cubicBezTo>
                  <a:pt x="1221918" y="665440"/>
                  <a:pt x="1224836" y="690240"/>
                  <a:pt x="1212979" y="648740"/>
                </a:cubicBezTo>
                <a:cubicBezTo>
                  <a:pt x="1209456" y="636410"/>
                  <a:pt x="1208700" y="623205"/>
                  <a:pt x="1203649" y="611418"/>
                </a:cubicBezTo>
                <a:cubicBezTo>
                  <a:pt x="1199231" y="601111"/>
                  <a:pt x="1191208" y="592757"/>
                  <a:pt x="1184987" y="583426"/>
                </a:cubicBezTo>
                <a:cubicBezTo>
                  <a:pt x="1181877" y="574095"/>
                  <a:pt x="1177791" y="565035"/>
                  <a:pt x="1175657" y="555434"/>
                </a:cubicBezTo>
                <a:cubicBezTo>
                  <a:pt x="1161251" y="490606"/>
                  <a:pt x="1172925" y="515225"/>
                  <a:pt x="1156996" y="462128"/>
                </a:cubicBezTo>
                <a:cubicBezTo>
                  <a:pt x="1151344" y="443287"/>
                  <a:pt x="1149245" y="422511"/>
                  <a:pt x="1138334" y="406144"/>
                </a:cubicBezTo>
                <a:lnTo>
                  <a:pt x="1119673" y="378152"/>
                </a:lnTo>
                <a:cubicBezTo>
                  <a:pt x="1093244" y="298861"/>
                  <a:pt x="1130104" y="395537"/>
                  <a:pt x="1091681" y="331499"/>
                </a:cubicBezTo>
                <a:cubicBezTo>
                  <a:pt x="1086621" y="323066"/>
                  <a:pt x="1089305" y="310462"/>
                  <a:pt x="1082351" y="303508"/>
                </a:cubicBezTo>
                <a:cubicBezTo>
                  <a:pt x="1075396" y="296553"/>
                  <a:pt x="1063690" y="297287"/>
                  <a:pt x="1054359" y="294177"/>
                </a:cubicBezTo>
                <a:cubicBezTo>
                  <a:pt x="1048139" y="284846"/>
                  <a:pt x="1040713" y="276215"/>
                  <a:pt x="1035698" y="266185"/>
                </a:cubicBezTo>
                <a:cubicBezTo>
                  <a:pt x="1031299" y="257388"/>
                  <a:pt x="1033322" y="245148"/>
                  <a:pt x="1026367" y="238193"/>
                </a:cubicBezTo>
                <a:cubicBezTo>
                  <a:pt x="1016532" y="228358"/>
                  <a:pt x="1000618" y="227247"/>
                  <a:pt x="989045" y="219532"/>
                </a:cubicBezTo>
                <a:cubicBezTo>
                  <a:pt x="981725" y="214652"/>
                  <a:pt x="977252" y="206366"/>
                  <a:pt x="970383" y="200871"/>
                </a:cubicBezTo>
                <a:cubicBezTo>
                  <a:pt x="961627" y="193866"/>
                  <a:pt x="951148" y="189215"/>
                  <a:pt x="942392" y="182210"/>
                </a:cubicBezTo>
                <a:cubicBezTo>
                  <a:pt x="935522" y="176714"/>
                  <a:pt x="931274" y="168074"/>
                  <a:pt x="923730" y="163548"/>
                </a:cubicBezTo>
                <a:cubicBezTo>
                  <a:pt x="915296" y="158488"/>
                  <a:pt x="905069" y="157328"/>
                  <a:pt x="895738" y="154218"/>
                </a:cubicBezTo>
                <a:cubicBezTo>
                  <a:pt x="861726" y="103198"/>
                  <a:pt x="896578" y="145448"/>
                  <a:pt x="839755" y="107565"/>
                </a:cubicBezTo>
                <a:cubicBezTo>
                  <a:pt x="832435" y="102685"/>
                  <a:pt x="829331" y="91992"/>
                  <a:pt x="821094" y="88903"/>
                </a:cubicBezTo>
                <a:cubicBezTo>
                  <a:pt x="803380" y="82260"/>
                  <a:pt x="783771" y="82683"/>
                  <a:pt x="765110" y="79573"/>
                </a:cubicBezTo>
                <a:cubicBezTo>
                  <a:pt x="752669" y="73353"/>
                  <a:pt x="739864" y="67813"/>
                  <a:pt x="727787" y="60912"/>
                </a:cubicBezTo>
                <a:cubicBezTo>
                  <a:pt x="718051" y="55348"/>
                  <a:pt x="710335" y="46082"/>
                  <a:pt x="699796" y="42250"/>
                </a:cubicBezTo>
                <a:cubicBezTo>
                  <a:pt x="675693" y="33485"/>
                  <a:pt x="625151" y="23589"/>
                  <a:pt x="625151" y="23589"/>
                </a:cubicBezTo>
                <a:cubicBezTo>
                  <a:pt x="618930" y="17369"/>
                  <a:pt x="615277" y="5327"/>
                  <a:pt x="606489" y="4928"/>
                </a:cubicBezTo>
                <a:cubicBezTo>
                  <a:pt x="485242" y="-583"/>
                  <a:pt x="457884" y="-10125"/>
                  <a:pt x="382555" y="32920"/>
                </a:cubicBezTo>
                <a:cubicBezTo>
                  <a:pt x="372818" y="38484"/>
                  <a:pt x="364593" y="46566"/>
                  <a:pt x="354563" y="51581"/>
                </a:cubicBezTo>
                <a:cubicBezTo>
                  <a:pt x="345766" y="55980"/>
                  <a:pt x="335368" y="56513"/>
                  <a:pt x="326571" y="60912"/>
                </a:cubicBezTo>
                <a:cubicBezTo>
                  <a:pt x="316541" y="65927"/>
                  <a:pt x="308316" y="74009"/>
                  <a:pt x="298579" y="79573"/>
                </a:cubicBezTo>
                <a:cubicBezTo>
                  <a:pt x="286503" y="86474"/>
                  <a:pt x="272575" y="90149"/>
                  <a:pt x="261257" y="98234"/>
                </a:cubicBezTo>
                <a:cubicBezTo>
                  <a:pt x="170298" y="163205"/>
                  <a:pt x="287357" y="90560"/>
                  <a:pt x="214604" y="154218"/>
                </a:cubicBezTo>
                <a:cubicBezTo>
                  <a:pt x="197725" y="168987"/>
                  <a:pt x="158620" y="191540"/>
                  <a:pt x="158620" y="191540"/>
                </a:cubicBezTo>
                <a:cubicBezTo>
                  <a:pt x="155510" y="200871"/>
                  <a:pt x="155190" y="211664"/>
                  <a:pt x="149289" y="219532"/>
                </a:cubicBezTo>
                <a:cubicBezTo>
                  <a:pt x="136094" y="237126"/>
                  <a:pt x="114835" y="247886"/>
                  <a:pt x="102636" y="266185"/>
                </a:cubicBezTo>
                <a:lnTo>
                  <a:pt x="83975" y="294177"/>
                </a:lnTo>
                <a:cubicBezTo>
                  <a:pt x="60525" y="364532"/>
                  <a:pt x="92157" y="277814"/>
                  <a:pt x="55983" y="350161"/>
                </a:cubicBezTo>
                <a:cubicBezTo>
                  <a:pt x="17348" y="427430"/>
                  <a:pt x="81479" y="325912"/>
                  <a:pt x="27992" y="406144"/>
                </a:cubicBezTo>
                <a:cubicBezTo>
                  <a:pt x="21577" y="438217"/>
                  <a:pt x="18116" y="459369"/>
                  <a:pt x="9330" y="490120"/>
                </a:cubicBezTo>
                <a:cubicBezTo>
                  <a:pt x="6628" y="499577"/>
                  <a:pt x="3110" y="508781"/>
                  <a:pt x="0" y="518112"/>
                </a:cubicBezTo>
                <a:cubicBezTo>
                  <a:pt x="3110" y="639410"/>
                  <a:pt x="3693" y="760799"/>
                  <a:pt x="9330" y="882005"/>
                </a:cubicBezTo>
                <a:cubicBezTo>
                  <a:pt x="9926" y="894815"/>
                  <a:pt x="17445" y="906562"/>
                  <a:pt x="18661" y="919328"/>
                </a:cubicBezTo>
                <a:cubicBezTo>
                  <a:pt x="22309" y="957634"/>
                  <a:pt x="24810" y="1094204"/>
                  <a:pt x="37322" y="1152593"/>
                </a:cubicBezTo>
                <a:cubicBezTo>
                  <a:pt x="41443" y="1171827"/>
                  <a:pt x="45071" y="1192210"/>
                  <a:pt x="55983" y="1208577"/>
                </a:cubicBezTo>
                <a:lnTo>
                  <a:pt x="74645" y="1236569"/>
                </a:lnTo>
                <a:cubicBezTo>
                  <a:pt x="77755" y="1245900"/>
                  <a:pt x="81590" y="1255019"/>
                  <a:pt x="83975" y="1264561"/>
                </a:cubicBezTo>
                <a:cubicBezTo>
                  <a:pt x="87821" y="1279946"/>
                  <a:pt x="87737" y="1296365"/>
                  <a:pt x="93306" y="1311214"/>
                </a:cubicBezTo>
                <a:cubicBezTo>
                  <a:pt x="97243" y="1321714"/>
                  <a:pt x="105747" y="1329875"/>
                  <a:pt x="111967" y="1339205"/>
                </a:cubicBezTo>
                <a:cubicBezTo>
                  <a:pt x="115077" y="1351646"/>
                  <a:pt x="114185" y="1365858"/>
                  <a:pt x="121298" y="1376528"/>
                </a:cubicBezTo>
                <a:cubicBezTo>
                  <a:pt x="127518" y="1385858"/>
                  <a:pt x="144274" y="1385159"/>
                  <a:pt x="149289" y="1395189"/>
                </a:cubicBezTo>
                <a:cubicBezTo>
                  <a:pt x="157750" y="1412111"/>
                  <a:pt x="154516" y="1432705"/>
                  <a:pt x="158620" y="1451173"/>
                </a:cubicBezTo>
                <a:cubicBezTo>
                  <a:pt x="160754" y="1460774"/>
                  <a:pt x="165249" y="1469708"/>
                  <a:pt x="167951" y="1479165"/>
                </a:cubicBezTo>
                <a:cubicBezTo>
                  <a:pt x="174717" y="1502847"/>
                  <a:pt x="177022" y="1522102"/>
                  <a:pt x="186612" y="1544479"/>
                </a:cubicBezTo>
                <a:cubicBezTo>
                  <a:pt x="192091" y="1557263"/>
                  <a:pt x="198372" y="1569725"/>
                  <a:pt x="205273" y="1581801"/>
                </a:cubicBezTo>
                <a:cubicBezTo>
                  <a:pt x="210837" y="1591538"/>
                  <a:pt x="219380" y="1599546"/>
                  <a:pt x="223934" y="1609793"/>
                </a:cubicBezTo>
                <a:cubicBezTo>
                  <a:pt x="231923" y="1627768"/>
                  <a:pt x="231685" y="1649410"/>
                  <a:pt x="242596" y="1665777"/>
                </a:cubicBezTo>
                <a:cubicBezTo>
                  <a:pt x="257427" y="1688024"/>
                  <a:pt x="281597" y="1732210"/>
                  <a:pt x="307910" y="1749752"/>
                </a:cubicBezTo>
                <a:cubicBezTo>
                  <a:pt x="316094" y="1755208"/>
                  <a:pt x="326571" y="1755973"/>
                  <a:pt x="335902" y="1759083"/>
                </a:cubicBezTo>
                <a:cubicBezTo>
                  <a:pt x="339012" y="1768414"/>
                  <a:pt x="338277" y="1780120"/>
                  <a:pt x="345232" y="1787075"/>
                </a:cubicBezTo>
                <a:cubicBezTo>
                  <a:pt x="352187" y="1794030"/>
                  <a:pt x="364790" y="1791345"/>
                  <a:pt x="373224" y="1796405"/>
                </a:cubicBezTo>
                <a:cubicBezTo>
                  <a:pt x="437263" y="1834829"/>
                  <a:pt x="340581" y="1797967"/>
                  <a:pt x="419877" y="1824397"/>
                </a:cubicBezTo>
                <a:cubicBezTo>
                  <a:pt x="432318" y="1836838"/>
                  <a:pt x="442561" y="1851960"/>
                  <a:pt x="457200" y="1861720"/>
                </a:cubicBezTo>
                <a:cubicBezTo>
                  <a:pt x="475861" y="1874161"/>
                  <a:pt x="497324" y="1883183"/>
                  <a:pt x="513183" y="1899042"/>
                </a:cubicBezTo>
                <a:cubicBezTo>
                  <a:pt x="546918" y="1932777"/>
                  <a:pt x="545381" y="1939108"/>
                  <a:pt x="587828" y="1955026"/>
                </a:cubicBezTo>
                <a:cubicBezTo>
                  <a:pt x="599835" y="1959529"/>
                  <a:pt x="612710" y="1961247"/>
                  <a:pt x="625151" y="1964357"/>
                </a:cubicBezTo>
                <a:cubicBezTo>
                  <a:pt x="634482" y="1973687"/>
                  <a:pt x="645824" y="1981369"/>
                  <a:pt x="653143" y="1992348"/>
                </a:cubicBezTo>
                <a:cubicBezTo>
                  <a:pt x="658599" y="2000531"/>
                  <a:pt x="655518" y="2013385"/>
                  <a:pt x="662473" y="2020340"/>
                </a:cubicBezTo>
                <a:cubicBezTo>
                  <a:pt x="674001" y="2031868"/>
                  <a:pt x="711060" y="2042756"/>
                  <a:pt x="727787" y="2048332"/>
                </a:cubicBezTo>
                <a:cubicBezTo>
                  <a:pt x="755779" y="2045222"/>
                  <a:pt x="783982" y="2043631"/>
                  <a:pt x="811763" y="2039001"/>
                </a:cubicBezTo>
                <a:cubicBezTo>
                  <a:pt x="821465" y="2037384"/>
                  <a:pt x="831571" y="2035127"/>
                  <a:pt x="839755" y="2029671"/>
                </a:cubicBezTo>
                <a:cubicBezTo>
                  <a:pt x="850734" y="2022352"/>
                  <a:pt x="856768" y="2008999"/>
                  <a:pt x="867747" y="2001679"/>
                </a:cubicBezTo>
                <a:cubicBezTo>
                  <a:pt x="875930" y="1996223"/>
                  <a:pt x="886941" y="1996746"/>
                  <a:pt x="895738" y="1992348"/>
                </a:cubicBezTo>
                <a:cubicBezTo>
                  <a:pt x="905768" y="1987333"/>
                  <a:pt x="913091" y="1977233"/>
                  <a:pt x="923730" y="1973687"/>
                </a:cubicBezTo>
                <a:cubicBezTo>
                  <a:pt x="941678" y="1967705"/>
                  <a:pt x="961163" y="1968067"/>
                  <a:pt x="979714" y="1964357"/>
                </a:cubicBezTo>
                <a:cubicBezTo>
                  <a:pt x="992289" y="1961842"/>
                  <a:pt x="1004706" y="1958549"/>
                  <a:pt x="1017036" y="1955026"/>
                </a:cubicBezTo>
                <a:cubicBezTo>
                  <a:pt x="1095673" y="1932557"/>
                  <a:pt x="991231" y="1962086"/>
                  <a:pt x="1073020" y="1927034"/>
                </a:cubicBezTo>
                <a:cubicBezTo>
                  <a:pt x="1164864" y="1887673"/>
                  <a:pt x="1054374" y="1952351"/>
                  <a:pt x="1147665" y="1899042"/>
                </a:cubicBezTo>
                <a:cubicBezTo>
                  <a:pt x="1189058" y="1875389"/>
                  <a:pt x="1168289" y="1884312"/>
                  <a:pt x="1203649" y="1843059"/>
                </a:cubicBezTo>
                <a:cubicBezTo>
                  <a:pt x="1227596" y="1815121"/>
                  <a:pt x="1230838" y="1815602"/>
                  <a:pt x="1259632" y="1796405"/>
                </a:cubicBezTo>
                <a:lnTo>
                  <a:pt x="1278294" y="1740422"/>
                </a:lnTo>
                <a:lnTo>
                  <a:pt x="1287624" y="1712430"/>
                </a:lnTo>
                <a:cubicBezTo>
                  <a:pt x="1284514" y="1687548"/>
                  <a:pt x="1290472" y="1659705"/>
                  <a:pt x="1278294" y="1637785"/>
                </a:cubicBezTo>
                <a:cubicBezTo>
                  <a:pt x="1234936" y="1559741"/>
                  <a:pt x="1248747" y="1662666"/>
                  <a:pt x="1240971" y="1656446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17"/>
          <p:cNvSpPr/>
          <p:nvPr/>
        </p:nvSpPr>
        <p:spPr>
          <a:xfrm>
            <a:off x="666688" y="2226755"/>
            <a:ext cx="1951080" cy="769775"/>
          </a:xfrm>
          <a:custGeom>
            <a:avLst/>
            <a:gdLst/>
            <a:ahLst/>
            <a:cxnLst/>
            <a:rect l="l" t="t" r="r" b="b"/>
            <a:pathLst>
              <a:path w="2601440" h="1026367" extrusionOk="0">
                <a:moveTo>
                  <a:pt x="604689" y="83976"/>
                </a:moveTo>
                <a:cubicBezTo>
                  <a:pt x="618685" y="76201"/>
                  <a:pt x="636361" y="72804"/>
                  <a:pt x="651342" y="65314"/>
                </a:cubicBezTo>
                <a:cubicBezTo>
                  <a:pt x="661372" y="60299"/>
                  <a:pt x="668795" y="50485"/>
                  <a:pt x="679334" y="46653"/>
                </a:cubicBezTo>
                <a:cubicBezTo>
                  <a:pt x="703437" y="37888"/>
                  <a:pt x="729097" y="34212"/>
                  <a:pt x="753979" y="27992"/>
                </a:cubicBezTo>
                <a:cubicBezTo>
                  <a:pt x="766420" y="24882"/>
                  <a:pt x="779136" y="22716"/>
                  <a:pt x="791302" y="18661"/>
                </a:cubicBezTo>
                <a:cubicBezTo>
                  <a:pt x="800632" y="15551"/>
                  <a:pt x="809752" y="11716"/>
                  <a:pt x="819293" y="9331"/>
                </a:cubicBezTo>
                <a:cubicBezTo>
                  <a:pt x="834678" y="5485"/>
                  <a:pt x="850395" y="3110"/>
                  <a:pt x="865946" y="0"/>
                </a:cubicBezTo>
                <a:cubicBezTo>
                  <a:pt x="966663" y="2798"/>
                  <a:pt x="1156737" y="-1198"/>
                  <a:pt x="1285824" y="18661"/>
                </a:cubicBezTo>
                <a:cubicBezTo>
                  <a:pt x="1298498" y="20611"/>
                  <a:pt x="1310542" y="25629"/>
                  <a:pt x="1323146" y="27992"/>
                </a:cubicBezTo>
                <a:cubicBezTo>
                  <a:pt x="1360335" y="34965"/>
                  <a:pt x="1435114" y="46653"/>
                  <a:pt x="1435114" y="46653"/>
                </a:cubicBezTo>
                <a:lnTo>
                  <a:pt x="1491098" y="65314"/>
                </a:lnTo>
                <a:cubicBezTo>
                  <a:pt x="1500428" y="68424"/>
                  <a:pt x="1509445" y="72716"/>
                  <a:pt x="1519089" y="74645"/>
                </a:cubicBezTo>
                <a:lnTo>
                  <a:pt x="1565742" y="83976"/>
                </a:lnTo>
                <a:cubicBezTo>
                  <a:pt x="1575073" y="90196"/>
                  <a:pt x="1583486" y="98083"/>
                  <a:pt x="1593734" y="102637"/>
                </a:cubicBezTo>
                <a:cubicBezTo>
                  <a:pt x="1645202" y="125511"/>
                  <a:pt x="1646200" y="118086"/>
                  <a:pt x="1696371" y="130629"/>
                </a:cubicBezTo>
                <a:cubicBezTo>
                  <a:pt x="1705913" y="133014"/>
                  <a:pt x="1715032" y="136849"/>
                  <a:pt x="1724363" y="139959"/>
                </a:cubicBezTo>
                <a:cubicBezTo>
                  <a:pt x="1778154" y="175819"/>
                  <a:pt x="1726267" y="144774"/>
                  <a:pt x="1780346" y="167951"/>
                </a:cubicBezTo>
                <a:cubicBezTo>
                  <a:pt x="1793131" y="173430"/>
                  <a:pt x="1804645" y="181728"/>
                  <a:pt x="1817669" y="186612"/>
                </a:cubicBezTo>
                <a:cubicBezTo>
                  <a:pt x="1829676" y="191115"/>
                  <a:pt x="1842825" y="191888"/>
                  <a:pt x="1854991" y="195943"/>
                </a:cubicBezTo>
                <a:cubicBezTo>
                  <a:pt x="1951852" y="228230"/>
                  <a:pt x="1861063" y="198979"/>
                  <a:pt x="1929636" y="233265"/>
                </a:cubicBezTo>
                <a:cubicBezTo>
                  <a:pt x="1938433" y="237664"/>
                  <a:pt x="1948297" y="239486"/>
                  <a:pt x="1957628" y="242596"/>
                </a:cubicBezTo>
                <a:cubicBezTo>
                  <a:pt x="1970069" y="251927"/>
                  <a:pt x="1981042" y="263633"/>
                  <a:pt x="1994951" y="270588"/>
                </a:cubicBezTo>
                <a:cubicBezTo>
                  <a:pt x="2012545" y="279385"/>
                  <a:pt x="2032273" y="283029"/>
                  <a:pt x="2050934" y="289249"/>
                </a:cubicBezTo>
                <a:lnTo>
                  <a:pt x="2106918" y="307910"/>
                </a:lnTo>
                <a:cubicBezTo>
                  <a:pt x="2116249" y="311020"/>
                  <a:pt x="2125368" y="314855"/>
                  <a:pt x="2134910" y="317241"/>
                </a:cubicBezTo>
                <a:cubicBezTo>
                  <a:pt x="2181774" y="328958"/>
                  <a:pt x="2160066" y="322517"/>
                  <a:pt x="2200224" y="335902"/>
                </a:cubicBezTo>
                <a:cubicBezTo>
                  <a:pt x="2212665" y="345233"/>
                  <a:pt x="2223637" y="356939"/>
                  <a:pt x="2237546" y="363894"/>
                </a:cubicBezTo>
                <a:cubicBezTo>
                  <a:pt x="2249016" y="369629"/>
                  <a:pt x="2264199" y="366112"/>
                  <a:pt x="2274869" y="373225"/>
                </a:cubicBezTo>
                <a:cubicBezTo>
                  <a:pt x="2293168" y="385424"/>
                  <a:pt x="2303223" y="407679"/>
                  <a:pt x="2321522" y="419878"/>
                </a:cubicBezTo>
                <a:lnTo>
                  <a:pt x="2377506" y="457200"/>
                </a:lnTo>
                <a:cubicBezTo>
                  <a:pt x="2386837" y="463420"/>
                  <a:pt x="2397569" y="467931"/>
                  <a:pt x="2405498" y="475861"/>
                </a:cubicBezTo>
                <a:cubicBezTo>
                  <a:pt x="2411718" y="482082"/>
                  <a:pt x="2417290" y="489027"/>
                  <a:pt x="2424159" y="494523"/>
                </a:cubicBezTo>
                <a:cubicBezTo>
                  <a:pt x="2446137" y="512106"/>
                  <a:pt x="2463935" y="519076"/>
                  <a:pt x="2489473" y="531845"/>
                </a:cubicBezTo>
                <a:cubicBezTo>
                  <a:pt x="2495693" y="544286"/>
                  <a:pt x="2500419" y="557594"/>
                  <a:pt x="2508134" y="569167"/>
                </a:cubicBezTo>
                <a:cubicBezTo>
                  <a:pt x="2513014" y="576487"/>
                  <a:pt x="2522269" y="580286"/>
                  <a:pt x="2526795" y="587829"/>
                </a:cubicBezTo>
                <a:cubicBezTo>
                  <a:pt x="2531855" y="596263"/>
                  <a:pt x="2529171" y="608866"/>
                  <a:pt x="2536126" y="615820"/>
                </a:cubicBezTo>
                <a:cubicBezTo>
                  <a:pt x="2543081" y="622775"/>
                  <a:pt x="2554787" y="622041"/>
                  <a:pt x="2564118" y="625151"/>
                </a:cubicBezTo>
                <a:cubicBezTo>
                  <a:pt x="2567556" y="649215"/>
                  <a:pt x="2569752" y="692403"/>
                  <a:pt x="2582779" y="718457"/>
                </a:cubicBezTo>
                <a:cubicBezTo>
                  <a:pt x="2587794" y="728487"/>
                  <a:pt x="2595220" y="737118"/>
                  <a:pt x="2601440" y="746449"/>
                </a:cubicBezTo>
                <a:cubicBezTo>
                  <a:pt x="2598330" y="802433"/>
                  <a:pt x="2603106" y="859419"/>
                  <a:pt x="2592110" y="914400"/>
                </a:cubicBezTo>
                <a:cubicBezTo>
                  <a:pt x="2589911" y="925396"/>
                  <a:pt x="2574148" y="928046"/>
                  <a:pt x="2564118" y="933061"/>
                </a:cubicBezTo>
                <a:cubicBezTo>
                  <a:pt x="2555321" y="937460"/>
                  <a:pt x="2544923" y="937993"/>
                  <a:pt x="2536126" y="942392"/>
                </a:cubicBezTo>
                <a:cubicBezTo>
                  <a:pt x="2526096" y="947407"/>
                  <a:pt x="2518381" y="956499"/>
                  <a:pt x="2508134" y="961053"/>
                </a:cubicBezTo>
                <a:cubicBezTo>
                  <a:pt x="2490159" y="969042"/>
                  <a:pt x="2452151" y="979714"/>
                  <a:pt x="2452151" y="979714"/>
                </a:cubicBezTo>
                <a:cubicBezTo>
                  <a:pt x="2372733" y="1032660"/>
                  <a:pt x="2418458" y="1014560"/>
                  <a:pt x="2312191" y="1026367"/>
                </a:cubicBezTo>
                <a:lnTo>
                  <a:pt x="1453775" y="1017037"/>
                </a:lnTo>
                <a:cubicBezTo>
                  <a:pt x="1440954" y="1016770"/>
                  <a:pt x="1429219" y="1008922"/>
                  <a:pt x="1416453" y="1007706"/>
                </a:cubicBezTo>
                <a:cubicBezTo>
                  <a:pt x="1363727" y="1002684"/>
                  <a:pt x="1310753" y="1000536"/>
                  <a:pt x="1257832" y="998376"/>
                </a:cubicBezTo>
                <a:lnTo>
                  <a:pt x="959253" y="989045"/>
                </a:lnTo>
                <a:cubicBezTo>
                  <a:pt x="953032" y="982825"/>
                  <a:pt x="948937" y="973166"/>
                  <a:pt x="940591" y="970384"/>
                </a:cubicBezTo>
                <a:cubicBezTo>
                  <a:pt x="932859" y="967807"/>
                  <a:pt x="803143" y="952037"/>
                  <a:pt x="800632" y="951723"/>
                </a:cubicBezTo>
                <a:cubicBezTo>
                  <a:pt x="794412" y="942392"/>
                  <a:pt x="792001" y="928746"/>
                  <a:pt x="781971" y="923731"/>
                </a:cubicBezTo>
                <a:cubicBezTo>
                  <a:pt x="763297" y="914394"/>
                  <a:pt x="698003" y="905072"/>
                  <a:pt x="670004" y="895739"/>
                </a:cubicBezTo>
                <a:lnTo>
                  <a:pt x="614020" y="877078"/>
                </a:lnTo>
                <a:cubicBezTo>
                  <a:pt x="604689" y="873968"/>
                  <a:pt x="594825" y="872146"/>
                  <a:pt x="586028" y="867747"/>
                </a:cubicBezTo>
                <a:cubicBezTo>
                  <a:pt x="573587" y="861527"/>
                  <a:pt x="560782" y="855987"/>
                  <a:pt x="548706" y="849086"/>
                </a:cubicBezTo>
                <a:cubicBezTo>
                  <a:pt x="538969" y="843522"/>
                  <a:pt x="530961" y="834979"/>
                  <a:pt x="520714" y="830425"/>
                </a:cubicBezTo>
                <a:cubicBezTo>
                  <a:pt x="436915" y="793181"/>
                  <a:pt x="480350" y="829410"/>
                  <a:pt x="371424" y="793102"/>
                </a:cubicBezTo>
                <a:cubicBezTo>
                  <a:pt x="251330" y="753072"/>
                  <a:pt x="374286" y="791484"/>
                  <a:pt x="268787" y="765110"/>
                </a:cubicBezTo>
                <a:cubicBezTo>
                  <a:pt x="259245" y="762725"/>
                  <a:pt x="250284" y="758368"/>
                  <a:pt x="240795" y="755780"/>
                </a:cubicBezTo>
                <a:cubicBezTo>
                  <a:pt x="216052" y="749032"/>
                  <a:pt x="166151" y="737118"/>
                  <a:pt x="166151" y="737118"/>
                </a:cubicBezTo>
                <a:cubicBezTo>
                  <a:pt x="112543" y="683510"/>
                  <a:pt x="140362" y="697419"/>
                  <a:pt x="91506" y="681135"/>
                </a:cubicBezTo>
                <a:cubicBezTo>
                  <a:pt x="82175" y="674915"/>
                  <a:pt x="71443" y="670403"/>
                  <a:pt x="63514" y="662474"/>
                </a:cubicBezTo>
                <a:cubicBezTo>
                  <a:pt x="55585" y="654545"/>
                  <a:pt x="52032" y="643097"/>
                  <a:pt x="44853" y="634482"/>
                </a:cubicBezTo>
                <a:cubicBezTo>
                  <a:pt x="36405" y="624345"/>
                  <a:pt x="26192" y="615821"/>
                  <a:pt x="16861" y="606490"/>
                </a:cubicBezTo>
                <a:cubicBezTo>
                  <a:pt x="4076" y="555352"/>
                  <a:pt x="-13634" y="501235"/>
                  <a:pt x="16861" y="447869"/>
                </a:cubicBezTo>
                <a:cubicBezTo>
                  <a:pt x="27772" y="428774"/>
                  <a:pt x="60404" y="441649"/>
                  <a:pt x="82175" y="438539"/>
                </a:cubicBezTo>
                <a:cubicBezTo>
                  <a:pt x="184857" y="387199"/>
                  <a:pt x="28302" y="460299"/>
                  <a:pt x="194142" y="410547"/>
                </a:cubicBezTo>
                <a:cubicBezTo>
                  <a:pt x="202568" y="408019"/>
                  <a:pt x="205166" y="396251"/>
                  <a:pt x="212804" y="391886"/>
                </a:cubicBezTo>
                <a:cubicBezTo>
                  <a:pt x="227346" y="383576"/>
                  <a:pt x="243717" y="378949"/>
                  <a:pt x="259457" y="373225"/>
                </a:cubicBezTo>
                <a:cubicBezTo>
                  <a:pt x="277943" y="366503"/>
                  <a:pt x="299073" y="365474"/>
                  <a:pt x="315440" y="354563"/>
                </a:cubicBezTo>
                <a:cubicBezTo>
                  <a:pt x="412295" y="289994"/>
                  <a:pt x="262342" y="388289"/>
                  <a:pt x="380755" y="317241"/>
                </a:cubicBezTo>
                <a:cubicBezTo>
                  <a:pt x="399987" y="305702"/>
                  <a:pt x="420879" y="295777"/>
                  <a:pt x="436738" y="279918"/>
                </a:cubicBezTo>
                <a:cubicBezTo>
                  <a:pt x="442959" y="273698"/>
                  <a:pt x="447532" y="265191"/>
                  <a:pt x="455400" y="261257"/>
                </a:cubicBezTo>
                <a:cubicBezTo>
                  <a:pt x="472994" y="252460"/>
                  <a:pt x="511383" y="242596"/>
                  <a:pt x="511383" y="242596"/>
                </a:cubicBezTo>
                <a:cubicBezTo>
                  <a:pt x="514493" y="227045"/>
                  <a:pt x="514152" y="210381"/>
                  <a:pt x="520714" y="195943"/>
                </a:cubicBezTo>
                <a:cubicBezTo>
                  <a:pt x="529995" y="175525"/>
                  <a:pt x="550943" y="161236"/>
                  <a:pt x="558036" y="139959"/>
                </a:cubicBezTo>
                <a:cubicBezTo>
                  <a:pt x="561146" y="130628"/>
                  <a:pt x="561911" y="120150"/>
                  <a:pt x="567367" y="111967"/>
                </a:cubicBezTo>
                <a:cubicBezTo>
                  <a:pt x="599758" y="63382"/>
                  <a:pt x="590693" y="91751"/>
                  <a:pt x="604689" y="83976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7"/>
          <p:cNvSpPr/>
          <p:nvPr/>
        </p:nvSpPr>
        <p:spPr>
          <a:xfrm>
            <a:off x="1536584" y="2530800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117"/>
          <p:cNvCxnSpPr/>
          <p:nvPr/>
        </p:nvCxnSpPr>
        <p:spPr>
          <a:xfrm rot="10800000">
            <a:off x="707325" y="1944934"/>
            <a:ext cx="274697" cy="3453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15" name="Google Shape;615;p117"/>
          <p:cNvCxnSpPr/>
          <p:nvPr/>
        </p:nvCxnSpPr>
        <p:spPr>
          <a:xfrm rot="10800000" flipH="1">
            <a:off x="612517" y="1942076"/>
            <a:ext cx="32651" cy="24433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16" name="Google Shape;616;p117"/>
          <p:cNvCxnSpPr/>
          <p:nvPr/>
        </p:nvCxnSpPr>
        <p:spPr>
          <a:xfrm rot="10800000" flipH="1">
            <a:off x="946209" y="2650747"/>
            <a:ext cx="616592" cy="1754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17" name="Google Shape;617;p117"/>
          <p:cNvCxnSpPr/>
          <p:nvPr/>
        </p:nvCxnSpPr>
        <p:spPr>
          <a:xfrm>
            <a:off x="1254505" y="2390424"/>
            <a:ext cx="308296" cy="19510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18" name="Google Shape;618;p117"/>
          <p:cNvSpPr/>
          <p:nvPr/>
        </p:nvSpPr>
        <p:spPr>
          <a:xfrm>
            <a:off x="2910857" y="1943066"/>
            <a:ext cx="360395" cy="280731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17"/>
          <p:cNvSpPr/>
          <p:nvPr/>
        </p:nvSpPr>
        <p:spPr>
          <a:xfrm>
            <a:off x="354458" y="1420631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117"/>
          <p:cNvCxnSpPr/>
          <p:nvPr/>
        </p:nvCxnSpPr>
        <p:spPr>
          <a:xfrm flipH="1">
            <a:off x="589883" y="1163365"/>
            <a:ext cx="98826" cy="25726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21" name="Google Shape;621;p117"/>
          <p:cNvCxnSpPr>
            <a:endCxn id="619" idx="3"/>
          </p:cNvCxnSpPr>
          <p:nvPr/>
        </p:nvCxnSpPr>
        <p:spPr>
          <a:xfrm rot="10800000" flipH="1">
            <a:off x="273784" y="1602908"/>
            <a:ext cx="139500" cy="244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22" name="Google Shape;622;p117"/>
          <p:cNvCxnSpPr/>
          <p:nvPr/>
        </p:nvCxnSpPr>
        <p:spPr>
          <a:xfrm flipH="1">
            <a:off x="1993829" y="2650130"/>
            <a:ext cx="395386" cy="8777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23" name="Google Shape;623;p117"/>
          <p:cNvCxnSpPr>
            <a:endCxn id="624" idx="3"/>
          </p:cNvCxnSpPr>
          <p:nvPr/>
        </p:nvCxnSpPr>
        <p:spPr>
          <a:xfrm rot="10800000" flipH="1">
            <a:off x="1611226" y="2829118"/>
            <a:ext cx="196500" cy="96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25" name="Google Shape;625;p117"/>
          <p:cNvCxnSpPr>
            <a:stCxn id="626" idx="46"/>
          </p:cNvCxnSpPr>
          <p:nvPr/>
        </p:nvCxnSpPr>
        <p:spPr>
          <a:xfrm>
            <a:off x="1360514" y="2185067"/>
            <a:ext cx="1692300" cy="4617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24" name="Google Shape;624;p117"/>
          <p:cNvSpPr/>
          <p:nvPr/>
        </p:nvSpPr>
        <p:spPr>
          <a:xfrm>
            <a:off x="1748900" y="2646840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p117"/>
          <p:cNvCxnSpPr/>
          <p:nvPr/>
        </p:nvCxnSpPr>
        <p:spPr>
          <a:xfrm flipH="1">
            <a:off x="1030196" y="2306228"/>
            <a:ext cx="130763" cy="2383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28" name="Google Shape;628;p117"/>
          <p:cNvCxnSpPr/>
          <p:nvPr/>
        </p:nvCxnSpPr>
        <p:spPr>
          <a:xfrm rot="10800000" flipH="1">
            <a:off x="872651" y="2460941"/>
            <a:ext cx="32651" cy="24433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29" name="Google Shape;629;p117"/>
          <p:cNvSpPr/>
          <p:nvPr/>
        </p:nvSpPr>
        <p:spPr>
          <a:xfrm>
            <a:off x="2942533" y="2564911"/>
            <a:ext cx="360395" cy="280731"/>
          </a:xfrm>
          <a:prstGeom prst="ellipse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17"/>
          <p:cNvSpPr/>
          <p:nvPr/>
        </p:nvSpPr>
        <p:spPr>
          <a:xfrm>
            <a:off x="415789" y="2047536"/>
            <a:ext cx="979715" cy="753351"/>
          </a:xfrm>
          <a:custGeom>
            <a:avLst/>
            <a:gdLst/>
            <a:ahLst/>
            <a:cxnLst/>
            <a:rect l="l" t="t" r="r" b="b"/>
            <a:pathLst>
              <a:path w="1306286" h="1004468" extrusionOk="0">
                <a:moveTo>
                  <a:pt x="167951" y="127391"/>
                </a:moveTo>
                <a:cubicBezTo>
                  <a:pt x="157065" y="130501"/>
                  <a:pt x="136147" y="112492"/>
                  <a:pt x="121298" y="118060"/>
                </a:cubicBezTo>
                <a:cubicBezTo>
                  <a:pt x="93528" y="128473"/>
                  <a:pt x="94351" y="162624"/>
                  <a:pt x="83976" y="183374"/>
                </a:cubicBezTo>
                <a:cubicBezTo>
                  <a:pt x="72205" y="206916"/>
                  <a:pt x="64011" y="212669"/>
                  <a:pt x="46653" y="230027"/>
                </a:cubicBezTo>
                <a:cubicBezTo>
                  <a:pt x="24777" y="295660"/>
                  <a:pt x="53244" y="214651"/>
                  <a:pt x="18662" y="295342"/>
                </a:cubicBezTo>
                <a:cubicBezTo>
                  <a:pt x="10629" y="314086"/>
                  <a:pt x="4736" y="341712"/>
                  <a:pt x="0" y="360656"/>
                </a:cubicBezTo>
                <a:cubicBezTo>
                  <a:pt x="3110" y="413529"/>
                  <a:pt x="4309" y="466550"/>
                  <a:pt x="9331" y="519276"/>
                </a:cubicBezTo>
                <a:cubicBezTo>
                  <a:pt x="10547" y="532042"/>
                  <a:pt x="11549" y="545929"/>
                  <a:pt x="18662" y="556599"/>
                </a:cubicBezTo>
                <a:cubicBezTo>
                  <a:pt x="24882" y="565929"/>
                  <a:pt x="36406" y="570706"/>
                  <a:pt x="46653" y="575260"/>
                </a:cubicBezTo>
                <a:cubicBezTo>
                  <a:pt x="64628" y="583249"/>
                  <a:pt x="102637" y="593921"/>
                  <a:pt x="102637" y="593921"/>
                </a:cubicBezTo>
                <a:cubicBezTo>
                  <a:pt x="204527" y="661846"/>
                  <a:pt x="47447" y="561661"/>
                  <a:pt x="167951" y="621913"/>
                </a:cubicBezTo>
                <a:cubicBezTo>
                  <a:pt x="175819" y="625847"/>
                  <a:pt x="179744" y="635079"/>
                  <a:pt x="186613" y="640574"/>
                </a:cubicBezTo>
                <a:cubicBezTo>
                  <a:pt x="195369" y="647579"/>
                  <a:pt x="204297" y="654818"/>
                  <a:pt x="214604" y="659235"/>
                </a:cubicBezTo>
                <a:cubicBezTo>
                  <a:pt x="256465" y="677176"/>
                  <a:pt x="243599" y="659737"/>
                  <a:pt x="279919" y="677897"/>
                </a:cubicBezTo>
                <a:cubicBezTo>
                  <a:pt x="289949" y="682912"/>
                  <a:pt x="298580" y="690338"/>
                  <a:pt x="307911" y="696558"/>
                </a:cubicBezTo>
                <a:cubicBezTo>
                  <a:pt x="332419" y="733321"/>
                  <a:pt x="331908" y="727235"/>
                  <a:pt x="345233" y="780533"/>
                </a:cubicBezTo>
                <a:cubicBezTo>
                  <a:pt x="348343" y="792974"/>
                  <a:pt x="349512" y="806069"/>
                  <a:pt x="354564" y="817856"/>
                </a:cubicBezTo>
                <a:cubicBezTo>
                  <a:pt x="358981" y="828163"/>
                  <a:pt x="367005" y="836517"/>
                  <a:pt x="373225" y="845848"/>
                </a:cubicBezTo>
                <a:cubicBezTo>
                  <a:pt x="379445" y="870730"/>
                  <a:pt x="373751" y="902358"/>
                  <a:pt x="391886" y="920493"/>
                </a:cubicBezTo>
                <a:cubicBezTo>
                  <a:pt x="407437" y="936044"/>
                  <a:pt x="417675" y="960192"/>
                  <a:pt x="438539" y="967146"/>
                </a:cubicBezTo>
                <a:cubicBezTo>
                  <a:pt x="488562" y="983819"/>
                  <a:pt x="445623" y="970793"/>
                  <a:pt x="513184" y="985807"/>
                </a:cubicBezTo>
                <a:cubicBezTo>
                  <a:pt x="548327" y="993617"/>
                  <a:pt x="547330" y="994079"/>
                  <a:pt x="578498" y="1004468"/>
                </a:cubicBezTo>
                <a:cubicBezTo>
                  <a:pt x="628261" y="1001358"/>
                  <a:pt x="678538" y="1002914"/>
                  <a:pt x="727788" y="995138"/>
                </a:cubicBezTo>
                <a:cubicBezTo>
                  <a:pt x="738865" y="993389"/>
                  <a:pt x="745750" y="981491"/>
                  <a:pt x="755780" y="976476"/>
                </a:cubicBezTo>
                <a:cubicBezTo>
                  <a:pt x="764577" y="972078"/>
                  <a:pt x="774441" y="970256"/>
                  <a:pt x="783772" y="967146"/>
                </a:cubicBezTo>
                <a:cubicBezTo>
                  <a:pt x="789992" y="957815"/>
                  <a:pt x="794504" y="947083"/>
                  <a:pt x="802433" y="939154"/>
                </a:cubicBezTo>
                <a:cubicBezTo>
                  <a:pt x="810362" y="931225"/>
                  <a:pt x="821668" y="927498"/>
                  <a:pt x="830425" y="920493"/>
                </a:cubicBezTo>
                <a:cubicBezTo>
                  <a:pt x="837294" y="914997"/>
                  <a:pt x="842048" y="907109"/>
                  <a:pt x="849086" y="901831"/>
                </a:cubicBezTo>
                <a:cubicBezTo>
                  <a:pt x="867028" y="888374"/>
                  <a:pt x="886409" y="876950"/>
                  <a:pt x="905070" y="864509"/>
                </a:cubicBezTo>
                <a:lnTo>
                  <a:pt x="933062" y="845848"/>
                </a:lnTo>
                <a:cubicBezTo>
                  <a:pt x="939282" y="833407"/>
                  <a:pt x="942818" y="819211"/>
                  <a:pt x="951723" y="808525"/>
                </a:cubicBezTo>
                <a:cubicBezTo>
                  <a:pt x="958902" y="799910"/>
                  <a:pt x="972710" y="798621"/>
                  <a:pt x="979715" y="789864"/>
                </a:cubicBezTo>
                <a:cubicBezTo>
                  <a:pt x="985859" y="782184"/>
                  <a:pt x="982090" y="768827"/>
                  <a:pt x="989045" y="761872"/>
                </a:cubicBezTo>
                <a:cubicBezTo>
                  <a:pt x="1004904" y="746013"/>
                  <a:pt x="1026368" y="736991"/>
                  <a:pt x="1045029" y="724550"/>
                </a:cubicBezTo>
                <a:lnTo>
                  <a:pt x="1073021" y="705889"/>
                </a:lnTo>
                <a:cubicBezTo>
                  <a:pt x="1079241" y="696558"/>
                  <a:pt x="1082925" y="684902"/>
                  <a:pt x="1091682" y="677897"/>
                </a:cubicBezTo>
                <a:cubicBezTo>
                  <a:pt x="1099362" y="671753"/>
                  <a:pt x="1110877" y="672965"/>
                  <a:pt x="1119674" y="668566"/>
                </a:cubicBezTo>
                <a:cubicBezTo>
                  <a:pt x="1129704" y="663551"/>
                  <a:pt x="1138335" y="656125"/>
                  <a:pt x="1147666" y="649905"/>
                </a:cubicBezTo>
                <a:cubicBezTo>
                  <a:pt x="1153886" y="640574"/>
                  <a:pt x="1157888" y="629297"/>
                  <a:pt x="1166327" y="621913"/>
                </a:cubicBezTo>
                <a:cubicBezTo>
                  <a:pt x="1183206" y="607144"/>
                  <a:pt x="1206452" y="600450"/>
                  <a:pt x="1222311" y="584591"/>
                </a:cubicBezTo>
                <a:lnTo>
                  <a:pt x="1240972" y="565929"/>
                </a:lnTo>
                <a:cubicBezTo>
                  <a:pt x="1244082" y="556599"/>
                  <a:pt x="1244847" y="546121"/>
                  <a:pt x="1250302" y="537938"/>
                </a:cubicBezTo>
                <a:cubicBezTo>
                  <a:pt x="1257622" y="526959"/>
                  <a:pt x="1272834" y="521959"/>
                  <a:pt x="1278294" y="509946"/>
                </a:cubicBezTo>
                <a:cubicBezTo>
                  <a:pt x="1290530" y="483028"/>
                  <a:pt x="1300863" y="411855"/>
                  <a:pt x="1306286" y="379317"/>
                </a:cubicBezTo>
                <a:cubicBezTo>
                  <a:pt x="1303176" y="332664"/>
                  <a:pt x="1307098" y="285001"/>
                  <a:pt x="1296955" y="239358"/>
                </a:cubicBezTo>
                <a:cubicBezTo>
                  <a:pt x="1294093" y="226477"/>
                  <a:pt x="1276283" y="222345"/>
                  <a:pt x="1268964" y="211366"/>
                </a:cubicBezTo>
                <a:cubicBezTo>
                  <a:pt x="1263508" y="203182"/>
                  <a:pt x="1265089" y="191558"/>
                  <a:pt x="1259633" y="183374"/>
                </a:cubicBezTo>
                <a:cubicBezTo>
                  <a:pt x="1240719" y="155003"/>
                  <a:pt x="1223507" y="151315"/>
                  <a:pt x="1194319" y="136721"/>
                </a:cubicBezTo>
                <a:cubicBezTo>
                  <a:pt x="1188098" y="127390"/>
                  <a:pt x="1184414" y="115734"/>
                  <a:pt x="1175657" y="108729"/>
                </a:cubicBezTo>
                <a:cubicBezTo>
                  <a:pt x="1169387" y="103713"/>
                  <a:pt x="1113022" y="90872"/>
                  <a:pt x="1110343" y="90068"/>
                </a:cubicBezTo>
                <a:cubicBezTo>
                  <a:pt x="1091502" y="84416"/>
                  <a:pt x="1073763" y="74641"/>
                  <a:pt x="1054360" y="71407"/>
                </a:cubicBezTo>
                <a:cubicBezTo>
                  <a:pt x="976683" y="58460"/>
                  <a:pt x="1017105" y="64751"/>
                  <a:pt x="933062" y="52746"/>
                </a:cubicBezTo>
                <a:cubicBezTo>
                  <a:pt x="926841" y="46525"/>
                  <a:pt x="922746" y="36866"/>
                  <a:pt x="914400" y="34084"/>
                </a:cubicBezTo>
                <a:cubicBezTo>
                  <a:pt x="901092" y="29648"/>
                  <a:pt x="768639" y="15815"/>
                  <a:pt x="765111" y="15423"/>
                </a:cubicBezTo>
                <a:cubicBezTo>
                  <a:pt x="686005" y="-10944"/>
                  <a:pt x="735086" y="1597"/>
                  <a:pt x="569168" y="15423"/>
                </a:cubicBezTo>
                <a:cubicBezTo>
                  <a:pt x="538071" y="18014"/>
                  <a:pt x="497761" y="28879"/>
                  <a:pt x="466531" y="34084"/>
                </a:cubicBezTo>
                <a:cubicBezTo>
                  <a:pt x="444838" y="37699"/>
                  <a:pt x="422988" y="40305"/>
                  <a:pt x="401217" y="43415"/>
                </a:cubicBezTo>
                <a:cubicBezTo>
                  <a:pt x="338203" y="64420"/>
                  <a:pt x="415769" y="40181"/>
                  <a:pt x="317241" y="62076"/>
                </a:cubicBezTo>
                <a:cubicBezTo>
                  <a:pt x="307640" y="64210"/>
                  <a:pt x="298791" y="69021"/>
                  <a:pt x="289249" y="71407"/>
                </a:cubicBezTo>
                <a:cubicBezTo>
                  <a:pt x="273864" y="75254"/>
                  <a:pt x="257896" y="76565"/>
                  <a:pt x="242596" y="80738"/>
                </a:cubicBezTo>
                <a:cubicBezTo>
                  <a:pt x="223619" y="85914"/>
                  <a:pt x="205274" y="93179"/>
                  <a:pt x="186613" y="99399"/>
                </a:cubicBezTo>
                <a:cubicBezTo>
                  <a:pt x="155672" y="109713"/>
                  <a:pt x="178837" y="124281"/>
                  <a:pt x="167951" y="127391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17"/>
          <p:cNvSpPr/>
          <p:nvPr/>
        </p:nvSpPr>
        <p:spPr>
          <a:xfrm>
            <a:off x="177859" y="1079390"/>
            <a:ext cx="745170" cy="993709"/>
          </a:xfrm>
          <a:custGeom>
            <a:avLst/>
            <a:gdLst/>
            <a:ahLst/>
            <a:cxnLst/>
            <a:rect l="l" t="t" r="r" b="b"/>
            <a:pathLst>
              <a:path w="993560" h="1324946" extrusionOk="0">
                <a:moveTo>
                  <a:pt x="205273" y="83975"/>
                </a:moveTo>
                <a:cubicBezTo>
                  <a:pt x="186612" y="97971"/>
                  <a:pt x="178506" y="113740"/>
                  <a:pt x="167951" y="130628"/>
                </a:cubicBezTo>
                <a:cubicBezTo>
                  <a:pt x="162738" y="138968"/>
                  <a:pt x="163019" y="149823"/>
                  <a:pt x="158620" y="158620"/>
                </a:cubicBezTo>
                <a:cubicBezTo>
                  <a:pt x="153605" y="168650"/>
                  <a:pt x="144974" y="176582"/>
                  <a:pt x="139959" y="186612"/>
                </a:cubicBezTo>
                <a:cubicBezTo>
                  <a:pt x="135560" y="195409"/>
                  <a:pt x="134502" y="205564"/>
                  <a:pt x="130628" y="214604"/>
                </a:cubicBezTo>
                <a:cubicBezTo>
                  <a:pt x="125149" y="227388"/>
                  <a:pt x="117133" y="239012"/>
                  <a:pt x="111967" y="251926"/>
                </a:cubicBezTo>
                <a:cubicBezTo>
                  <a:pt x="104662" y="270190"/>
                  <a:pt x="99526" y="289249"/>
                  <a:pt x="93306" y="307910"/>
                </a:cubicBezTo>
                <a:lnTo>
                  <a:pt x="83975" y="335902"/>
                </a:lnTo>
                <a:cubicBezTo>
                  <a:pt x="80865" y="345232"/>
                  <a:pt x="81598" y="356938"/>
                  <a:pt x="74644" y="363893"/>
                </a:cubicBezTo>
                <a:lnTo>
                  <a:pt x="55983" y="382555"/>
                </a:lnTo>
                <a:cubicBezTo>
                  <a:pt x="52873" y="394996"/>
                  <a:pt x="50338" y="407594"/>
                  <a:pt x="46653" y="419877"/>
                </a:cubicBezTo>
                <a:cubicBezTo>
                  <a:pt x="41001" y="438718"/>
                  <a:pt x="34211" y="457200"/>
                  <a:pt x="27991" y="475861"/>
                </a:cubicBezTo>
                <a:cubicBezTo>
                  <a:pt x="24881" y="485192"/>
                  <a:pt x="21046" y="494311"/>
                  <a:pt x="18661" y="503853"/>
                </a:cubicBezTo>
                <a:lnTo>
                  <a:pt x="0" y="578497"/>
                </a:lnTo>
                <a:cubicBezTo>
                  <a:pt x="3110" y="768220"/>
                  <a:pt x="446" y="958125"/>
                  <a:pt x="9330" y="1147665"/>
                </a:cubicBezTo>
                <a:cubicBezTo>
                  <a:pt x="9855" y="1158867"/>
                  <a:pt x="22976" y="1165627"/>
                  <a:pt x="27991" y="1175657"/>
                </a:cubicBezTo>
                <a:cubicBezTo>
                  <a:pt x="32389" y="1184454"/>
                  <a:pt x="30367" y="1196694"/>
                  <a:pt x="37322" y="1203648"/>
                </a:cubicBezTo>
                <a:cubicBezTo>
                  <a:pt x="44277" y="1210603"/>
                  <a:pt x="55857" y="1210277"/>
                  <a:pt x="65314" y="1212979"/>
                </a:cubicBezTo>
                <a:cubicBezTo>
                  <a:pt x="132369" y="1232138"/>
                  <a:pt x="72318" y="1212397"/>
                  <a:pt x="149289" y="1231640"/>
                </a:cubicBezTo>
                <a:cubicBezTo>
                  <a:pt x="214499" y="1247942"/>
                  <a:pt x="134511" y="1232934"/>
                  <a:pt x="214604" y="1259632"/>
                </a:cubicBezTo>
                <a:cubicBezTo>
                  <a:pt x="229649" y="1264647"/>
                  <a:pt x="245706" y="1265853"/>
                  <a:pt x="261257" y="1268963"/>
                </a:cubicBezTo>
                <a:cubicBezTo>
                  <a:pt x="273698" y="1275183"/>
                  <a:pt x="285795" y="1282145"/>
                  <a:pt x="298579" y="1287624"/>
                </a:cubicBezTo>
                <a:cubicBezTo>
                  <a:pt x="307619" y="1291498"/>
                  <a:pt x="318387" y="1291499"/>
                  <a:pt x="326571" y="1296955"/>
                </a:cubicBezTo>
                <a:cubicBezTo>
                  <a:pt x="337550" y="1304274"/>
                  <a:pt x="345232" y="1315616"/>
                  <a:pt x="354563" y="1324946"/>
                </a:cubicBezTo>
                <a:cubicBezTo>
                  <a:pt x="401216" y="1321836"/>
                  <a:pt x="448879" y="1325759"/>
                  <a:pt x="494522" y="1315616"/>
                </a:cubicBezTo>
                <a:cubicBezTo>
                  <a:pt x="507403" y="1312754"/>
                  <a:pt x="514844" y="1298362"/>
                  <a:pt x="522514" y="1287624"/>
                </a:cubicBezTo>
                <a:cubicBezTo>
                  <a:pt x="530599" y="1276306"/>
                  <a:pt x="534274" y="1262378"/>
                  <a:pt x="541175" y="1250302"/>
                </a:cubicBezTo>
                <a:cubicBezTo>
                  <a:pt x="546739" y="1240565"/>
                  <a:pt x="554821" y="1232340"/>
                  <a:pt x="559836" y="1222310"/>
                </a:cubicBezTo>
                <a:cubicBezTo>
                  <a:pt x="564235" y="1213513"/>
                  <a:pt x="563023" y="1201998"/>
                  <a:pt x="569167" y="1194318"/>
                </a:cubicBezTo>
                <a:cubicBezTo>
                  <a:pt x="576172" y="1185561"/>
                  <a:pt x="588402" y="1182662"/>
                  <a:pt x="597159" y="1175657"/>
                </a:cubicBezTo>
                <a:cubicBezTo>
                  <a:pt x="634972" y="1145406"/>
                  <a:pt x="592585" y="1162803"/>
                  <a:pt x="653142" y="1147665"/>
                </a:cubicBezTo>
                <a:cubicBezTo>
                  <a:pt x="659363" y="1141445"/>
                  <a:pt x="663936" y="1132938"/>
                  <a:pt x="671804" y="1129004"/>
                </a:cubicBezTo>
                <a:cubicBezTo>
                  <a:pt x="689398" y="1120207"/>
                  <a:pt x="709126" y="1116562"/>
                  <a:pt x="727787" y="1110342"/>
                </a:cubicBezTo>
                <a:cubicBezTo>
                  <a:pt x="737118" y="1107232"/>
                  <a:pt x="746237" y="1103397"/>
                  <a:pt x="755779" y="1101012"/>
                </a:cubicBezTo>
                <a:cubicBezTo>
                  <a:pt x="768220" y="1097902"/>
                  <a:pt x="781095" y="1096184"/>
                  <a:pt x="793102" y="1091681"/>
                </a:cubicBezTo>
                <a:cubicBezTo>
                  <a:pt x="811129" y="1084921"/>
                  <a:pt x="842494" y="1067097"/>
                  <a:pt x="858416" y="1054359"/>
                </a:cubicBezTo>
                <a:cubicBezTo>
                  <a:pt x="924892" y="1001177"/>
                  <a:pt x="818913" y="1074472"/>
                  <a:pt x="905069" y="1017036"/>
                </a:cubicBezTo>
                <a:cubicBezTo>
                  <a:pt x="958014" y="937619"/>
                  <a:pt x="939914" y="983344"/>
                  <a:pt x="951722" y="877077"/>
                </a:cubicBezTo>
                <a:cubicBezTo>
                  <a:pt x="948612" y="830424"/>
                  <a:pt x="953731" y="782479"/>
                  <a:pt x="942391" y="737118"/>
                </a:cubicBezTo>
                <a:cubicBezTo>
                  <a:pt x="940006" y="727577"/>
                  <a:pt x="919176" y="736384"/>
                  <a:pt x="914400" y="727787"/>
                </a:cubicBezTo>
                <a:cubicBezTo>
                  <a:pt x="901945" y="705367"/>
                  <a:pt x="895738" y="653142"/>
                  <a:pt x="895738" y="653142"/>
                </a:cubicBezTo>
                <a:cubicBezTo>
                  <a:pt x="898848" y="622040"/>
                  <a:pt x="898040" y="590293"/>
                  <a:pt x="905069" y="559836"/>
                </a:cubicBezTo>
                <a:cubicBezTo>
                  <a:pt x="907591" y="548909"/>
                  <a:pt x="918715" y="541874"/>
                  <a:pt x="923730" y="531844"/>
                </a:cubicBezTo>
                <a:cubicBezTo>
                  <a:pt x="928128" y="523047"/>
                  <a:pt x="928663" y="512650"/>
                  <a:pt x="933061" y="503853"/>
                </a:cubicBezTo>
                <a:cubicBezTo>
                  <a:pt x="946052" y="477871"/>
                  <a:pt x="959077" y="468506"/>
                  <a:pt x="979714" y="447869"/>
                </a:cubicBezTo>
                <a:cubicBezTo>
                  <a:pt x="1001570" y="360438"/>
                  <a:pt x="994442" y="404603"/>
                  <a:pt x="979714" y="242595"/>
                </a:cubicBezTo>
                <a:cubicBezTo>
                  <a:pt x="978553" y="229824"/>
                  <a:pt x="975435" y="217060"/>
                  <a:pt x="970383" y="205273"/>
                </a:cubicBezTo>
                <a:cubicBezTo>
                  <a:pt x="960640" y="182539"/>
                  <a:pt x="940545" y="166104"/>
                  <a:pt x="923730" y="149289"/>
                </a:cubicBezTo>
                <a:cubicBezTo>
                  <a:pt x="898851" y="74645"/>
                  <a:pt x="936170" y="161728"/>
                  <a:pt x="886408" y="111967"/>
                </a:cubicBezTo>
                <a:cubicBezTo>
                  <a:pt x="876572" y="102132"/>
                  <a:pt x="877582" y="84480"/>
                  <a:pt x="867746" y="74644"/>
                </a:cubicBezTo>
                <a:cubicBezTo>
                  <a:pt x="851887" y="58785"/>
                  <a:pt x="827622" y="53181"/>
                  <a:pt x="811763" y="37322"/>
                </a:cubicBezTo>
                <a:cubicBezTo>
                  <a:pt x="802432" y="27991"/>
                  <a:pt x="794750" y="16649"/>
                  <a:pt x="783771" y="9330"/>
                </a:cubicBezTo>
                <a:cubicBezTo>
                  <a:pt x="775587" y="3874"/>
                  <a:pt x="765110" y="3110"/>
                  <a:pt x="755779" y="0"/>
                </a:cubicBezTo>
                <a:lnTo>
                  <a:pt x="447869" y="9330"/>
                </a:lnTo>
                <a:cubicBezTo>
                  <a:pt x="431529" y="10147"/>
                  <a:pt x="357483" y="22105"/>
                  <a:pt x="335902" y="27991"/>
                </a:cubicBezTo>
                <a:cubicBezTo>
                  <a:pt x="316924" y="33167"/>
                  <a:pt x="279918" y="46653"/>
                  <a:pt x="279918" y="46653"/>
                </a:cubicBezTo>
                <a:cubicBezTo>
                  <a:pt x="247527" y="79043"/>
                  <a:pt x="223934" y="69979"/>
                  <a:pt x="205273" y="83975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17"/>
          <p:cNvSpPr/>
          <p:nvPr/>
        </p:nvSpPr>
        <p:spPr>
          <a:xfrm>
            <a:off x="1360514" y="2457987"/>
            <a:ext cx="1266631" cy="559843"/>
          </a:xfrm>
          <a:custGeom>
            <a:avLst/>
            <a:gdLst/>
            <a:ahLst/>
            <a:cxnLst/>
            <a:rect l="l" t="t" r="r" b="b"/>
            <a:pathLst>
              <a:path w="1688841" h="746458" extrusionOk="0">
                <a:moveTo>
                  <a:pt x="345233" y="83976"/>
                </a:moveTo>
                <a:cubicBezTo>
                  <a:pt x="343678" y="90196"/>
                  <a:pt x="313465" y="108067"/>
                  <a:pt x="298580" y="121298"/>
                </a:cubicBezTo>
                <a:cubicBezTo>
                  <a:pt x="245447" y="168527"/>
                  <a:pt x="282899" y="151408"/>
                  <a:pt x="233265" y="167951"/>
                </a:cubicBezTo>
                <a:cubicBezTo>
                  <a:pt x="227045" y="180392"/>
                  <a:pt x="224439" y="195439"/>
                  <a:pt x="214604" y="205274"/>
                </a:cubicBezTo>
                <a:cubicBezTo>
                  <a:pt x="207649" y="212229"/>
                  <a:pt x="195652" y="210730"/>
                  <a:pt x="186612" y="214604"/>
                </a:cubicBezTo>
                <a:cubicBezTo>
                  <a:pt x="173827" y="220083"/>
                  <a:pt x="161731" y="227045"/>
                  <a:pt x="149290" y="233265"/>
                </a:cubicBezTo>
                <a:cubicBezTo>
                  <a:pt x="142808" y="252710"/>
                  <a:pt x="134108" y="283208"/>
                  <a:pt x="121298" y="298580"/>
                </a:cubicBezTo>
                <a:cubicBezTo>
                  <a:pt x="114119" y="307195"/>
                  <a:pt x="102637" y="311021"/>
                  <a:pt x="93306" y="317241"/>
                </a:cubicBezTo>
                <a:cubicBezTo>
                  <a:pt x="80865" y="335902"/>
                  <a:pt x="63077" y="351948"/>
                  <a:pt x="55984" y="373225"/>
                </a:cubicBezTo>
                <a:cubicBezTo>
                  <a:pt x="32529" y="443584"/>
                  <a:pt x="64169" y="356855"/>
                  <a:pt x="27992" y="429208"/>
                </a:cubicBezTo>
                <a:cubicBezTo>
                  <a:pt x="23593" y="438005"/>
                  <a:pt x="22535" y="448160"/>
                  <a:pt x="18661" y="457200"/>
                </a:cubicBezTo>
                <a:cubicBezTo>
                  <a:pt x="13182" y="469985"/>
                  <a:pt x="6220" y="482082"/>
                  <a:pt x="0" y="494523"/>
                </a:cubicBezTo>
                <a:cubicBezTo>
                  <a:pt x="6220" y="525625"/>
                  <a:pt x="1067" y="561438"/>
                  <a:pt x="18661" y="587829"/>
                </a:cubicBezTo>
                <a:cubicBezTo>
                  <a:pt x="29572" y="604196"/>
                  <a:pt x="74645" y="606490"/>
                  <a:pt x="74645" y="606490"/>
                </a:cubicBezTo>
                <a:cubicBezTo>
                  <a:pt x="108857" y="657809"/>
                  <a:pt x="74645" y="614266"/>
                  <a:pt x="121298" y="653143"/>
                </a:cubicBezTo>
                <a:cubicBezTo>
                  <a:pt x="131435" y="661591"/>
                  <a:pt x="137833" y="674588"/>
                  <a:pt x="149290" y="681135"/>
                </a:cubicBezTo>
                <a:cubicBezTo>
                  <a:pt x="160424" y="687497"/>
                  <a:pt x="174282" y="686942"/>
                  <a:pt x="186612" y="690465"/>
                </a:cubicBezTo>
                <a:cubicBezTo>
                  <a:pt x="196069" y="693167"/>
                  <a:pt x="205807" y="695397"/>
                  <a:pt x="214604" y="699796"/>
                </a:cubicBezTo>
                <a:cubicBezTo>
                  <a:pt x="224634" y="704811"/>
                  <a:pt x="232566" y="713442"/>
                  <a:pt x="242596" y="718457"/>
                </a:cubicBezTo>
                <a:cubicBezTo>
                  <a:pt x="276224" y="735271"/>
                  <a:pt x="337127" y="734441"/>
                  <a:pt x="363894" y="737118"/>
                </a:cubicBezTo>
                <a:cubicBezTo>
                  <a:pt x="376335" y="740228"/>
                  <a:pt x="388396" y="746747"/>
                  <a:pt x="401216" y="746449"/>
                </a:cubicBezTo>
                <a:cubicBezTo>
                  <a:pt x="522641" y="743625"/>
                  <a:pt x="765110" y="727788"/>
                  <a:pt x="765110" y="727788"/>
                </a:cubicBezTo>
                <a:cubicBezTo>
                  <a:pt x="854821" y="705360"/>
                  <a:pt x="748389" y="729755"/>
                  <a:pt x="923731" y="709127"/>
                </a:cubicBezTo>
                <a:cubicBezTo>
                  <a:pt x="1088099" y="689790"/>
                  <a:pt x="747471" y="709060"/>
                  <a:pt x="1035698" y="690465"/>
                </a:cubicBezTo>
                <a:cubicBezTo>
                  <a:pt x="1194162" y="680242"/>
                  <a:pt x="1492385" y="675083"/>
                  <a:pt x="1623527" y="671804"/>
                </a:cubicBezTo>
                <a:cubicBezTo>
                  <a:pt x="1632857" y="662473"/>
                  <a:pt x="1643417" y="654228"/>
                  <a:pt x="1651518" y="643812"/>
                </a:cubicBezTo>
                <a:cubicBezTo>
                  <a:pt x="1665287" y="626108"/>
                  <a:pt x="1688841" y="587829"/>
                  <a:pt x="1688841" y="587829"/>
                </a:cubicBezTo>
                <a:cubicBezTo>
                  <a:pt x="1682621" y="534955"/>
                  <a:pt x="1680621" y="481412"/>
                  <a:pt x="1670180" y="429208"/>
                </a:cubicBezTo>
                <a:cubicBezTo>
                  <a:pt x="1667981" y="418212"/>
                  <a:pt x="1655936" y="411523"/>
                  <a:pt x="1651518" y="401216"/>
                </a:cubicBezTo>
                <a:cubicBezTo>
                  <a:pt x="1646467" y="389429"/>
                  <a:pt x="1647239" y="375681"/>
                  <a:pt x="1642188" y="363894"/>
                </a:cubicBezTo>
                <a:cubicBezTo>
                  <a:pt x="1637771" y="353587"/>
                  <a:pt x="1628542" y="345932"/>
                  <a:pt x="1623527" y="335902"/>
                </a:cubicBezTo>
                <a:cubicBezTo>
                  <a:pt x="1612248" y="313344"/>
                  <a:pt x="1613834" y="294505"/>
                  <a:pt x="1604865" y="270588"/>
                </a:cubicBezTo>
                <a:cubicBezTo>
                  <a:pt x="1598103" y="252555"/>
                  <a:pt x="1580284" y="221200"/>
                  <a:pt x="1567543" y="205274"/>
                </a:cubicBezTo>
                <a:cubicBezTo>
                  <a:pt x="1562048" y="198405"/>
                  <a:pt x="1556425" y="191138"/>
                  <a:pt x="1548882" y="186612"/>
                </a:cubicBezTo>
                <a:cubicBezTo>
                  <a:pt x="1540448" y="181552"/>
                  <a:pt x="1530221" y="180392"/>
                  <a:pt x="1520890" y="177282"/>
                </a:cubicBezTo>
                <a:cubicBezTo>
                  <a:pt x="1452334" y="131579"/>
                  <a:pt x="1547665" y="189317"/>
                  <a:pt x="1427584" y="149290"/>
                </a:cubicBezTo>
                <a:cubicBezTo>
                  <a:pt x="1419238" y="146508"/>
                  <a:pt x="1417090" y="133896"/>
                  <a:pt x="1408922" y="130629"/>
                </a:cubicBezTo>
                <a:cubicBezTo>
                  <a:pt x="1385109" y="121104"/>
                  <a:pt x="1334278" y="111967"/>
                  <a:pt x="1334278" y="111967"/>
                </a:cubicBezTo>
                <a:cubicBezTo>
                  <a:pt x="1328057" y="105747"/>
                  <a:pt x="1323484" y="97240"/>
                  <a:pt x="1315616" y="93306"/>
                </a:cubicBezTo>
                <a:cubicBezTo>
                  <a:pt x="1304146" y="87571"/>
                  <a:pt x="1291069" y="85087"/>
                  <a:pt x="1278294" y="83976"/>
                </a:cubicBezTo>
                <a:cubicBezTo>
                  <a:pt x="1219341" y="78850"/>
                  <a:pt x="1160106" y="77755"/>
                  <a:pt x="1101012" y="74645"/>
                </a:cubicBezTo>
                <a:cubicBezTo>
                  <a:pt x="947915" y="23611"/>
                  <a:pt x="1135965" y="83259"/>
                  <a:pt x="690465" y="55984"/>
                </a:cubicBezTo>
                <a:cubicBezTo>
                  <a:pt x="664866" y="54417"/>
                  <a:pt x="641118" y="41540"/>
                  <a:pt x="615820" y="37323"/>
                </a:cubicBezTo>
                <a:cubicBezTo>
                  <a:pt x="461742" y="11642"/>
                  <a:pt x="623739" y="41634"/>
                  <a:pt x="531845" y="18661"/>
                </a:cubicBezTo>
                <a:lnTo>
                  <a:pt x="457200" y="0"/>
                </a:lnTo>
                <a:cubicBezTo>
                  <a:pt x="429208" y="3110"/>
                  <a:pt x="401005" y="4701"/>
                  <a:pt x="373224" y="9331"/>
                </a:cubicBezTo>
                <a:cubicBezTo>
                  <a:pt x="363523" y="10948"/>
                  <a:pt x="352913" y="12517"/>
                  <a:pt x="345233" y="18661"/>
                </a:cubicBezTo>
                <a:cubicBezTo>
                  <a:pt x="329612" y="31158"/>
                  <a:pt x="318244" y="70197"/>
                  <a:pt x="307910" y="83976"/>
                </a:cubicBezTo>
                <a:cubicBezTo>
                  <a:pt x="306044" y="86464"/>
                  <a:pt x="346788" y="77756"/>
                  <a:pt x="345233" y="83976"/>
                </a:cubicBezTo>
                <a:close/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17"/>
          <p:cNvSpPr/>
          <p:nvPr/>
        </p:nvSpPr>
        <p:spPr>
          <a:xfrm>
            <a:off x="800197" y="2269241"/>
            <a:ext cx="244928" cy="239894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117"/>
          <p:cNvCxnSpPr/>
          <p:nvPr/>
        </p:nvCxnSpPr>
        <p:spPr>
          <a:xfrm rot="10800000">
            <a:off x="3221971" y="2713078"/>
            <a:ext cx="10706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4" name="Google Shape;634;p117"/>
          <p:cNvSpPr txBox="1"/>
          <p:nvPr/>
        </p:nvSpPr>
        <p:spPr>
          <a:xfrm>
            <a:off x="2948774" y="2590145"/>
            <a:ext cx="2983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5,5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117"/>
          <p:cNvCxnSpPr/>
          <p:nvPr/>
        </p:nvCxnSpPr>
        <p:spPr>
          <a:xfrm flipH="1">
            <a:off x="3221971" y="2791338"/>
            <a:ext cx="1566722" cy="95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36" name="Google Shape;636;p117"/>
          <p:cNvCxnSpPr/>
          <p:nvPr/>
        </p:nvCxnSpPr>
        <p:spPr>
          <a:xfrm flipH="1">
            <a:off x="3221971" y="2876153"/>
            <a:ext cx="2045354" cy="105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7" name="Google Shape;637;p117"/>
          <p:cNvSpPr txBox="1"/>
          <p:nvPr/>
        </p:nvSpPr>
        <p:spPr>
          <a:xfrm>
            <a:off x="2953440" y="2812692"/>
            <a:ext cx="2983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4,5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17"/>
          <p:cNvSpPr/>
          <p:nvPr/>
        </p:nvSpPr>
        <p:spPr>
          <a:xfrm>
            <a:off x="3031889" y="2745978"/>
            <a:ext cx="135731" cy="10981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17"/>
          <p:cNvSpPr txBox="1"/>
          <p:nvPr/>
        </p:nvSpPr>
        <p:spPr>
          <a:xfrm>
            <a:off x="2954033" y="2700584"/>
            <a:ext cx="29839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5,0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17"/>
          <p:cNvSpPr txBox="1"/>
          <p:nvPr/>
        </p:nvSpPr>
        <p:spPr>
          <a:xfrm>
            <a:off x="3634391" y="1030713"/>
            <a:ext cx="2707713" cy="438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Какое минимальное значение J(C) </a:t>
            </a:r>
            <a:br>
              <a:rPr lang="ru"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 при каком числе кластеров?</a:t>
            </a:r>
            <a:endParaRPr sz="11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75DDC-902A-EE4C-8A05-880946812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6398" y="3251695"/>
            <a:ext cx="2661394" cy="1740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BB1589-AFEF-F545-8349-99146C2D828D}"/>
                  </a:ext>
                </a:extLst>
              </p:cNvPr>
              <p:cNvSpPr txBox="1"/>
              <p:nvPr/>
            </p:nvSpPr>
            <p:spPr>
              <a:xfrm>
                <a:off x="946208" y="3347236"/>
                <a:ext cx="3539559" cy="456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12,5−5,5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22,5−12,5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BB1589-AFEF-F545-8349-99146C2D8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08" y="3347236"/>
                <a:ext cx="3539559" cy="456343"/>
              </a:xfrm>
              <a:prstGeom prst="rect">
                <a:avLst/>
              </a:prstGeom>
              <a:blipFill>
                <a:blip r:embed="rId8"/>
                <a:stretch>
                  <a:fillRect l="-714" t="-2703" r="-357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80E6DAE-58D2-8941-840C-0D7660E19BA0}"/>
                  </a:ext>
                </a:extLst>
              </p:cNvPr>
              <p:cNvSpPr txBox="1"/>
              <p:nvPr/>
            </p:nvSpPr>
            <p:spPr>
              <a:xfrm>
                <a:off x="946208" y="3893957"/>
                <a:ext cx="3576427" cy="456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(4)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5,5−5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12,5−5,5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=0,07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80E6DAE-58D2-8941-840C-0D7660E19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08" y="3893957"/>
                <a:ext cx="3576427" cy="456343"/>
              </a:xfrm>
              <a:prstGeom prst="rect">
                <a:avLst/>
              </a:prstGeom>
              <a:blipFill>
                <a:blip r:embed="rId9"/>
                <a:stretch>
                  <a:fillRect l="-707" t="-2703" r="-35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3AA027-B114-7545-875B-0F8D7D24C1E1}"/>
                  </a:ext>
                </a:extLst>
              </p:cNvPr>
              <p:cNvSpPr txBox="1"/>
              <p:nvPr/>
            </p:nvSpPr>
            <p:spPr>
              <a:xfrm>
                <a:off x="946208" y="4440678"/>
                <a:ext cx="3170868" cy="456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(5)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(4)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5−4,5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5,5−5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3AA027-B114-7545-875B-0F8D7D24C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08" y="4440678"/>
                <a:ext cx="3170868" cy="456343"/>
              </a:xfrm>
              <a:prstGeom prst="rect">
                <a:avLst/>
              </a:prstGeom>
              <a:blipFill>
                <a:blip r:embed="rId10"/>
                <a:stretch>
                  <a:fillRect t="-270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18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Другие метрики кластеризации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18"/>
          <p:cNvSpPr txBox="1"/>
          <p:nvPr/>
        </p:nvSpPr>
        <p:spPr>
          <a:xfrm>
            <a:off x="954475" y="1363275"/>
            <a:ext cx="7768800" cy="23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Среднее межкластерное расстояние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Среднее внутрикластерное расстояние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Коэффициент силуэта</a:t>
            </a:r>
            <a:endParaRPr sz="1800"/>
          </a:p>
        </p:txBody>
      </p:sp>
      <p:pic>
        <p:nvPicPr>
          <p:cNvPr id="656" name="Google Shape;656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550" y="2324075"/>
            <a:ext cx="2543975" cy="85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550" y="1044600"/>
            <a:ext cx="2821725" cy="1009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525" y="3484249"/>
            <a:ext cx="2543975" cy="7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200"/>
              <a:t>LIVE</a:t>
            </a:r>
            <a:endParaRPr sz="7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20"/>
          <p:cNvSpPr txBox="1">
            <a:spLocks noGrp="1"/>
          </p:cNvSpPr>
          <p:nvPr>
            <p:ph type="subTitle" idx="4294967295"/>
          </p:nvPr>
        </p:nvSpPr>
        <p:spPr>
          <a:xfrm>
            <a:off x="2747950" y="1770725"/>
            <a:ext cx="60162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13D85"/>
                </a:solidFill>
              </a:rPr>
              <a:t>Является ли K-means детерминированным?</a:t>
            </a:r>
            <a:endParaRPr sz="1600">
              <a:solidFill>
                <a:srgbClr val="013D85"/>
              </a:solidFill>
            </a:endParaRPr>
          </a:p>
        </p:txBody>
      </p:sp>
      <p:pic>
        <p:nvPicPr>
          <p:cNvPr id="669" name="Google Shape;66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426626"/>
            <a:ext cx="1414775" cy="14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21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Инициализация K-means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21"/>
          <p:cNvSpPr txBox="1"/>
          <p:nvPr/>
        </p:nvSpPr>
        <p:spPr>
          <a:xfrm>
            <a:off x="954475" y="1363275"/>
            <a:ext cx="7768800" cy="3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Несколько запусков (n_init)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k-means++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ru" sz="1800">
                <a:solidFill>
                  <a:schemeClr val="dk1"/>
                </a:solidFill>
                <a:highlight>
                  <a:srgbClr val="FFFFFF"/>
                </a:highlight>
              </a:rPr>
              <a:t>1 центр - случайный объект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ru" sz="1800">
                <a:solidFill>
                  <a:schemeClr val="dk1"/>
                </a:solidFill>
                <a:highlight>
                  <a:srgbClr val="FFFFFF"/>
                </a:highlight>
              </a:rPr>
              <a:t>каждый следующий центр выбираем из случайного распределения на объектах выборки, в котором вероятность выбрать объект пропорциональна квадрату расстояния от него до ближайшего к нему центра кластера.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PCA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2"/>
          <p:cNvSpPr/>
          <p:nvPr/>
        </p:nvSpPr>
        <p:spPr>
          <a:xfrm>
            <a:off x="500400" y="330840"/>
            <a:ext cx="85197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SzPts val="3300"/>
              <a:buNone/>
            </a:pPr>
            <a:r>
              <a:rPr lang="ru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Плюсы и минусы K-means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22"/>
          <p:cNvSpPr/>
          <p:nvPr/>
        </p:nvSpPr>
        <p:spPr>
          <a:xfrm>
            <a:off x="602302" y="1521937"/>
            <a:ext cx="32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 простой в реализации</a:t>
            </a:r>
            <a:endParaRPr/>
          </a:p>
        </p:txBody>
      </p:sp>
      <p:sp>
        <p:nvSpPr>
          <p:cNvPr id="682" name="Google Shape;682;p122"/>
          <p:cNvSpPr/>
          <p:nvPr/>
        </p:nvSpPr>
        <p:spPr>
          <a:xfrm>
            <a:off x="602302" y="1930614"/>
            <a:ext cx="30555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 относительно быстрый</a:t>
            </a:r>
            <a:endParaRPr/>
          </a:p>
        </p:txBody>
      </p:sp>
      <p:sp>
        <p:nvSpPr>
          <p:cNvPr id="683" name="Google Shape;683;p122"/>
          <p:cNvSpPr/>
          <p:nvPr/>
        </p:nvSpPr>
        <p:spPr>
          <a:xfrm>
            <a:off x="602302" y="2346358"/>
            <a:ext cx="33729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 занимает немного памяти</a:t>
            </a:r>
            <a:endParaRPr/>
          </a:p>
        </p:txBody>
      </p:sp>
      <p:sp>
        <p:nvSpPr>
          <p:cNvPr id="684" name="Google Shape;684;p122"/>
          <p:cNvSpPr/>
          <p:nvPr/>
        </p:nvSpPr>
        <p:spPr>
          <a:xfrm>
            <a:off x="602302" y="3593633"/>
            <a:ext cx="5667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не может выделить сложные формы кластеров</a:t>
            </a:r>
            <a:endParaRPr/>
          </a:p>
        </p:txBody>
      </p:sp>
      <p:sp>
        <p:nvSpPr>
          <p:cNvPr id="685" name="Google Shape;685;p122"/>
          <p:cNvSpPr/>
          <p:nvPr/>
        </p:nvSpPr>
        <p:spPr>
          <a:xfrm>
            <a:off x="602302" y="1143784"/>
            <a:ext cx="32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Плюсы:</a:t>
            </a:r>
            <a:endParaRPr/>
          </a:p>
        </p:txBody>
      </p:sp>
      <p:sp>
        <p:nvSpPr>
          <p:cNvPr id="686" name="Google Shape;686;p122"/>
          <p:cNvSpPr/>
          <p:nvPr/>
        </p:nvSpPr>
        <p:spPr>
          <a:xfrm>
            <a:off x="602302" y="3238457"/>
            <a:ext cx="32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Минусы:</a:t>
            </a:r>
            <a:endParaRPr/>
          </a:p>
        </p:txBody>
      </p:sp>
      <p:sp>
        <p:nvSpPr>
          <p:cNvPr id="687" name="Google Shape;687;p122"/>
          <p:cNvSpPr/>
          <p:nvPr/>
        </p:nvSpPr>
        <p:spPr>
          <a:xfrm>
            <a:off x="577673" y="4009377"/>
            <a:ext cx="42099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требует задавать число кластеров</a:t>
            </a:r>
            <a:endParaRPr/>
          </a:p>
        </p:txBody>
      </p:sp>
      <p:sp>
        <p:nvSpPr>
          <p:cNvPr id="688" name="Google Shape;688;p122"/>
          <p:cNvSpPr/>
          <p:nvPr/>
        </p:nvSpPr>
        <p:spPr>
          <a:xfrm>
            <a:off x="577673" y="4425121"/>
            <a:ext cx="3075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не определяет выбросы</a:t>
            </a: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9" name="Google Shape;689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9305" y="1143775"/>
            <a:ext cx="2406719" cy="16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1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9300" y="3051649"/>
            <a:ext cx="2504400" cy="16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200"/>
              <a:t>LIVE</a:t>
            </a:r>
            <a:endParaRPr sz="7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24"/>
          <p:cNvSpPr/>
          <p:nvPr/>
        </p:nvSpPr>
        <p:spPr>
          <a:xfrm>
            <a:off x="651600" y="396360"/>
            <a:ext cx="7705500" cy="4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Вопросы?</a:t>
            </a:r>
            <a:endParaRPr sz="4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24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24"/>
          <p:cNvSpPr/>
          <p:nvPr/>
        </p:nvSpPr>
        <p:spPr>
          <a:xfrm>
            <a:off x="1513440" y="3378960"/>
            <a:ext cx="29991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3" name="Google Shape;703;p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160" y="3370680"/>
            <a:ext cx="661680" cy="66168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24"/>
          <p:cNvSpPr/>
          <p:nvPr/>
        </p:nvSpPr>
        <p:spPr>
          <a:xfrm>
            <a:off x="4881960" y="3378960"/>
            <a:ext cx="29991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Литература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80548-E895-D04D-A647-5566B159D5CD}"/>
              </a:ext>
            </a:extLst>
          </p:cNvPr>
          <p:cNvSpPr txBox="1"/>
          <p:nvPr/>
        </p:nvSpPr>
        <p:spPr>
          <a:xfrm>
            <a:off x="577755" y="1091821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Алгоритмы кластеризации: </a:t>
            </a:r>
            <a:r>
              <a:rPr lang="en-US" dirty="0">
                <a:hlinkClick r:id="rId3"/>
              </a:rPr>
              <a:t>https://habr.com/ru/articles/798331/</a:t>
            </a:r>
            <a:r>
              <a:rPr lang="ru-RU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28"/>
          <p:cNvSpPr/>
          <p:nvPr/>
        </p:nvSpPr>
        <p:spPr>
          <a:xfrm>
            <a:off x="500400" y="330840"/>
            <a:ext cx="8519760" cy="109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вебинара</a:t>
            </a:r>
            <a:endParaRPr sz="3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28"/>
          <p:cNvSpPr/>
          <p:nvPr/>
        </p:nvSpPr>
        <p:spPr>
          <a:xfrm>
            <a:off x="500400" y="857520"/>
            <a:ext cx="779616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Проверка достижения целей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0" name="Google Shape;730;p128"/>
          <p:cNvGraphicFramePr/>
          <p:nvPr/>
        </p:nvGraphicFramePr>
        <p:xfrm>
          <a:off x="952747" y="2202740"/>
          <a:ext cx="7238525" cy="1107000"/>
        </p:xfrm>
        <a:graphic>
          <a:graphicData uri="http://schemas.openxmlformats.org/drawingml/2006/table">
            <a:tbl>
              <a:tblPr>
                <a:noFill/>
                <a:tableStyleId>{99AC026B-19A8-409A-81A1-8817053D0AAA}</a:tableStyleId>
              </a:tblPr>
              <a:tblGrid>
                <a:gridCol w="4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Сформулировать задачу кластеризации</a:t>
                      </a:r>
                      <a:endParaRPr sz="13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u="none" strike="noStrike" cap="none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Применить Kmeans на практике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u="none" strike="noStrike" cap="none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ru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выбирать количество кластеров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075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29"/>
          <p:cNvSpPr/>
          <p:nvPr/>
        </p:nvSpPr>
        <p:spPr>
          <a:xfrm>
            <a:off x="651600" y="396360"/>
            <a:ext cx="7705500" cy="40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Заполните, пожалуйста,</a:t>
            </a:r>
            <a:endParaRPr sz="49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опрос о занятии</a:t>
            </a:r>
            <a:endParaRPr sz="49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lang="ru" sz="49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 ссылке в чате</a:t>
            </a:r>
            <a:endParaRPr sz="4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30"/>
          <p:cNvSpPr/>
          <p:nvPr/>
        </p:nvSpPr>
        <p:spPr>
          <a:xfrm>
            <a:off x="500400" y="677025"/>
            <a:ext cx="8519700" cy="13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Приходите на следующие вебинары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30"/>
          <p:cNvSpPr/>
          <p:nvPr/>
        </p:nvSpPr>
        <p:spPr>
          <a:xfrm>
            <a:off x="500400" y="457200"/>
            <a:ext cx="779616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0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sz="1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0"/>
          <p:cNvSpPr/>
          <p:nvPr/>
        </p:nvSpPr>
        <p:spPr>
          <a:xfrm>
            <a:off x="500340" y="2185560"/>
            <a:ext cx="1033200" cy="26373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6" name="Google Shape;746;p130"/>
          <p:cNvPicPr preferRelativeResize="0"/>
          <p:nvPr/>
        </p:nvPicPr>
        <p:blipFill>
          <a:blip r:embed="rId3"/>
          <a:srcRect t="8125" b="8125"/>
          <a:stretch/>
        </p:blipFill>
        <p:spPr>
          <a:xfrm>
            <a:off x="691915" y="2442810"/>
            <a:ext cx="2160000" cy="216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" name="Google Shape;392;p96">
            <a:extLst>
              <a:ext uri="{FF2B5EF4-FFF2-40B4-BE49-F238E27FC236}">
                <a16:creationId xmlns:a16="http://schemas.microsoft.com/office/drawing/2014/main" id="{9AD0EFEF-6A6F-2044-B995-468BF52FA380}"/>
              </a:ext>
            </a:extLst>
          </p:cNvPr>
          <p:cNvSpPr/>
          <p:nvPr/>
        </p:nvSpPr>
        <p:spPr>
          <a:xfrm>
            <a:off x="500340" y="1173420"/>
            <a:ext cx="8519760" cy="71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учителя. </a:t>
            </a:r>
            <a:r>
              <a:rPr lang="ru-RU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Иерархическая кластеризация. </a:t>
            </a:r>
            <a:r>
              <a:rPr lang="ru-RU" sz="2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B-Scan.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94;p96">
            <a:extLst>
              <a:ext uri="{FF2B5EF4-FFF2-40B4-BE49-F238E27FC236}">
                <a16:creationId xmlns:a16="http://schemas.microsoft.com/office/drawing/2014/main" id="{E87AF061-0C65-BF46-AD9B-A4430EDE2CE9}"/>
              </a:ext>
            </a:extLst>
          </p:cNvPr>
          <p:cNvSpPr/>
          <p:nvPr/>
        </p:nvSpPr>
        <p:spPr>
          <a:xfrm>
            <a:off x="3356585" y="2041425"/>
            <a:ext cx="37011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-RU" sz="1600" b="1" dirty="0" err="1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горь</a:t>
            </a:r>
            <a:r>
              <a:rPr lang="ru-RU" sz="1600" b="1" dirty="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 Стурейко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9;p48">
            <a:extLst>
              <a:ext uri="{FF2B5EF4-FFF2-40B4-BE49-F238E27FC236}">
                <a16:creationId xmlns:a16="http://schemas.microsoft.com/office/drawing/2014/main" id="{9552DA01-C69E-8D49-8A0D-F78C9397FEFB}"/>
              </a:ext>
            </a:extLst>
          </p:cNvPr>
          <p:cNvSpPr txBox="1">
            <a:spLocks/>
          </p:cNvSpPr>
          <p:nvPr/>
        </p:nvSpPr>
        <p:spPr>
          <a:xfrm>
            <a:off x="3356585" y="2628974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Learning, 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en-US" sz="1150" b="1" dirty="0"/>
          </a:p>
          <a:p>
            <a:endParaRPr lang="en-US" sz="1150" b="1" dirty="0"/>
          </a:p>
          <a:p>
            <a:r>
              <a:rPr lang="en-US" sz="1150" b="1" dirty="0" err="1"/>
              <a:t>Teamlead</a:t>
            </a:r>
            <a:r>
              <a:rPr lang="en-US" sz="1150" b="1" dirty="0"/>
              <a:t>, </a:t>
            </a:r>
            <a:r>
              <a:rPr lang="ru-RU" sz="1150" b="1" dirty="0"/>
              <a:t>главный инженер проекта, </a:t>
            </a:r>
          </a:p>
          <a:p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endParaRPr lang="ru-RU" sz="1150" dirty="0"/>
          </a:p>
          <a:p>
            <a:r>
              <a:rPr lang="ru-RU" sz="1150" b="1" dirty="0"/>
              <a:t>Опыт:</a:t>
            </a:r>
            <a:endParaRPr lang="ru-RU" sz="1150" dirty="0"/>
          </a:p>
          <a:p>
            <a:r>
              <a:rPr lang="ru-RU" sz="1150" dirty="0"/>
              <a:t>Более 15 лет занимался прикладной математикой и мат моделированием</a:t>
            </a:r>
          </a:p>
          <a:p>
            <a:r>
              <a:rPr lang="ru-RU" sz="1150" dirty="0"/>
              <a:t>(</a:t>
            </a:r>
            <a:r>
              <a:rPr lang="en-US" sz="1150" dirty="0"/>
              <a:t>Data Scientist) (Python, </a:t>
            </a:r>
            <a:r>
              <a:rPr lang="ru-RU" sz="1150" dirty="0"/>
              <a:t>С++)</a:t>
            </a:r>
          </a:p>
          <a:p>
            <a:endParaRPr lang="ru-RU" sz="1150" dirty="0"/>
          </a:p>
          <a:p>
            <a:endParaRPr lang="ru-RU" sz="1150" b="1" dirty="0"/>
          </a:p>
          <a:p>
            <a:r>
              <a:rPr lang="ru-RU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</a:p>
          <a:p>
            <a:endParaRPr lang="en-US" sz="1150" b="1" dirty="0"/>
          </a:p>
          <a:p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endParaRPr lang="en-US" sz="1150" dirty="0"/>
          </a:p>
          <a:p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en-US" sz="1200" b="1" dirty="0"/>
              <a:t> </a:t>
            </a:r>
            <a:r>
              <a:rPr lang="en-US" sz="1200" dirty="0"/>
              <a:t>(</a:t>
            </a:r>
            <a:r>
              <a:rPr lang="ru-RU" sz="1200" dirty="0"/>
              <a:t>Мой канал посвященный финансовым моделям)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800</Words>
  <Application>Microsoft Macintosh PowerPoint</Application>
  <PresentationFormat>On-screen Show (16:9)</PresentationFormat>
  <Paragraphs>216</Paragraphs>
  <Slides>34</Slides>
  <Notes>34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Cambria Math</vt:lpstr>
      <vt:lpstr>Calibri</vt:lpstr>
      <vt:lpstr>Arial</vt:lpstr>
      <vt:lpstr>Courier New</vt:lpstr>
      <vt:lpstr>Roboto</vt:lpstr>
      <vt:lpstr>Avenir</vt:lpstr>
      <vt:lpstr>Simple Light</vt:lpstr>
      <vt:lpstr>Office Theme</vt:lpstr>
      <vt:lpstr>Office Theme</vt:lpstr>
      <vt:lpstr>Office Theme</vt:lpstr>
      <vt:lpstr>Office Theme</vt:lpstr>
      <vt:lpstr>Office Theme</vt:lpstr>
      <vt:lpstr>Светлая тема</vt:lpstr>
      <vt:lpstr>PowerPoint Presentation</vt:lpstr>
      <vt:lpstr>PowerPoint Presentation</vt:lpstr>
      <vt:lpstr>PowerPoint Presentation</vt:lpstr>
      <vt:lpstr>PowerPoint Presentation</vt:lpstr>
      <vt:lpstr>Маршрут вебинара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Алгоритм K-means</vt:lpstr>
      <vt:lpstr>PowerPoint Presentation</vt:lpstr>
      <vt:lpstr>PowerPoint Presentation</vt:lpstr>
      <vt:lpstr>PowerPoint Presentation</vt:lpstr>
      <vt:lpstr>LIVE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</vt:lpstr>
      <vt:lpstr>PowerPoint Presentation</vt:lpstr>
      <vt:lpstr>PowerPoint Presentation</vt:lpstr>
      <vt:lpstr>PowerPoint Presentation</vt:lpstr>
      <vt:lpstr>LIVE</vt:lpstr>
      <vt:lpstr>PowerPoint Presentation</vt:lpstr>
      <vt:lpstr>Литература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Стурейко Игорь Олегович</cp:lastModifiedBy>
  <cp:revision>10</cp:revision>
  <dcterms:modified xsi:type="dcterms:W3CDTF">2025-07-31T14:22:44Z</dcterms:modified>
</cp:coreProperties>
</file>