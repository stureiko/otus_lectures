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312" r:id="rId4"/>
    <p:sldId id="260" r:id="rId5"/>
    <p:sldId id="261" r:id="rId6"/>
    <p:sldId id="313" r:id="rId7"/>
    <p:sldId id="314" r:id="rId8"/>
    <p:sldId id="301" r:id="rId9"/>
    <p:sldId id="315" r:id="rId10"/>
    <p:sldId id="316" r:id="rId11"/>
    <p:sldId id="304" r:id="rId1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88"/>
    <p:restoredTop sz="97030"/>
  </p:normalViewPr>
  <p:slideViewPr>
    <p:cSldViewPr>
      <p:cViewPr varScale="1">
        <p:scale>
          <a:sx n="297" d="100"/>
          <a:sy n="297" d="100"/>
        </p:scale>
        <p:origin x="1264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690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ru-RU" sz="3200" dirty="0"/>
              <a:t>Курсовой проект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</a:t>
            </a:r>
            <a:r>
              <a:rPr lang="en-US" dirty="0"/>
              <a:t>Ops</a:t>
            </a:r>
            <a:br>
              <a:rPr lang="en-US" sz="3200" dirty="0"/>
            </a:br>
            <a:r>
              <a:rPr lang="ru-RU" sz="2400" dirty="0"/>
              <a:t>Курсовой проект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 </a:t>
            </a:r>
            <a:r>
              <a:rPr lang="ru-RU" dirty="0" err="1"/>
              <a:t>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ru-RU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курсовая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выбрать тему проекта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Расписание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Пожелания и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напуствие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Защита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6" name="Picture 2" descr="10 MLOps Projects Ideas for Beginners to Practice in 2024">
            <a:extLst>
              <a:ext uri="{FF2B5EF4-FFF2-40B4-BE49-F238E27FC236}">
                <a16:creationId xmlns:a16="http://schemas.microsoft.com/office/drawing/2014/main" id="{FE5AA4DD-B2B4-B442-88F6-DF85CA84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59273"/>
            <a:ext cx="3814762" cy="285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Проектная работа – это просто еще одно ДЗ, просто немного большего объема;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 рамках этапа «Проектная работа» можно и нужно </a:t>
            </a:r>
            <a:r>
              <a:rPr lang="ru-RU" sz="1800" dirty="0" err="1">
                <a:solidFill>
                  <a:srgbClr val="1E1F21"/>
                </a:solidFill>
              </a:rPr>
              <a:t>досдавать</a:t>
            </a:r>
            <a:r>
              <a:rPr lang="ru-RU" sz="1800" dirty="0">
                <a:solidFill>
                  <a:srgbClr val="1E1F21"/>
                </a:solidFill>
              </a:rPr>
              <a:t> ДЗ курса;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Выполненный проект может дополнить ваше портфолио.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Проектная работа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Взять проект на работе;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Собственный домашний проект;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Взять </a:t>
            </a:r>
            <a:r>
              <a:rPr lang="ru" sz="1800" dirty="0">
                <a:solidFill>
                  <a:srgbClr val="1E1F21"/>
                </a:solidFill>
              </a:rPr>
              <a:t>интересный вам проект с </a:t>
            </a:r>
            <a:r>
              <a:rPr lang="en-US" sz="1800" dirty="0">
                <a:solidFill>
                  <a:srgbClr val="1E1F21"/>
                </a:solidFill>
                <a:hlinkClick r:id="rId3"/>
              </a:rPr>
              <a:t>https://www.kaggle.com</a:t>
            </a:r>
            <a:r>
              <a:rPr lang="ru" sz="1800" dirty="0">
                <a:solidFill>
                  <a:srgbClr val="1E1F21"/>
                </a:solidFill>
              </a:rPr>
              <a:t>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выбрать тему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05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 </a:t>
            </a:r>
            <a:r>
              <a:rPr lang="en-US" sz="1400" b="0" dirty="0">
                <a:solidFill>
                  <a:srgbClr val="1E1F21"/>
                </a:solidFill>
              </a:rPr>
              <a:t>ML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Конвейер предобработки данных. Данные будут храниться на облачном ресурсе, например </a:t>
            </a:r>
            <a:r>
              <a:rPr lang="en-US" sz="1400" b="0" dirty="0">
                <a:solidFill>
                  <a:srgbClr val="1E1F21"/>
                </a:solidFill>
              </a:rPr>
              <a:t>S3.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Создание модели и </a:t>
            </a:r>
            <a:r>
              <a:rPr lang="ru-RU" sz="1400" b="0" dirty="0" err="1">
                <a:solidFill>
                  <a:srgbClr val="1E1F21"/>
                </a:solidFill>
              </a:rPr>
              <a:t>фиче-инжениринг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Обучение модели.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 err="1">
                <a:solidFill>
                  <a:srgbClr val="1E1F21"/>
                </a:solidFill>
              </a:rPr>
              <a:t>Логирование</a:t>
            </a:r>
            <a:r>
              <a:rPr lang="ru-RU" sz="1400" b="0" dirty="0">
                <a:solidFill>
                  <a:srgbClr val="1E1F21"/>
                </a:solidFill>
              </a:rPr>
              <a:t> метрик.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en-US" sz="1400" b="0" dirty="0">
                <a:solidFill>
                  <a:srgbClr val="1E1F21"/>
                </a:solidFill>
              </a:rPr>
              <a:t>CI/CD </a:t>
            </a:r>
            <a:r>
              <a:rPr lang="ru-RU" sz="1400" b="0" dirty="0">
                <a:solidFill>
                  <a:srgbClr val="1E1F21"/>
                </a:solidFill>
              </a:rPr>
              <a:t>конвейер – создание </a:t>
            </a:r>
            <a:r>
              <a:rPr lang="en-US" sz="1400" b="0" dirty="0">
                <a:solidFill>
                  <a:srgbClr val="1E1F21"/>
                </a:solidFill>
              </a:rPr>
              <a:t>docker</a:t>
            </a:r>
            <a:r>
              <a:rPr lang="ru-RU" sz="1400" b="0" dirty="0">
                <a:solidFill>
                  <a:srgbClr val="1E1F21"/>
                </a:solidFill>
              </a:rPr>
              <a:t> образа из лучшей модели.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Деплой</a:t>
            </a:r>
            <a:r>
              <a:rPr lang="ru-RU" sz="1400" b="0" dirty="0">
                <a:solidFill>
                  <a:srgbClr val="1E1F21"/>
                </a:solidFill>
              </a:rPr>
              <a:t> модели в </a:t>
            </a:r>
            <a:r>
              <a:rPr lang="en-US" sz="1400" b="0" dirty="0">
                <a:solidFill>
                  <a:srgbClr val="1E1F21"/>
                </a:solidFill>
              </a:rPr>
              <a:t>k8s. </a:t>
            </a:r>
            <a:r>
              <a:rPr lang="ru-RU" sz="1400" b="0" dirty="0">
                <a:solidFill>
                  <a:srgbClr val="1E1F21"/>
                </a:solidFill>
              </a:rPr>
              <a:t>Масштабирование под нагрузку.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Переобучение модели по расписанию и/или деградации метрик качества и раскатка лучшей модели в </a:t>
            </a:r>
            <a:r>
              <a:rPr lang="en-US" sz="1400" b="0" dirty="0">
                <a:solidFill>
                  <a:srgbClr val="1E1F21"/>
                </a:solidFill>
              </a:rPr>
              <a:t>k8s.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Мониторинг метрик и нагрузки и оповещение.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этапы формируются скриптами.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 ссылка на </a:t>
            </a:r>
            <a:r>
              <a:rPr lang="en-US" sz="1400" b="0" dirty="0">
                <a:solidFill>
                  <a:srgbClr val="1E1F21"/>
                </a:solidFill>
              </a:rPr>
              <a:t>git </a:t>
            </a:r>
            <a:r>
              <a:rPr lang="ru-RU" sz="1400" b="0" dirty="0">
                <a:solidFill>
                  <a:srgbClr val="1E1F21"/>
                </a:solidFill>
              </a:rPr>
              <a:t>репозиторий.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Что должно быть в проекте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6463" y="2943932"/>
            <a:ext cx="2989202" cy="1992801"/>
          </a:xfrm>
          <a:prstGeom prst="rect">
            <a:avLst/>
          </a:prstGeom>
        </p:spPr>
      </p:pic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091600" y="542763"/>
          <a:ext cx="2606039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7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7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3C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1233721" y="19217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08</a:t>
            </a:r>
            <a:r>
              <a:rPr sz="14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r>
              <a:rPr lang="en-US" sz="1400" dirty="0">
                <a:solidFill>
                  <a:schemeClr val="tx1"/>
                </a:solidFill>
                <a:latin typeface="Calibri"/>
                <a:cs typeface="Calibri"/>
              </a:rPr>
              <a:t>0</a:t>
            </a:r>
            <a:r>
              <a:rPr lang="ru-RU" sz="1400" dirty="0">
                <a:solidFill>
                  <a:schemeClr val="tx1"/>
                </a:solidFill>
                <a:latin typeface="Calibri"/>
                <a:cs typeface="Calibri"/>
              </a:rPr>
              <a:t>9</a:t>
            </a:r>
            <a:r>
              <a:rPr sz="1400" spc="-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chemeClr val="tx1"/>
                </a:solidFill>
                <a:latin typeface="Calibri"/>
                <a:cs typeface="Calibri"/>
              </a:rPr>
              <a:t>-</a:t>
            </a:r>
            <a:endParaRPr sz="14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3721" y="2455164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2</a:t>
            </a:r>
            <a:r>
              <a:rPr lang="ru-RU" sz="1400" dirty="0">
                <a:latin typeface="Calibri"/>
                <a:cs typeface="Calibri"/>
              </a:rPr>
              <a:t>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en-US"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9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7928" y="298246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dirty="0">
                <a:latin typeface="Calibri"/>
                <a:cs typeface="Calibri"/>
              </a:rPr>
              <a:t>0</a:t>
            </a:r>
            <a:r>
              <a:rPr lang="ru-RU" sz="1400" dirty="0">
                <a:latin typeface="Calibri"/>
                <a:cs typeface="Calibri"/>
              </a:rPr>
              <a:t>7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1233721" y="3509770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15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10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445335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Завершение курса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298207-2573-9240-B60B-F5E23F446C25}"/>
              </a:ext>
            </a:extLst>
          </p:cNvPr>
          <p:cNvSpPr/>
          <p:nvPr/>
        </p:nvSpPr>
        <p:spPr>
          <a:xfrm>
            <a:off x="2225090" y="2922971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 проектных работ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675E17-BE43-F34E-98F1-0CFEA89B0E2E}"/>
              </a:ext>
            </a:extLst>
          </p:cNvPr>
          <p:cNvSpPr/>
          <p:nvPr/>
        </p:nvSpPr>
        <p:spPr>
          <a:xfrm>
            <a:off x="2225090" y="2400609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Консультация по проектам и домашним заданиям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90" y="1857286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Выбор темы и организация проектной работы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843567" y="1673883"/>
            <a:ext cx="423742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892DAF46-096B-324F-B3B3-A6787F8D1DFE}"/>
              </a:ext>
            </a:extLst>
          </p:cNvPr>
          <p:cNvCxnSpPr>
            <a:cxnSpLocks/>
            <a:stCxn id="14" idx="2"/>
            <a:endCxn id="26" idx="1"/>
          </p:cNvCxnSpPr>
          <p:nvPr/>
        </p:nvCxnSpPr>
        <p:spPr>
          <a:xfrm rot="16200000" flipH="1">
            <a:off x="1571906" y="1945544"/>
            <a:ext cx="967065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ED9A16-3DDE-E148-A5A8-8B84FD095158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rot="16200000" flipH="1">
            <a:off x="1310725" y="2206725"/>
            <a:ext cx="1489427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1049543" y="2467907"/>
            <a:ext cx="2011791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 реализован конвейер предобработки данных. Где хранятся данные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Какая модель выбрана и </a:t>
            </a:r>
            <a:r>
              <a:rPr lang="ru-RU" sz="1400" b="0" dirty="0" err="1">
                <a:solidFill>
                  <a:srgbClr val="1E1F21"/>
                </a:solidFill>
              </a:rPr>
              <a:t>фиче-инжениринг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r>
              <a:rPr lang="ru-RU" sz="1400" b="0" dirty="0">
                <a:solidFill>
                  <a:srgbClr val="1E1F21"/>
                </a:solidFill>
              </a:rPr>
              <a:t> Метрики модели.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Инфраструктура. Как создавали и контролировали.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en-US" sz="1400" b="0" dirty="0">
                <a:solidFill>
                  <a:srgbClr val="1E1F21"/>
                </a:solidFill>
              </a:rPr>
              <a:t>CI/CD </a:t>
            </a:r>
            <a:r>
              <a:rPr lang="ru-RU" sz="1400" b="0" dirty="0">
                <a:solidFill>
                  <a:srgbClr val="1E1F21"/>
                </a:solidFill>
              </a:rPr>
              <a:t>конвейер – что включает.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Деплой</a:t>
            </a:r>
            <a:r>
              <a:rPr lang="ru-RU" sz="1400" b="0" dirty="0">
                <a:solidFill>
                  <a:srgbClr val="1E1F21"/>
                </a:solidFill>
              </a:rPr>
              <a:t> модели в </a:t>
            </a:r>
            <a:r>
              <a:rPr lang="en-US" sz="1400" b="0" dirty="0">
                <a:solidFill>
                  <a:srgbClr val="1E1F21"/>
                </a:solidFill>
              </a:rPr>
              <a:t>k8s. </a:t>
            </a:r>
            <a:r>
              <a:rPr lang="ru-RU" sz="1400" b="0" dirty="0">
                <a:solidFill>
                  <a:srgbClr val="1E1F21"/>
                </a:solidFill>
              </a:rPr>
              <a:t>Масштабирование под нагрузку.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 err="1">
                <a:solidFill>
                  <a:srgbClr val="1E1F21"/>
                </a:solidFill>
              </a:rPr>
              <a:t>Трешхолд</a:t>
            </a:r>
            <a:r>
              <a:rPr lang="ru-RU" sz="1400" b="0" dirty="0">
                <a:solidFill>
                  <a:srgbClr val="1E1F21"/>
                </a:solidFill>
              </a:rPr>
              <a:t> метрик и организация переобучения модели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Мониторинг метрик и нагрузки и оповещение.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 - презентация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Сосредоточьтесь не на модели и метриках, а на процессах и автоматизации.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Модель может быть любой (примитивной) она присутствует для иллюстрации автоматизации процесса</a:t>
            </a:r>
            <a:r>
              <a:rPr lang="en-US" sz="1400" b="0" dirty="0">
                <a:solidFill>
                  <a:srgbClr val="1E1F21"/>
                </a:solidFill>
              </a:rPr>
              <a:t>.</a:t>
            </a:r>
            <a:endParaRPr lang="ru-RU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шага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9" name="Google Shape;209;p48">
            <a:extLst>
              <a:ext uri="{FF2B5EF4-FFF2-40B4-BE49-F238E27FC236}">
                <a16:creationId xmlns:a16="http://schemas.microsoft.com/office/drawing/2014/main" id="{666D51A8-B86A-A04E-A7A6-A30E8E367D4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ru-RU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552</Words>
  <Application>Microsoft Macintosh PowerPoint</Application>
  <PresentationFormat>On-screen Show (16:9)</PresentationFormat>
  <Paragraphs>106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Roboto</vt:lpstr>
      <vt:lpstr>Trebuchet MS</vt:lpstr>
      <vt:lpstr>Office Theme</vt:lpstr>
      <vt:lpstr>MLOps Курсовой проект</vt:lpstr>
      <vt:lpstr>PowerPoint Presentation</vt:lpstr>
      <vt:lpstr>MLOps Курсовой проект</vt:lpstr>
      <vt:lpstr>Маршрут вебинара</vt:lpstr>
      <vt:lpstr>Проектная работа</vt:lpstr>
      <vt:lpstr>Как выбрать тему</vt:lpstr>
      <vt:lpstr>Что должно быть в проекте</vt:lpstr>
      <vt:lpstr>Программа</vt:lpstr>
      <vt:lpstr>Защита проекта - презентация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17</cp:revision>
  <dcterms:created xsi:type="dcterms:W3CDTF">2024-07-23T07:20:56Z</dcterms:created>
  <dcterms:modified xsi:type="dcterms:W3CDTF">2025-09-08T12:54:35Z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