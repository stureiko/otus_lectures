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312" r:id="rId4"/>
    <p:sldId id="260" r:id="rId5"/>
    <p:sldId id="261" r:id="rId6"/>
    <p:sldId id="313" r:id="rId7"/>
    <p:sldId id="314" r:id="rId8"/>
    <p:sldId id="301" r:id="rId9"/>
    <p:sldId id="315" r:id="rId10"/>
    <p:sldId id="316" r:id="rId11"/>
    <p:sldId id="304" r:id="rId12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166"/>
    <p:restoredTop sz="97030"/>
  </p:normalViewPr>
  <p:slideViewPr>
    <p:cSldViewPr>
      <p:cViewPr varScale="1">
        <p:scale>
          <a:sx n="297" d="100"/>
          <a:sy n="297" d="100"/>
        </p:scale>
        <p:origin x="107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2/19/25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2/19/25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2/19/25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2/19/25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3200" dirty="0"/>
              <a:t>Курсовой проект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</a:t>
            </a:r>
            <a:r>
              <a:rPr lang="en-US" dirty="0"/>
              <a:t>Ops</a:t>
            </a:r>
            <a:br>
              <a:rPr lang="en-US" sz="3200" dirty="0"/>
            </a:br>
            <a:r>
              <a:rPr lang="ru-RU" sz="2400" dirty="0"/>
              <a:t>Курсовой проект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Тема </a:t>
            </a:r>
            <a:r>
              <a:rPr lang="ru-RU" dirty="0" err="1"/>
              <a:t>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 descr="10 MLOps Projects Ideas for Beginners to Practice in 2024">
            <a:extLst>
              <a:ext uri="{FF2B5EF4-FFF2-40B4-BE49-F238E27FC236}">
                <a16:creationId xmlns:a16="http://schemas.microsoft.com/office/drawing/2014/main" id="{FE5AA4DD-B2B4-B442-88F6-DF85CA842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1559273"/>
            <a:ext cx="3814762" cy="2857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Конвейер предобработки данных. Данные будут храниться на облачном ресурсе, например </a:t>
            </a:r>
            <a:r>
              <a:rPr lang="en-US" sz="1400" b="0" dirty="0">
                <a:solidFill>
                  <a:srgbClr val="1E1F21"/>
                </a:solidFill>
              </a:rPr>
              <a:t>S3.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Создание модели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Обучение модели.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 err="1">
                <a:solidFill>
                  <a:srgbClr val="1E1F21"/>
                </a:solidFill>
              </a:rPr>
              <a:t>Логирование</a:t>
            </a:r>
            <a:r>
              <a:rPr lang="ru-RU" sz="1400" b="0" dirty="0">
                <a:solidFill>
                  <a:srgbClr val="1E1F21"/>
                </a:solidFill>
              </a:rPr>
              <a:t> метрик.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создание </a:t>
            </a:r>
            <a:r>
              <a:rPr lang="en-US" sz="1400" b="0" dirty="0">
                <a:solidFill>
                  <a:srgbClr val="1E1F21"/>
                </a:solidFill>
              </a:rPr>
              <a:t>docker</a:t>
            </a:r>
            <a:r>
              <a:rPr lang="ru-RU" sz="1400" b="0" dirty="0">
                <a:solidFill>
                  <a:srgbClr val="1E1F21"/>
                </a:solidFill>
              </a:rPr>
              <a:t> образа из лучшей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Переобучение модели по расписанию и/или деградации метрик качества и раскатка лучшей модели в </a:t>
            </a:r>
            <a:r>
              <a:rPr lang="en-US" sz="1400" b="0" dirty="0">
                <a:solidFill>
                  <a:srgbClr val="1E1F21"/>
                </a:solidFill>
              </a:rPr>
              <a:t>k8s.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этапы формируются скриптами.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19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02</a:t>
            </a:r>
            <a:r>
              <a:rPr sz="14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 </a:t>
            </a:r>
            <a:r>
              <a:rPr sz="1400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-</a:t>
            </a:r>
            <a:endParaRPr sz="1400" dirty="0">
              <a:solidFill>
                <a:schemeClr val="tx1">
                  <a:lumMod val="65000"/>
                  <a:lumOff val="3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233721" y="24551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06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03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237928" y="298246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</a:t>
            </a:r>
            <a:r>
              <a:rPr lang="en-US" sz="1400" dirty="0">
                <a:latin typeface="Calibri"/>
                <a:cs typeface="Calibri"/>
              </a:rPr>
              <a:t>1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03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1" y="3509770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24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03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44533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2922971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310725" y="2206725"/>
            <a:ext cx="1489427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1049543" y="2467907"/>
            <a:ext cx="2011791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 реализован конвейер предобработки данных. Где хранятся данные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Какая модель выбрана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r>
              <a:rPr lang="ru-RU" sz="1400" b="0" dirty="0">
                <a:solidFill>
                  <a:srgbClr val="1E1F21"/>
                </a:solidFill>
              </a:rPr>
              <a:t> Метрики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Инфраструктура. Как создавали и контролировали.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что включает.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Трешхолд</a:t>
            </a:r>
            <a:r>
              <a:rPr lang="ru-RU" sz="1400" b="0" dirty="0">
                <a:solidFill>
                  <a:srgbClr val="1E1F21"/>
                </a:solidFill>
              </a:rPr>
              <a:t> метрик и организация переобучения модели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Сосредоточьтесь не на модели и метриках, а на процессах и автоматизации.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Модель может быть любой (примитивной) она присутствует для иллюстрации автоматизации процесса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шага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356</TotalTime>
  <Words>557</Words>
  <Application>Microsoft Macintosh PowerPoint</Application>
  <PresentationFormat>On-screen Show (16:9)</PresentationFormat>
  <Paragraphs>106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Roboto</vt:lpstr>
      <vt:lpstr>Trebuchet MS</vt:lpstr>
      <vt:lpstr>Office Theme</vt:lpstr>
      <vt:lpstr>MLOps Курсовой проект</vt:lpstr>
      <vt:lpstr>PowerPoint Presentation</vt:lpstr>
      <vt:lpstr>MLOps Курсовой проект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14</cp:revision>
  <dcterms:created xsi:type="dcterms:W3CDTF">2024-07-23T07:20:56Z</dcterms:created>
  <dcterms:modified xsi:type="dcterms:W3CDTF">2025-02-19T09:23:41Z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