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3.jpg" ContentType="image/jpeg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2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27.jpg" ContentType="image/jpeg"/>
  <Override PartName="/ppt/media/image30.jpg" ContentType="image/jpeg"/>
  <Override PartName="/ppt/media/image32.jpg" ContentType="image/jpeg"/>
  <Override PartName="/ppt/media/image33.jpg" ContentType="image/jpeg"/>
  <Override PartName="/ppt/media/image35.jpg" ContentType="image/jpeg"/>
  <Override PartName="/ppt/media/image36.jpg" ContentType="image/jpeg"/>
  <Override PartName="/ppt/media/image37.jpg" ContentType="image/jpeg"/>
  <Override PartName="/ppt/media/image38.jpg" ContentType="image/jpeg"/>
  <Override PartName="/ppt/media/image40.jpg" ContentType="image/jpeg"/>
  <Override PartName="/ppt/media/image41.jpg" ContentType="image/jpeg"/>
  <Override PartName="/ppt/media/image42.jpg" ContentType="image/jpeg"/>
  <Override PartName="/ppt/media/image43.jpg" ContentType="image/jpe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62" r:id="rId4"/>
    <p:sldId id="312" r:id="rId5"/>
    <p:sldId id="338" r:id="rId6"/>
    <p:sldId id="261" r:id="rId7"/>
    <p:sldId id="263" r:id="rId8"/>
    <p:sldId id="264" r:id="rId9"/>
    <p:sldId id="265" r:id="rId10"/>
    <p:sldId id="313" r:id="rId11"/>
    <p:sldId id="339" r:id="rId12"/>
    <p:sldId id="481" r:id="rId13"/>
    <p:sldId id="482" r:id="rId14"/>
    <p:sldId id="483" r:id="rId15"/>
    <p:sldId id="484" r:id="rId16"/>
    <p:sldId id="486" r:id="rId17"/>
    <p:sldId id="485" r:id="rId18"/>
    <p:sldId id="487" r:id="rId19"/>
    <p:sldId id="488" r:id="rId20"/>
    <p:sldId id="489" r:id="rId21"/>
    <p:sldId id="490" r:id="rId22"/>
    <p:sldId id="491" r:id="rId23"/>
    <p:sldId id="499" r:id="rId24"/>
    <p:sldId id="498" r:id="rId25"/>
    <p:sldId id="501" r:id="rId26"/>
    <p:sldId id="500" r:id="rId27"/>
    <p:sldId id="336" r:id="rId28"/>
    <p:sldId id="337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2"/>
    <p:restoredTop sz="94719"/>
  </p:normalViewPr>
  <p:slideViewPr>
    <p:cSldViewPr>
      <p:cViewPr varScale="1">
        <p:scale>
          <a:sx n="196" d="100"/>
          <a:sy n="196" d="100"/>
        </p:scale>
        <p:origin x="52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741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88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70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78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454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51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ru-RU" sz="3200" dirty="0"/>
              <a:t>Облачная инфраструктура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</a:t>
            </a:r>
            <a:r>
              <a:rPr lang="en-US" dirty="0"/>
              <a:t>Ops</a:t>
            </a:r>
            <a:br>
              <a:rPr lang="en-US" sz="3200" dirty="0"/>
            </a:br>
            <a:r>
              <a:rPr lang="ru-RU" sz="2400" dirty="0"/>
              <a:t>Облачная инфраструктура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Маршрут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41" name="Google Shape;241;p37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Мотивация</a:t>
            </a:r>
            <a:endParaRPr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/>
          <p:nvPr/>
        </p:nvSpPr>
        <p:spPr>
          <a:xfrm>
            <a:off x="786524" y="35430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Сервисы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Yandex Cloud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786524" y="432218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SzPts val="1600"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</a:p>
        </p:txBody>
      </p:sp>
      <p:sp>
        <p:nvSpPr>
          <p:cNvPr id="244" name="Google Shape;244;p37"/>
          <p:cNvSpPr/>
          <p:nvPr/>
        </p:nvSpPr>
        <p:spPr>
          <a:xfrm>
            <a:off x="792874" y="198468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Компоненты в облаке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44;p37">
            <a:extLst>
              <a:ext uri="{FF2B5EF4-FFF2-40B4-BE49-F238E27FC236}">
                <a16:creationId xmlns:a16="http://schemas.microsoft.com/office/drawing/2014/main" id="{D4AAFEF9-484D-CB49-9394-A6E1EE7A728B}"/>
              </a:ext>
            </a:extLst>
          </p:cNvPr>
          <p:cNvSpPr/>
          <p:nvPr/>
        </p:nvSpPr>
        <p:spPr>
          <a:xfrm>
            <a:off x="799225" y="27638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Облачные провайдеры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51;p37">
            <a:extLst>
              <a:ext uri="{FF2B5EF4-FFF2-40B4-BE49-F238E27FC236}">
                <a16:creationId xmlns:a16="http://schemas.microsoft.com/office/drawing/2014/main" id="{7B6CD010-F979-3045-BA4E-6D37DE20CBA3}"/>
              </a:ext>
            </a:extLst>
          </p:cNvPr>
          <p:cNvCxnSpPr>
            <a:cxnSpLocks/>
            <a:stCxn id="242" idx="1"/>
            <a:endCxn id="243" idx="1"/>
          </p:cNvCxnSpPr>
          <p:nvPr/>
        </p:nvCxnSpPr>
        <p:spPr>
          <a:xfrm rot="10800000" flipV="1">
            <a:off x="786524" y="3731116"/>
            <a:ext cx="12700" cy="77916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" name="Google Shape;251;p37">
            <a:extLst>
              <a:ext uri="{FF2B5EF4-FFF2-40B4-BE49-F238E27FC236}">
                <a16:creationId xmlns:a16="http://schemas.microsoft.com/office/drawing/2014/main" id="{C7CECD3F-7C7A-0C41-9462-8A4F1E7A4EC0}"/>
              </a:ext>
            </a:extLst>
          </p:cNvPr>
          <p:cNvCxnSpPr>
            <a:cxnSpLocks/>
            <a:stCxn id="17" idx="1"/>
            <a:endCxn id="242" idx="1"/>
          </p:cNvCxnSpPr>
          <p:nvPr/>
        </p:nvCxnSpPr>
        <p:spPr>
          <a:xfrm rot="10800000" flipV="1">
            <a:off x="786525" y="2951953"/>
            <a:ext cx="12701" cy="779164"/>
          </a:xfrm>
          <a:prstGeom prst="curvedConnector3">
            <a:avLst>
              <a:gd name="adj1" fmla="val 1899858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" name="Google Shape;251;p37">
            <a:extLst>
              <a:ext uri="{FF2B5EF4-FFF2-40B4-BE49-F238E27FC236}">
                <a16:creationId xmlns:a16="http://schemas.microsoft.com/office/drawing/2014/main" id="{BA3B9846-A040-C54B-A46C-DB49CA464C1B}"/>
              </a:ext>
            </a:extLst>
          </p:cNvPr>
          <p:cNvCxnSpPr>
            <a:cxnSpLocks/>
            <a:stCxn id="244" idx="1"/>
            <a:endCxn id="17" idx="1"/>
          </p:cNvCxnSpPr>
          <p:nvPr/>
        </p:nvCxnSpPr>
        <p:spPr>
          <a:xfrm rot="10800000" flipH="1" flipV="1">
            <a:off x="792873" y="2172789"/>
            <a:ext cx="6351" cy="779164"/>
          </a:xfrm>
          <a:prstGeom prst="curvedConnector3">
            <a:avLst>
              <a:gd name="adj1" fmla="val -35994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" name="Google Shape;251;p37">
            <a:extLst>
              <a:ext uri="{FF2B5EF4-FFF2-40B4-BE49-F238E27FC236}">
                <a16:creationId xmlns:a16="http://schemas.microsoft.com/office/drawing/2014/main" id="{9E0304BD-7386-A943-A1FA-0F6E0449EEEA}"/>
              </a:ext>
            </a:extLst>
          </p:cNvPr>
          <p:cNvCxnSpPr>
            <a:cxnSpLocks/>
            <a:stCxn id="241" idx="1"/>
            <a:endCxn id="244" idx="1"/>
          </p:cNvCxnSpPr>
          <p:nvPr/>
        </p:nvCxnSpPr>
        <p:spPr>
          <a:xfrm rot="10800000" flipH="1" flipV="1">
            <a:off x="786524" y="1393625"/>
            <a:ext cx="6349" cy="779164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330677-34A2-0244-ABA2-7990A3F80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332" y="1205525"/>
            <a:ext cx="4883668" cy="21905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3D7A8-A5DF-4241-8D9B-70735FD49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471" y="3491878"/>
            <a:ext cx="2021386" cy="139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Процессы и компоненты  </a:t>
            </a:r>
            <a:br>
              <a:rPr lang="ru-RU" sz="5400" dirty="0"/>
            </a:br>
            <a:r>
              <a:rPr lang="en-US" sz="5400" dirty="0" err="1"/>
              <a:t>MLOps</a:t>
            </a:r>
            <a:r>
              <a:rPr lang="en-US" sz="5400" dirty="0"/>
              <a:t> </a:t>
            </a:r>
            <a:r>
              <a:rPr lang="ru-RU" sz="5400" dirty="0"/>
              <a:t>в облаке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8EF89-D5F2-2745-B204-E832E3E7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Lifecycle</a:t>
            </a:r>
          </a:p>
        </p:txBody>
      </p:sp>
      <p:sp>
        <p:nvSpPr>
          <p:cNvPr id="4" name="Google Shape;115;p9">
            <a:extLst>
              <a:ext uri="{FF2B5EF4-FFF2-40B4-BE49-F238E27FC236}">
                <a16:creationId xmlns:a16="http://schemas.microsoft.com/office/drawing/2014/main" id="{82064719-A9B8-3248-813E-CDA4D6716C90}"/>
              </a:ext>
            </a:extLst>
          </p:cNvPr>
          <p:cNvSpPr/>
          <p:nvPr/>
        </p:nvSpPr>
        <p:spPr>
          <a:xfrm>
            <a:off x="2285193" y="809198"/>
            <a:ext cx="4951314" cy="412609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1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53BA-6BD5-1B43-B18E-20B8A933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компоненты могут понадобиться</a:t>
            </a:r>
            <a:endParaRPr lang="en-US" dirty="0"/>
          </a:p>
        </p:txBody>
      </p:sp>
      <p:sp>
        <p:nvSpPr>
          <p:cNvPr id="3" name="Google Shape;121;p10">
            <a:extLst>
              <a:ext uri="{FF2B5EF4-FFF2-40B4-BE49-F238E27FC236}">
                <a16:creationId xmlns:a16="http://schemas.microsoft.com/office/drawing/2014/main" id="{85428036-828C-A244-9197-36069F6A16CF}"/>
              </a:ext>
            </a:extLst>
          </p:cNvPr>
          <p:cNvSpPr/>
          <p:nvPr/>
        </p:nvSpPr>
        <p:spPr>
          <a:xfrm>
            <a:off x="2595819" y="3472968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3023"/>
                </a:moveTo>
                <a:lnTo>
                  <a:pt x="115499" y="693023"/>
                </a:lnTo>
                <a:lnTo>
                  <a:pt x="70547" y="683944"/>
                </a:lnTo>
                <a:lnTo>
                  <a:pt x="33834" y="659186"/>
                </a:lnTo>
                <a:lnTo>
                  <a:pt x="9078" y="622465"/>
                </a:lnTo>
                <a:lnTo>
                  <a:pt x="0" y="577498"/>
                </a:lnTo>
                <a:lnTo>
                  <a:pt x="0" y="115524"/>
                </a:lnTo>
                <a:lnTo>
                  <a:pt x="9078" y="70558"/>
                </a:lnTo>
                <a:lnTo>
                  <a:pt x="33834" y="33837"/>
                </a:lnTo>
                <a:lnTo>
                  <a:pt x="70547" y="9078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6"/>
                </a:lnTo>
                <a:lnTo>
                  <a:pt x="1684571" y="33849"/>
                </a:lnTo>
                <a:lnTo>
                  <a:pt x="1709602" y="71312"/>
                </a:lnTo>
                <a:lnTo>
                  <a:pt x="1718396" y="115524"/>
                </a:lnTo>
                <a:lnTo>
                  <a:pt x="1718396" y="577498"/>
                </a:lnTo>
                <a:lnTo>
                  <a:pt x="1709321" y="622465"/>
                </a:lnTo>
                <a:lnTo>
                  <a:pt x="1684571" y="659186"/>
                </a:lnTo>
                <a:lnTo>
                  <a:pt x="1647859" y="683944"/>
                </a:lnTo>
                <a:lnTo>
                  <a:pt x="1602896" y="693023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22;p10">
            <a:extLst>
              <a:ext uri="{FF2B5EF4-FFF2-40B4-BE49-F238E27FC236}">
                <a16:creationId xmlns:a16="http://schemas.microsoft.com/office/drawing/2014/main" id="{C352776A-E5ED-7B49-A8AA-7BD633378928}"/>
              </a:ext>
            </a:extLst>
          </p:cNvPr>
          <p:cNvSpPr txBox="1"/>
          <p:nvPr/>
        </p:nvSpPr>
        <p:spPr>
          <a:xfrm>
            <a:off x="2780303" y="3600153"/>
            <a:ext cx="1392798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-7938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артефактов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23;p10">
            <a:extLst>
              <a:ext uri="{FF2B5EF4-FFF2-40B4-BE49-F238E27FC236}">
                <a16:creationId xmlns:a16="http://schemas.microsoft.com/office/drawing/2014/main" id="{3A376FE6-A73A-E448-8FAC-D9194A486A73}"/>
              </a:ext>
            </a:extLst>
          </p:cNvPr>
          <p:cNvSpPr/>
          <p:nvPr/>
        </p:nvSpPr>
        <p:spPr>
          <a:xfrm>
            <a:off x="665173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1602894" y="0"/>
                </a:lnTo>
                <a:lnTo>
                  <a:pt x="1647095" y="8793"/>
                </a:lnTo>
                <a:lnTo>
                  <a:pt x="1684566" y="33824"/>
                </a:lnTo>
                <a:lnTo>
                  <a:pt x="1709604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19" y="622461"/>
                </a:lnTo>
                <a:lnTo>
                  <a:pt x="1684566" y="659173"/>
                </a:lnTo>
                <a:lnTo>
                  <a:pt x="1647852" y="683923"/>
                </a:lnTo>
                <a:lnTo>
                  <a:pt x="1602894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4;p10">
            <a:extLst>
              <a:ext uri="{FF2B5EF4-FFF2-40B4-BE49-F238E27FC236}">
                <a16:creationId xmlns:a16="http://schemas.microsoft.com/office/drawing/2014/main" id="{79CB77DE-9F8B-3C48-BFEC-F551E63E3DDC}"/>
              </a:ext>
            </a:extLst>
          </p:cNvPr>
          <p:cNvSpPr txBox="1"/>
          <p:nvPr/>
        </p:nvSpPr>
        <p:spPr>
          <a:xfrm>
            <a:off x="952492" y="2830049"/>
            <a:ext cx="114300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Ноутбуки / IDE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25;p10">
            <a:extLst>
              <a:ext uri="{FF2B5EF4-FFF2-40B4-BE49-F238E27FC236}">
                <a16:creationId xmlns:a16="http://schemas.microsoft.com/office/drawing/2014/main" id="{7624C3C6-E3A9-8744-AC31-D4B247A143DD}"/>
              </a:ext>
            </a:extLst>
          </p:cNvPr>
          <p:cNvSpPr/>
          <p:nvPr/>
        </p:nvSpPr>
        <p:spPr>
          <a:xfrm>
            <a:off x="4532140" y="173273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19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21"/>
                </a:lnTo>
                <a:lnTo>
                  <a:pt x="33824" y="659168"/>
                </a:lnTo>
                <a:lnTo>
                  <a:pt x="9074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4" y="70543"/>
                </a:lnTo>
                <a:lnTo>
                  <a:pt x="33824" y="33829"/>
                </a:lnTo>
                <a:lnTo>
                  <a:pt x="70537" y="9076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2"/>
                </a:lnTo>
                <a:lnTo>
                  <a:pt x="1684571" y="33829"/>
                </a:lnTo>
                <a:lnTo>
                  <a:pt x="1709602" y="71301"/>
                </a:lnTo>
                <a:lnTo>
                  <a:pt x="1718396" y="115502"/>
                </a:lnTo>
                <a:lnTo>
                  <a:pt x="1718396" y="577496"/>
                </a:lnTo>
                <a:lnTo>
                  <a:pt x="1709321" y="622454"/>
                </a:lnTo>
                <a:lnTo>
                  <a:pt x="1684571" y="659168"/>
                </a:lnTo>
                <a:lnTo>
                  <a:pt x="1647859" y="683921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6;p10">
            <a:extLst>
              <a:ext uri="{FF2B5EF4-FFF2-40B4-BE49-F238E27FC236}">
                <a16:creationId xmlns:a16="http://schemas.microsoft.com/office/drawing/2014/main" id="{025AD6A9-D1DB-614F-A50A-D67366A81E39}"/>
              </a:ext>
            </a:extLst>
          </p:cNvPr>
          <p:cNvSpPr txBox="1"/>
          <p:nvPr/>
        </p:nvSpPr>
        <p:spPr>
          <a:xfrm>
            <a:off x="4726499" y="1859901"/>
            <a:ext cx="132842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46405" marR="5080" lvl="0" indent="-43434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Инструментарий  CI/CD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127;p10">
            <a:extLst>
              <a:ext uri="{FF2B5EF4-FFF2-40B4-BE49-F238E27FC236}">
                <a16:creationId xmlns:a16="http://schemas.microsoft.com/office/drawing/2014/main" id="{B19141A3-063C-8C4E-B4D0-01A0FA3FEA7F}"/>
              </a:ext>
            </a:extLst>
          </p:cNvPr>
          <p:cNvSpPr/>
          <p:nvPr/>
        </p:nvSpPr>
        <p:spPr>
          <a:xfrm>
            <a:off x="2595819" y="173273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19" extrusionOk="0">
                <a:moveTo>
                  <a:pt x="1602896" y="692998"/>
                </a:moveTo>
                <a:lnTo>
                  <a:pt x="115499" y="692998"/>
                </a:lnTo>
                <a:lnTo>
                  <a:pt x="70547" y="683921"/>
                </a:lnTo>
                <a:lnTo>
                  <a:pt x="33834" y="659168"/>
                </a:lnTo>
                <a:lnTo>
                  <a:pt x="9078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8" y="70543"/>
                </a:lnTo>
                <a:lnTo>
                  <a:pt x="33834" y="33829"/>
                </a:lnTo>
                <a:lnTo>
                  <a:pt x="70547" y="9076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2"/>
                </a:lnTo>
                <a:lnTo>
                  <a:pt x="1684571" y="33829"/>
                </a:lnTo>
                <a:lnTo>
                  <a:pt x="1709602" y="71301"/>
                </a:lnTo>
                <a:lnTo>
                  <a:pt x="1718396" y="115502"/>
                </a:lnTo>
                <a:lnTo>
                  <a:pt x="1718396" y="577496"/>
                </a:lnTo>
                <a:lnTo>
                  <a:pt x="1709321" y="622454"/>
                </a:lnTo>
                <a:lnTo>
                  <a:pt x="1684571" y="659168"/>
                </a:lnTo>
                <a:lnTo>
                  <a:pt x="1647859" y="683921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T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8;p10">
            <a:extLst>
              <a:ext uri="{FF2B5EF4-FFF2-40B4-BE49-F238E27FC236}">
                <a16:creationId xmlns:a16="http://schemas.microsoft.com/office/drawing/2014/main" id="{3DCBBDFF-FA21-E742-BF47-D7D302CC9E01}"/>
              </a:ext>
            </a:extLst>
          </p:cNvPr>
          <p:cNvSpPr txBox="1"/>
          <p:nvPr/>
        </p:nvSpPr>
        <p:spPr>
          <a:xfrm>
            <a:off x="2780302" y="1871960"/>
            <a:ext cx="1322070" cy="41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763" marR="5080" lvl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Хранилище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кода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VCS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29;p10">
            <a:extLst>
              <a:ext uri="{FF2B5EF4-FFF2-40B4-BE49-F238E27FC236}">
                <a16:creationId xmlns:a16="http://schemas.microsoft.com/office/drawing/2014/main" id="{727A3812-43B5-EE44-8CAF-CC3294C58D55}"/>
              </a:ext>
            </a:extLst>
          </p:cNvPr>
          <p:cNvSpPr/>
          <p:nvPr/>
        </p:nvSpPr>
        <p:spPr>
          <a:xfrm>
            <a:off x="6457112" y="2602869"/>
            <a:ext cx="1783714" cy="1563370"/>
          </a:xfrm>
          <a:custGeom>
            <a:avLst/>
            <a:gdLst/>
            <a:ahLst/>
            <a:cxnLst/>
            <a:rect l="l" t="t" r="r" b="b"/>
            <a:pathLst>
              <a:path w="1783715" h="1563370" extrusionOk="0">
                <a:moveTo>
                  <a:pt x="1522696" y="1562996"/>
                </a:moveTo>
                <a:lnTo>
                  <a:pt x="260499" y="1562996"/>
                </a:lnTo>
                <a:lnTo>
                  <a:pt x="213673" y="1558800"/>
                </a:lnTo>
                <a:lnTo>
                  <a:pt x="169600" y="1546699"/>
                </a:lnTo>
                <a:lnTo>
                  <a:pt x="129018" y="1527432"/>
                </a:lnTo>
                <a:lnTo>
                  <a:pt x="92660" y="1501732"/>
                </a:lnTo>
                <a:lnTo>
                  <a:pt x="61264" y="1470335"/>
                </a:lnTo>
                <a:lnTo>
                  <a:pt x="35564" y="1433978"/>
                </a:lnTo>
                <a:lnTo>
                  <a:pt x="16296" y="1393396"/>
                </a:lnTo>
                <a:lnTo>
                  <a:pt x="4196" y="1349323"/>
                </a:lnTo>
                <a:lnTo>
                  <a:pt x="0" y="1302497"/>
                </a:lnTo>
                <a:lnTo>
                  <a:pt x="0" y="260499"/>
                </a:lnTo>
                <a:lnTo>
                  <a:pt x="4196" y="213673"/>
                </a:lnTo>
                <a:lnTo>
                  <a:pt x="16296" y="169600"/>
                </a:lnTo>
                <a:lnTo>
                  <a:pt x="35564" y="129018"/>
                </a:lnTo>
                <a:lnTo>
                  <a:pt x="61264" y="92660"/>
                </a:lnTo>
                <a:lnTo>
                  <a:pt x="92660" y="61264"/>
                </a:lnTo>
                <a:lnTo>
                  <a:pt x="129018" y="35564"/>
                </a:lnTo>
                <a:lnTo>
                  <a:pt x="169600" y="16296"/>
                </a:lnTo>
                <a:lnTo>
                  <a:pt x="213673" y="4196"/>
                </a:lnTo>
                <a:lnTo>
                  <a:pt x="260499" y="0"/>
                </a:lnTo>
                <a:lnTo>
                  <a:pt x="1522696" y="0"/>
                </a:lnTo>
                <a:lnTo>
                  <a:pt x="1573749" y="5052"/>
                </a:lnTo>
                <a:lnTo>
                  <a:pt x="1622381" y="19831"/>
                </a:lnTo>
                <a:lnTo>
                  <a:pt x="1667220" y="43769"/>
                </a:lnTo>
                <a:lnTo>
                  <a:pt x="1706896" y="76299"/>
                </a:lnTo>
                <a:lnTo>
                  <a:pt x="1739426" y="115975"/>
                </a:lnTo>
                <a:lnTo>
                  <a:pt x="1763365" y="160815"/>
                </a:lnTo>
                <a:lnTo>
                  <a:pt x="1778144" y="209446"/>
                </a:lnTo>
                <a:lnTo>
                  <a:pt x="1783196" y="260499"/>
                </a:lnTo>
                <a:lnTo>
                  <a:pt x="1783196" y="1302497"/>
                </a:lnTo>
                <a:lnTo>
                  <a:pt x="1778999" y="1349323"/>
                </a:lnTo>
                <a:lnTo>
                  <a:pt x="1766899" y="1393396"/>
                </a:lnTo>
                <a:lnTo>
                  <a:pt x="1747631" y="1433978"/>
                </a:lnTo>
                <a:lnTo>
                  <a:pt x="1721931" y="1470335"/>
                </a:lnTo>
                <a:lnTo>
                  <a:pt x="1690535" y="1501732"/>
                </a:lnTo>
                <a:lnTo>
                  <a:pt x="1654178" y="1527432"/>
                </a:lnTo>
                <a:lnTo>
                  <a:pt x="1613595" y="1546699"/>
                </a:lnTo>
                <a:lnTo>
                  <a:pt x="1569523" y="1558800"/>
                </a:lnTo>
                <a:lnTo>
                  <a:pt x="1522696" y="156299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0;p10">
            <a:extLst>
              <a:ext uri="{FF2B5EF4-FFF2-40B4-BE49-F238E27FC236}">
                <a16:creationId xmlns:a16="http://schemas.microsoft.com/office/drawing/2014/main" id="{1C938D48-E003-B94F-9213-8263B2C8328E}"/>
              </a:ext>
            </a:extLst>
          </p:cNvPr>
          <p:cNvSpPr txBox="1"/>
          <p:nvPr/>
        </p:nvSpPr>
        <p:spPr>
          <a:xfrm>
            <a:off x="6683871" y="2865001"/>
            <a:ext cx="1328420" cy="102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25" rIns="0" bIns="0" anchor="t" anchorCtr="0">
            <a:spAutoFit/>
          </a:bodyPr>
          <a:lstStyle/>
          <a:p>
            <a:pPr marL="12700" marR="508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Инструментарий  среды  исполнения /  </a:t>
            </a: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(Распределенные)  </a:t>
            </a: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Вычисления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1;p10">
            <a:extLst>
              <a:ext uri="{FF2B5EF4-FFF2-40B4-BE49-F238E27FC236}">
                <a16:creationId xmlns:a16="http://schemas.microsoft.com/office/drawing/2014/main" id="{4241A49E-0AA3-424D-A280-95B3F74F43B1}"/>
              </a:ext>
            </a:extLst>
          </p:cNvPr>
          <p:cNvSpPr/>
          <p:nvPr/>
        </p:nvSpPr>
        <p:spPr>
          <a:xfrm>
            <a:off x="4526465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19"/>
                </a:lnTo>
                <a:lnTo>
                  <a:pt x="33824" y="659161"/>
                </a:lnTo>
                <a:lnTo>
                  <a:pt x="9074" y="622440"/>
                </a:lnTo>
                <a:lnTo>
                  <a:pt x="0" y="577473"/>
                </a:lnTo>
                <a:lnTo>
                  <a:pt x="0" y="115499"/>
                </a:lnTo>
                <a:lnTo>
                  <a:pt x="9074" y="70537"/>
                </a:lnTo>
                <a:lnTo>
                  <a:pt x="33824" y="33824"/>
                </a:lnTo>
                <a:lnTo>
                  <a:pt x="7053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84"/>
                </a:lnTo>
                <a:lnTo>
                  <a:pt x="1684571" y="33824"/>
                </a:lnTo>
                <a:lnTo>
                  <a:pt x="1709602" y="71287"/>
                </a:lnTo>
                <a:lnTo>
                  <a:pt x="1718396" y="115499"/>
                </a:lnTo>
                <a:lnTo>
                  <a:pt x="1718396" y="577473"/>
                </a:lnTo>
                <a:lnTo>
                  <a:pt x="1709318" y="622440"/>
                </a:lnTo>
                <a:lnTo>
                  <a:pt x="1684562" y="659161"/>
                </a:lnTo>
                <a:lnTo>
                  <a:pt x="1647848" y="683919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2;p10">
            <a:extLst>
              <a:ext uri="{FF2B5EF4-FFF2-40B4-BE49-F238E27FC236}">
                <a16:creationId xmlns:a16="http://schemas.microsoft.com/office/drawing/2014/main" id="{80B38E4D-11F6-2744-BF1B-007B48871A5A}"/>
              </a:ext>
            </a:extLst>
          </p:cNvPr>
          <p:cNvSpPr txBox="1"/>
          <p:nvPr/>
        </p:nvSpPr>
        <p:spPr>
          <a:xfrm>
            <a:off x="4746450" y="2830040"/>
            <a:ext cx="1276985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 моделей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33;p10">
            <a:extLst>
              <a:ext uri="{FF2B5EF4-FFF2-40B4-BE49-F238E27FC236}">
                <a16:creationId xmlns:a16="http://schemas.microsoft.com/office/drawing/2014/main" id="{5AA06C5C-CFD9-9948-BE6E-AC407FAACC5E}"/>
              </a:ext>
            </a:extLst>
          </p:cNvPr>
          <p:cNvSpPr/>
          <p:nvPr/>
        </p:nvSpPr>
        <p:spPr>
          <a:xfrm>
            <a:off x="4526465" y="3472993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47" y="683923"/>
                </a:lnTo>
                <a:lnTo>
                  <a:pt x="33834" y="659173"/>
                </a:lnTo>
                <a:lnTo>
                  <a:pt x="9078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8" y="70537"/>
                </a:lnTo>
                <a:lnTo>
                  <a:pt x="33834" y="33824"/>
                </a:lnTo>
                <a:lnTo>
                  <a:pt x="7054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3"/>
                </a:lnTo>
                <a:lnTo>
                  <a:pt x="1684571" y="33824"/>
                </a:lnTo>
                <a:lnTo>
                  <a:pt x="1709602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21" y="622461"/>
                </a:lnTo>
                <a:lnTo>
                  <a:pt x="1684571" y="659173"/>
                </a:lnTo>
                <a:lnTo>
                  <a:pt x="1647859" y="683923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A3141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4;p10">
            <a:extLst>
              <a:ext uri="{FF2B5EF4-FFF2-40B4-BE49-F238E27FC236}">
                <a16:creationId xmlns:a16="http://schemas.microsoft.com/office/drawing/2014/main" id="{74460599-FD29-AD4E-8D54-8232EEFBF380}"/>
              </a:ext>
            </a:extLst>
          </p:cNvPr>
          <p:cNvSpPr txBox="1"/>
          <p:nvPr/>
        </p:nvSpPr>
        <p:spPr>
          <a:xfrm>
            <a:off x="4664055" y="3600163"/>
            <a:ext cx="1448310" cy="41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763" marR="5080" lvl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Реестр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ru-RU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докер</a:t>
            </a:r>
            <a:r>
              <a:rPr lang="ru-RU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образов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135;p10">
            <a:extLst>
              <a:ext uri="{FF2B5EF4-FFF2-40B4-BE49-F238E27FC236}">
                <a16:creationId xmlns:a16="http://schemas.microsoft.com/office/drawing/2014/main" id="{2740DFE4-2CE2-E947-AE59-75CE6B362E86}"/>
              </a:ext>
            </a:extLst>
          </p:cNvPr>
          <p:cNvSpPr/>
          <p:nvPr/>
        </p:nvSpPr>
        <p:spPr>
          <a:xfrm>
            <a:off x="6468462" y="1732746"/>
            <a:ext cx="1783714" cy="693420"/>
          </a:xfrm>
          <a:custGeom>
            <a:avLst/>
            <a:gdLst/>
            <a:ahLst/>
            <a:cxnLst/>
            <a:rect l="l" t="t" r="r" b="b"/>
            <a:pathLst>
              <a:path w="1783715" h="693419" extrusionOk="0">
                <a:moveTo>
                  <a:pt x="1667696" y="692998"/>
                </a:moveTo>
                <a:lnTo>
                  <a:pt x="115499" y="692998"/>
                </a:lnTo>
                <a:lnTo>
                  <a:pt x="70537" y="683921"/>
                </a:lnTo>
                <a:lnTo>
                  <a:pt x="33824" y="659168"/>
                </a:lnTo>
                <a:lnTo>
                  <a:pt x="9074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4" y="70543"/>
                </a:lnTo>
                <a:lnTo>
                  <a:pt x="33824" y="33829"/>
                </a:lnTo>
                <a:lnTo>
                  <a:pt x="70537" y="9076"/>
                </a:lnTo>
                <a:lnTo>
                  <a:pt x="115499" y="0"/>
                </a:lnTo>
                <a:lnTo>
                  <a:pt x="1667696" y="0"/>
                </a:lnTo>
                <a:lnTo>
                  <a:pt x="1711890" y="8792"/>
                </a:lnTo>
                <a:lnTo>
                  <a:pt x="1749371" y="33829"/>
                </a:lnTo>
                <a:lnTo>
                  <a:pt x="1774402" y="71301"/>
                </a:lnTo>
                <a:lnTo>
                  <a:pt x="1783196" y="115502"/>
                </a:lnTo>
                <a:lnTo>
                  <a:pt x="1783196" y="577496"/>
                </a:lnTo>
                <a:lnTo>
                  <a:pt x="1774117" y="622454"/>
                </a:lnTo>
                <a:lnTo>
                  <a:pt x="1749362" y="659168"/>
                </a:lnTo>
                <a:lnTo>
                  <a:pt x="1712648" y="683921"/>
                </a:lnTo>
                <a:lnTo>
                  <a:pt x="1667696" y="692998"/>
                </a:lnTo>
                <a:close/>
              </a:path>
            </a:pathLst>
          </a:custGeom>
          <a:solidFill>
            <a:srgbClr val="3FCD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36;p10">
            <a:extLst>
              <a:ext uri="{FF2B5EF4-FFF2-40B4-BE49-F238E27FC236}">
                <a16:creationId xmlns:a16="http://schemas.microsoft.com/office/drawing/2014/main" id="{487A9508-26C9-864A-B478-41C8C8BC354E}"/>
              </a:ext>
            </a:extLst>
          </p:cNvPr>
          <p:cNvSpPr txBox="1"/>
          <p:nvPr/>
        </p:nvSpPr>
        <p:spPr>
          <a:xfrm>
            <a:off x="6676203" y="1859920"/>
            <a:ext cx="136779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12700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Мониторинг и  Журналирование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137;p10">
            <a:extLst>
              <a:ext uri="{FF2B5EF4-FFF2-40B4-BE49-F238E27FC236}">
                <a16:creationId xmlns:a16="http://schemas.microsoft.com/office/drawing/2014/main" id="{90873A47-3B31-CE40-A770-D41157A061CE}"/>
              </a:ext>
            </a:extLst>
          </p:cNvPr>
          <p:cNvSpPr/>
          <p:nvPr/>
        </p:nvSpPr>
        <p:spPr>
          <a:xfrm>
            <a:off x="2595819" y="2602869"/>
            <a:ext cx="1718945" cy="693420"/>
          </a:xfrm>
          <a:custGeom>
            <a:avLst/>
            <a:gdLst/>
            <a:ahLst/>
            <a:cxnLst/>
            <a:rect l="l" t="t" r="r" b="b"/>
            <a:pathLst>
              <a:path w="1718945" h="693420" extrusionOk="0">
                <a:moveTo>
                  <a:pt x="1602896" y="692998"/>
                </a:moveTo>
                <a:lnTo>
                  <a:pt x="115499" y="692998"/>
                </a:lnTo>
                <a:lnTo>
                  <a:pt x="70537" y="683923"/>
                </a:lnTo>
                <a:lnTo>
                  <a:pt x="33824" y="659173"/>
                </a:lnTo>
                <a:lnTo>
                  <a:pt x="9074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4" y="70537"/>
                </a:lnTo>
                <a:lnTo>
                  <a:pt x="33824" y="33824"/>
                </a:lnTo>
                <a:lnTo>
                  <a:pt x="70537" y="9074"/>
                </a:lnTo>
                <a:lnTo>
                  <a:pt x="115499" y="0"/>
                </a:lnTo>
                <a:lnTo>
                  <a:pt x="1602896" y="0"/>
                </a:lnTo>
                <a:lnTo>
                  <a:pt x="1647090" y="8793"/>
                </a:lnTo>
                <a:lnTo>
                  <a:pt x="1684571" y="33824"/>
                </a:lnTo>
                <a:lnTo>
                  <a:pt x="1709602" y="71306"/>
                </a:lnTo>
                <a:lnTo>
                  <a:pt x="1718396" y="115499"/>
                </a:lnTo>
                <a:lnTo>
                  <a:pt x="1718396" y="577498"/>
                </a:lnTo>
                <a:lnTo>
                  <a:pt x="1709321" y="622461"/>
                </a:lnTo>
                <a:lnTo>
                  <a:pt x="1684571" y="659173"/>
                </a:lnTo>
                <a:lnTo>
                  <a:pt x="1647859" y="683923"/>
                </a:lnTo>
                <a:lnTo>
                  <a:pt x="1602896" y="692998"/>
                </a:ln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38;p10">
            <a:extLst>
              <a:ext uri="{FF2B5EF4-FFF2-40B4-BE49-F238E27FC236}">
                <a16:creationId xmlns:a16="http://schemas.microsoft.com/office/drawing/2014/main" id="{5C4C745A-1623-2249-8E12-87E9D2FA51D5}"/>
              </a:ext>
            </a:extLst>
          </p:cNvPr>
          <p:cNvSpPr txBox="1"/>
          <p:nvPr/>
        </p:nvSpPr>
        <p:spPr>
          <a:xfrm>
            <a:off x="2780302" y="2730037"/>
            <a:ext cx="1349375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197484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экспериментами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39;p10">
            <a:extLst>
              <a:ext uri="{FF2B5EF4-FFF2-40B4-BE49-F238E27FC236}">
                <a16:creationId xmlns:a16="http://schemas.microsoft.com/office/drawing/2014/main" id="{80119826-1519-F749-9B22-C6E433EB4B32}"/>
              </a:ext>
            </a:extLst>
          </p:cNvPr>
          <p:cNvSpPr/>
          <p:nvPr/>
        </p:nvSpPr>
        <p:spPr>
          <a:xfrm>
            <a:off x="2595819" y="1117622"/>
            <a:ext cx="5655945" cy="438150"/>
          </a:xfrm>
          <a:custGeom>
            <a:avLst/>
            <a:gdLst/>
            <a:ahLst/>
            <a:cxnLst/>
            <a:rect l="l" t="t" r="r" b="b"/>
            <a:pathLst>
              <a:path w="5655945" h="438150" extrusionOk="0">
                <a:moveTo>
                  <a:pt x="5582888" y="437999"/>
                </a:moveTo>
                <a:lnTo>
                  <a:pt x="72999" y="437999"/>
                </a:lnTo>
                <a:lnTo>
                  <a:pt x="44581" y="432262"/>
                </a:lnTo>
                <a:lnTo>
                  <a:pt x="21378" y="416616"/>
                </a:lnTo>
                <a:lnTo>
                  <a:pt x="5735" y="393412"/>
                </a:lnTo>
                <a:lnTo>
                  <a:pt x="0" y="364996"/>
                </a:lnTo>
                <a:lnTo>
                  <a:pt x="0" y="73002"/>
                </a:lnTo>
                <a:lnTo>
                  <a:pt x="5735" y="44586"/>
                </a:lnTo>
                <a:lnTo>
                  <a:pt x="21378" y="21382"/>
                </a:lnTo>
                <a:lnTo>
                  <a:pt x="44581" y="5736"/>
                </a:lnTo>
                <a:lnTo>
                  <a:pt x="72999" y="0"/>
                </a:lnTo>
                <a:lnTo>
                  <a:pt x="5582888" y="0"/>
                </a:lnTo>
                <a:lnTo>
                  <a:pt x="5623388" y="12264"/>
                </a:lnTo>
                <a:lnTo>
                  <a:pt x="5650329" y="45065"/>
                </a:lnTo>
                <a:lnTo>
                  <a:pt x="5655888" y="73002"/>
                </a:lnTo>
                <a:lnTo>
                  <a:pt x="5655888" y="364996"/>
                </a:lnTo>
                <a:lnTo>
                  <a:pt x="5650153" y="393412"/>
                </a:lnTo>
                <a:lnTo>
                  <a:pt x="5634510" y="416616"/>
                </a:lnTo>
                <a:lnTo>
                  <a:pt x="5611307" y="432262"/>
                </a:lnTo>
                <a:lnTo>
                  <a:pt x="5582888" y="437999"/>
                </a:lnTo>
                <a:close/>
              </a:path>
            </a:pathLst>
          </a:custGeom>
          <a:solidFill>
            <a:srgbClr val="4985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40;p10">
            <a:extLst>
              <a:ext uri="{FF2B5EF4-FFF2-40B4-BE49-F238E27FC236}">
                <a16:creationId xmlns:a16="http://schemas.microsoft.com/office/drawing/2014/main" id="{A5760617-28B2-0348-BC38-BA77F413E24B}"/>
              </a:ext>
            </a:extLst>
          </p:cNvPr>
          <p:cNvSpPr txBox="1"/>
          <p:nvPr/>
        </p:nvSpPr>
        <p:spPr>
          <a:xfrm>
            <a:off x="3743276" y="1217309"/>
            <a:ext cx="335915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Оркестрация /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ML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процессами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141;p10">
            <a:extLst>
              <a:ext uri="{FF2B5EF4-FFF2-40B4-BE49-F238E27FC236}">
                <a16:creationId xmlns:a16="http://schemas.microsoft.com/office/drawing/2014/main" id="{6507CE91-BDDD-F545-B026-B6D0C66DA42A}"/>
              </a:ext>
            </a:extLst>
          </p:cNvPr>
          <p:cNvSpPr/>
          <p:nvPr/>
        </p:nvSpPr>
        <p:spPr>
          <a:xfrm>
            <a:off x="2595819" y="4343116"/>
            <a:ext cx="5655945" cy="438150"/>
          </a:xfrm>
          <a:custGeom>
            <a:avLst/>
            <a:gdLst/>
            <a:ahLst/>
            <a:cxnLst/>
            <a:rect l="l" t="t" r="r" b="b"/>
            <a:pathLst>
              <a:path w="5655945" h="438150" extrusionOk="0">
                <a:moveTo>
                  <a:pt x="5582888" y="437999"/>
                </a:moveTo>
                <a:lnTo>
                  <a:pt x="72999" y="437999"/>
                </a:lnTo>
                <a:lnTo>
                  <a:pt x="44581" y="432263"/>
                </a:lnTo>
                <a:lnTo>
                  <a:pt x="21378" y="416621"/>
                </a:lnTo>
                <a:lnTo>
                  <a:pt x="5735" y="393417"/>
                </a:lnTo>
                <a:lnTo>
                  <a:pt x="0" y="364999"/>
                </a:lnTo>
                <a:lnTo>
                  <a:pt x="0" y="72999"/>
                </a:lnTo>
                <a:lnTo>
                  <a:pt x="5735" y="44581"/>
                </a:lnTo>
                <a:lnTo>
                  <a:pt x="21378" y="21378"/>
                </a:lnTo>
                <a:lnTo>
                  <a:pt x="44581" y="5735"/>
                </a:lnTo>
                <a:lnTo>
                  <a:pt x="72999" y="0"/>
                </a:lnTo>
                <a:lnTo>
                  <a:pt x="5582888" y="0"/>
                </a:lnTo>
                <a:lnTo>
                  <a:pt x="5623388" y="12265"/>
                </a:lnTo>
                <a:lnTo>
                  <a:pt x="5650329" y="45068"/>
                </a:lnTo>
                <a:lnTo>
                  <a:pt x="5655888" y="72999"/>
                </a:lnTo>
                <a:lnTo>
                  <a:pt x="5655888" y="364999"/>
                </a:lnTo>
                <a:lnTo>
                  <a:pt x="5650153" y="393417"/>
                </a:lnTo>
                <a:lnTo>
                  <a:pt x="5634510" y="416621"/>
                </a:lnTo>
                <a:lnTo>
                  <a:pt x="5611307" y="432263"/>
                </a:lnTo>
                <a:lnTo>
                  <a:pt x="5582888" y="437999"/>
                </a:lnTo>
                <a:close/>
              </a:path>
            </a:pathLst>
          </a:custGeom>
          <a:solidFill>
            <a:srgbClr val="4985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2;p10">
            <a:extLst>
              <a:ext uri="{FF2B5EF4-FFF2-40B4-BE49-F238E27FC236}">
                <a16:creationId xmlns:a16="http://schemas.microsoft.com/office/drawing/2014/main" id="{926211EA-D3BC-8446-BAC0-DBA792599249}"/>
              </a:ext>
            </a:extLst>
          </p:cNvPr>
          <p:cNvSpPr txBox="1"/>
          <p:nvPr/>
        </p:nvSpPr>
        <p:spPr>
          <a:xfrm>
            <a:off x="4361485" y="4442801"/>
            <a:ext cx="2800292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Системы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2107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53BA-6BD5-1B43-B18E-20B8A933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облачных провайдеров</a:t>
            </a:r>
            <a:endParaRPr lang="en-US" dirty="0"/>
          </a:p>
        </p:txBody>
      </p:sp>
      <p:sp>
        <p:nvSpPr>
          <p:cNvPr id="25" name="Google Shape;148;p11">
            <a:extLst>
              <a:ext uri="{FF2B5EF4-FFF2-40B4-BE49-F238E27FC236}">
                <a16:creationId xmlns:a16="http://schemas.microsoft.com/office/drawing/2014/main" id="{4618F491-62C2-D14B-BB07-13E7C8470FAF}"/>
              </a:ext>
            </a:extLst>
          </p:cNvPr>
          <p:cNvSpPr/>
          <p:nvPr/>
        </p:nvSpPr>
        <p:spPr>
          <a:xfrm>
            <a:off x="500549" y="3707392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20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3"/>
                </a:lnTo>
                <a:lnTo>
                  <a:pt x="7947058" y="33824"/>
                </a:lnTo>
                <a:lnTo>
                  <a:pt x="7972090" y="71306"/>
                </a:lnTo>
                <a:lnTo>
                  <a:pt x="7980883" y="115499"/>
                </a:lnTo>
                <a:lnTo>
                  <a:pt x="7980883" y="577498"/>
                </a:lnTo>
                <a:lnTo>
                  <a:pt x="7971808" y="622461"/>
                </a:lnTo>
                <a:lnTo>
                  <a:pt x="7947058" y="659173"/>
                </a:lnTo>
                <a:lnTo>
                  <a:pt x="7910346" y="683923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508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Инфраструктурные</a:t>
            </a: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2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49;p11">
            <a:extLst>
              <a:ext uri="{FF2B5EF4-FFF2-40B4-BE49-F238E27FC236}">
                <a16:creationId xmlns:a16="http://schemas.microsoft.com/office/drawing/2014/main" id="{2F5F284F-5551-5945-8B5A-C44192913571}"/>
              </a:ext>
            </a:extLst>
          </p:cNvPr>
          <p:cNvSpPr/>
          <p:nvPr/>
        </p:nvSpPr>
        <p:spPr>
          <a:xfrm>
            <a:off x="505348" y="2562344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20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3"/>
                </a:lnTo>
                <a:lnTo>
                  <a:pt x="33829" y="659173"/>
                </a:lnTo>
                <a:lnTo>
                  <a:pt x="9076" y="622461"/>
                </a:lnTo>
                <a:lnTo>
                  <a:pt x="0" y="577498"/>
                </a:lnTo>
                <a:lnTo>
                  <a:pt x="0" y="115499"/>
                </a:lnTo>
                <a:lnTo>
                  <a:pt x="9076" y="70537"/>
                </a:lnTo>
                <a:lnTo>
                  <a:pt x="33829" y="33824"/>
                </a:lnTo>
                <a:lnTo>
                  <a:pt x="70543" y="9074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3"/>
                </a:lnTo>
                <a:lnTo>
                  <a:pt x="7947058" y="33824"/>
                </a:lnTo>
                <a:lnTo>
                  <a:pt x="7972090" y="71306"/>
                </a:lnTo>
                <a:lnTo>
                  <a:pt x="7980883" y="115499"/>
                </a:lnTo>
                <a:lnTo>
                  <a:pt x="7980883" y="577498"/>
                </a:lnTo>
                <a:lnTo>
                  <a:pt x="7971808" y="622461"/>
                </a:lnTo>
                <a:lnTo>
                  <a:pt x="7947058" y="659173"/>
                </a:lnTo>
                <a:lnTo>
                  <a:pt x="7910346" y="683923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508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ML Dev / Data Processing </a:t>
            </a: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50;p11">
            <a:extLst>
              <a:ext uri="{FF2B5EF4-FFF2-40B4-BE49-F238E27FC236}">
                <a16:creationId xmlns:a16="http://schemas.microsoft.com/office/drawing/2014/main" id="{092D99C4-DD4D-4F47-A7B1-E15678CB94D0}"/>
              </a:ext>
            </a:extLst>
          </p:cNvPr>
          <p:cNvSpPr/>
          <p:nvPr/>
        </p:nvSpPr>
        <p:spPr>
          <a:xfrm>
            <a:off x="500549" y="1417284"/>
            <a:ext cx="7981315" cy="693420"/>
          </a:xfrm>
          <a:custGeom>
            <a:avLst/>
            <a:gdLst/>
            <a:ahLst/>
            <a:cxnLst/>
            <a:rect l="l" t="t" r="r" b="b"/>
            <a:pathLst>
              <a:path w="7981315" h="693419" extrusionOk="0">
                <a:moveTo>
                  <a:pt x="7865384" y="692998"/>
                </a:moveTo>
                <a:lnTo>
                  <a:pt x="115502" y="692998"/>
                </a:lnTo>
                <a:lnTo>
                  <a:pt x="70543" y="683921"/>
                </a:lnTo>
                <a:lnTo>
                  <a:pt x="33829" y="659168"/>
                </a:lnTo>
                <a:lnTo>
                  <a:pt x="9076" y="622454"/>
                </a:lnTo>
                <a:lnTo>
                  <a:pt x="0" y="577496"/>
                </a:lnTo>
                <a:lnTo>
                  <a:pt x="0" y="115502"/>
                </a:lnTo>
                <a:lnTo>
                  <a:pt x="9076" y="70543"/>
                </a:lnTo>
                <a:lnTo>
                  <a:pt x="33829" y="33829"/>
                </a:lnTo>
                <a:lnTo>
                  <a:pt x="70543" y="9076"/>
                </a:lnTo>
                <a:lnTo>
                  <a:pt x="115502" y="0"/>
                </a:lnTo>
                <a:lnTo>
                  <a:pt x="7865384" y="0"/>
                </a:lnTo>
                <a:lnTo>
                  <a:pt x="7909577" y="8792"/>
                </a:lnTo>
                <a:lnTo>
                  <a:pt x="7947058" y="33829"/>
                </a:lnTo>
                <a:lnTo>
                  <a:pt x="7972090" y="71301"/>
                </a:lnTo>
                <a:lnTo>
                  <a:pt x="7980883" y="115502"/>
                </a:lnTo>
                <a:lnTo>
                  <a:pt x="7980883" y="577496"/>
                </a:lnTo>
                <a:lnTo>
                  <a:pt x="7971808" y="622454"/>
                </a:lnTo>
                <a:lnTo>
                  <a:pt x="7947058" y="659168"/>
                </a:lnTo>
                <a:lnTo>
                  <a:pt x="7910346" y="683921"/>
                </a:lnTo>
                <a:lnTo>
                  <a:pt x="7865384" y="692998"/>
                </a:lnTo>
                <a:close/>
              </a:path>
            </a:pathLst>
          </a:custGeom>
          <a:solidFill>
            <a:srgbClr val="8A8E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 </a:t>
            </a:r>
            <a:r>
              <a:rPr lang="en-US" sz="23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984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Краткий обзор  базовых сервисов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848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aring The Top 3: Google, AWS &amp; Azure | Clouve Inc.">
            <a:extLst>
              <a:ext uri="{FF2B5EF4-FFF2-40B4-BE49-F238E27FC236}">
                <a16:creationId xmlns:a16="http://schemas.microsoft.com/office/drawing/2014/main" id="{5703D728-37DC-8742-B552-F3BD6020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47650"/>
            <a:ext cx="8128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26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2997C-DCA4-0842-8B30-6FF49149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" y="0"/>
            <a:ext cx="91346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21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«Рабочая лошадка» - </a:t>
            </a:r>
            <a:r>
              <a:rPr lang="ru-RU" dirty="0" err="1"/>
              <a:t>виртуалка</a:t>
            </a:r>
            <a:endParaRPr lang="en-US" dirty="0"/>
          </a:p>
        </p:txBody>
      </p:sp>
      <p:sp>
        <p:nvSpPr>
          <p:cNvPr id="3" name="Google Shape;178;p17">
            <a:extLst>
              <a:ext uri="{FF2B5EF4-FFF2-40B4-BE49-F238E27FC236}">
                <a16:creationId xmlns:a16="http://schemas.microsoft.com/office/drawing/2014/main" id="{274DA5D6-8193-0347-8945-A7B2F9C8CBF2}"/>
              </a:ext>
            </a:extLst>
          </p:cNvPr>
          <p:cNvSpPr txBox="1"/>
          <p:nvPr/>
        </p:nvSpPr>
        <p:spPr>
          <a:xfrm>
            <a:off x="4019678" y="1093935"/>
            <a:ext cx="4864835" cy="38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помощью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облачной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VM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сможем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Jupyter Notebook/Lab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808355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server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трекинга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экспериментов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Apache Airﬂow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MarketPlace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59309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59309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провайдеров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есть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предустановленным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построены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многие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высокого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уровня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79;p17">
            <a:extLst>
              <a:ext uri="{FF2B5EF4-FFF2-40B4-BE49-F238E27FC236}">
                <a16:creationId xmlns:a16="http://schemas.microsoft.com/office/drawing/2014/main" id="{C61D5096-BBE0-7B45-A1F6-3761B3B2E6C3}"/>
              </a:ext>
            </a:extLst>
          </p:cNvPr>
          <p:cNvSpPr/>
          <p:nvPr/>
        </p:nvSpPr>
        <p:spPr>
          <a:xfrm>
            <a:off x="2101367" y="4273793"/>
            <a:ext cx="435865" cy="74443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0;p17">
            <a:extLst>
              <a:ext uri="{FF2B5EF4-FFF2-40B4-BE49-F238E27FC236}">
                <a16:creationId xmlns:a16="http://schemas.microsoft.com/office/drawing/2014/main" id="{47ADA906-9458-BD45-876D-B0F3B43D9ED8}"/>
              </a:ext>
            </a:extLst>
          </p:cNvPr>
          <p:cNvSpPr/>
          <p:nvPr/>
        </p:nvSpPr>
        <p:spPr>
          <a:xfrm>
            <a:off x="645240" y="4342888"/>
            <a:ext cx="1141697" cy="425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1;p17">
            <a:extLst>
              <a:ext uri="{FF2B5EF4-FFF2-40B4-BE49-F238E27FC236}">
                <a16:creationId xmlns:a16="http://schemas.microsoft.com/office/drawing/2014/main" id="{777C3D7A-9AC6-AA48-AD0C-27E82933A90D}"/>
              </a:ext>
            </a:extLst>
          </p:cNvPr>
          <p:cNvSpPr/>
          <p:nvPr/>
        </p:nvSpPr>
        <p:spPr>
          <a:xfrm>
            <a:off x="645240" y="1239656"/>
            <a:ext cx="3036343" cy="29237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2;p17">
            <a:extLst>
              <a:ext uri="{FF2B5EF4-FFF2-40B4-BE49-F238E27FC236}">
                <a16:creationId xmlns:a16="http://schemas.microsoft.com/office/drawing/2014/main" id="{C4F3DD90-AFD9-E84D-AE78-723F74174486}"/>
              </a:ext>
            </a:extLst>
          </p:cNvPr>
          <p:cNvSpPr/>
          <p:nvPr/>
        </p:nvSpPr>
        <p:spPr>
          <a:xfrm>
            <a:off x="2673869" y="4273793"/>
            <a:ext cx="1072922" cy="56327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87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Объектное хранилище</a:t>
            </a:r>
            <a:endParaRPr lang="en-US" dirty="0"/>
          </a:p>
        </p:txBody>
      </p:sp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970DABE8-2208-454C-A778-3349D36980E8}"/>
              </a:ext>
            </a:extLst>
          </p:cNvPr>
          <p:cNvSpPr/>
          <p:nvPr/>
        </p:nvSpPr>
        <p:spPr>
          <a:xfrm>
            <a:off x="422099" y="1238522"/>
            <a:ext cx="3362318" cy="275271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DAA78618-8A62-3449-81E5-428815D4A509}"/>
              </a:ext>
            </a:extLst>
          </p:cNvPr>
          <p:cNvSpPr txBox="1"/>
          <p:nvPr/>
        </p:nvSpPr>
        <p:spPr>
          <a:xfrm>
            <a:off x="4572000" y="1263580"/>
            <a:ext cx="4316095" cy="3085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 storage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можем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Масштабируемость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Отказоустойчивость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жизненным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циклом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Разные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уровни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разной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цене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объектных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хранилищ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можно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строить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 Lake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91;p18">
            <a:extLst>
              <a:ext uri="{FF2B5EF4-FFF2-40B4-BE49-F238E27FC236}">
                <a16:creationId xmlns:a16="http://schemas.microsoft.com/office/drawing/2014/main" id="{DFF225DF-20AB-4641-B6AF-F2CC39F3E33A}"/>
              </a:ext>
            </a:extLst>
          </p:cNvPr>
          <p:cNvSpPr/>
          <p:nvPr/>
        </p:nvSpPr>
        <p:spPr>
          <a:xfrm>
            <a:off x="2556741" y="4298608"/>
            <a:ext cx="1517453" cy="649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2;p18">
            <a:extLst>
              <a:ext uri="{FF2B5EF4-FFF2-40B4-BE49-F238E27FC236}">
                <a16:creationId xmlns:a16="http://schemas.microsoft.com/office/drawing/2014/main" id="{1192036C-A5DB-4146-8D0C-099F731D7D28}"/>
              </a:ext>
            </a:extLst>
          </p:cNvPr>
          <p:cNvSpPr/>
          <p:nvPr/>
        </p:nvSpPr>
        <p:spPr>
          <a:xfrm>
            <a:off x="395151" y="4220212"/>
            <a:ext cx="2161590" cy="806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Database</a:t>
            </a:r>
          </a:p>
        </p:txBody>
      </p:sp>
      <p:sp>
        <p:nvSpPr>
          <p:cNvPr id="7" name="Google Shape;198;p19">
            <a:extLst>
              <a:ext uri="{FF2B5EF4-FFF2-40B4-BE49-F238E27FC236}">
                <a16:creationId xmlns:a16="http://schemas.microsoft.com/office/drawing/2014/main" id="{04400629-8D95-9849-9DDD-43D0A67D4355}"/>
              </a:ext>
            </a:extLst>
          </p:cNvPr>
          <p:cNvSpPr/>
          <p:nvPr/>
        </p:nvSpPr>
        <p:spPr>
          <a:xfrm>
            <a:off x="300749" y="2475605"/>
            <a:ext cx="3843467" cy="243026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99;p19">
            <a:extLst>
              <a:ext uri="{FF2B5EF4-FFF2-40B4-BE49-F238E27FC236}">
                <a16:creationId xmlns:a16="http://schemas.microsoft.com/office/drawing/2014/main" id="{485C7502-F7A4-3447-AC7B-841B03C26D1D}"/>
              </a:ext>
            </a:extLst>
          </p:cNvPr>
          <p:cNvSpPr/>
          <p:nvPr/>
        </p:nvSpPr>
        <p:spPr>
          <a:xfrm>
            <a:off x="4476391" y="1009697"/>
            <a:ext cx="4479665" cy="243027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00;p19">
            <a:extLst>
              <a:ext uri="{FF2B5EF4-FFF2-40B4-BE49-F238E27FC236}">
                <a16:creationId xmlns:a16="http://schemas.microsoft.com/office/drawing/2014/main" id="{962D2633-14BE-254C-8F1E-4362F5605000}"/>
              </a:ext>
            </a:extLst>
          </p:cNvPr>
          <p:cNvSpPr txBox="1"/>
          <p:nvPr/>
        </p:nvSpPr>
        <p:spPr>
          <a:xfrm>
            <a:off x="500550" y="1301192"/>
            <a:ext cx="3471300" cy="64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Поддержка  реляционных и </a:t>
            </a:r>
            <a:b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 реляционных БД</a:t>
            </a:r>
          </a:p>
        </p:txBody>
      </p:sp>
      <p:sp>
        <p:nvSpPr>
          <p:cNvPr id="14" name="Google Shape;201;p19">
            <a:extLst>
              <a:ext uri="{FF2B5EF4-FFF2-40B4-BE49-F238E27FC236}">
                <a16:creationId xmlns:a16="http://schemas.microsoft.com/office/drawing/2014/main" id="{8AA6F5C2-B7B0-3E4C-99B4-8FAAF21D0DD6}"/>
              </a:ext>
            </a:extLst>
          </p:cNvPr>
          <p:cNvSpPr txBox="1"/>
          <p:nvPr/>
        </p:nvSpPr>
        <p:spPr>
          <a:xfrm>
            <a:off x="4951522" y="3808842"/>
            <a:ext cx="3529401" cy="64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Возможность  сосредоточиться только  на работе с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3279181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/ DFS </a:t>
            </a:r>
            <a:r>
              <a:rPr lang="ru-RU" dirty="0"/>
              <a:t>в облаке</a:t>
            </a:r>
            <a:endParaRPr lang="en-US" dirty="0"/>
          </a:p>
        </p:txBody>
      </p:sp>
      <p:sp>
        <p:nvSpPr>
          <p:cNvPr id="8" name="Google Shape;208;p20">
            <a:extLst>
              <a:ext uri="{FF2B5EF4-FFF2-40B4-BE49-F238E27FC236}">
                <a16:creationId xmlns:a16="http://schemas.microsoft.com/office/drawing/2014/main" id="{3E70AF59-7D8D-2341-A588-E3D95371D6A5}"/>
              </a:ext>
            </a:extLst>
          </p:cNvPr>
          <p:cNvSpPr/>
          <p:nvPr/>
        </p:nvSpPr>
        <p:spPr>
          <a:xfrm>
            <a:off x="5960729" y="1880826"/>
            <a:ext cx="2433686" cy="136377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09;p20">
            <a:extLst>
              <a:ext uri="{FF2B5EF4-FFF2-40B4-BE49-F238E27FC236}">
                <a16:creationId xmlns:a16="http://schemas.microsoft.com/office/drawing/2014/main" id="{5832EC6C-0C83-2943-9625-79772C254D08}"/>
              </a:ext>
            </a:extLst>
          </p:cNvPr>
          <p:cNvSpPr/>
          <p:nvPr/>
        </p:nvSpPr>
        <p:spPr>
          <a:xfrm>
            <a:off x="3692217" y="1610596"/>
            <a:ext cx="1674721" cy="14586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10;p20">
            <a:extLst>
              <a:ext uri="{FF2B5EF4-FFF2-40B4-BE49-F238E27FC236}">
                <a16:creationId xmlns:a16="http://schemas.microsoft.com/office/drawing/2014/main" id="{4B7DE5A2-F3FA-3C4D-B4F0-69CC14C0D131}"/>
              </a:ext>
            </a:extLst>
          </p:cNvPr>
          <p:cNvSpPr/>
          <p:nvPr/>
        </p:nvSpPr>
        <p:spPr>
          <a:xfrm>
            <a:off x="1256747" y="1483722"/>
            <a:ext cx="1523996" cy="22955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11;p20">
            <a:extLst>
              <a:ext uri="{FF2B5EF4-FFF2-40B4-BE49-F238E27FC236}">
                <a16:creationId xmlns:a16="http://schemas.microsoft.com/office/drawing/2014/main" id="{DCF6D153-9643-1147-AFC8-49EAE7B2FDC3}"/>
              </a:ext>
            </a:extLst>
          </p:cNvPr>
          <p:cNvSpPr txBox="1"/>
          <p:nvPr/>
        </p:nvSpPr>
        <p:spPr>
          <a:xfrm>
            <a:off x="4055986" y="3218081"/>
            <a:ext cx="105473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1098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 Dataproc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22699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0C50-6DC1-1A47-8442-4A7B7B7E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и </a:t>
            </a:r>
            <a:r>
              <a:rPr lang="en-US" dirty="0"/>
              <a:t>Kubernetes (K8s)</a:t>
            </a:r>
          </a:p>
        </p:txBody>
      </p:sp>
      <p:sp>
        <p:nvSpPr>
          <p:cNvPr id="3" name="Google Shape;217;p21">
            <a:extLst>
              <a:ext uri="{FF2B5EF4-FFF2-40B4-BE49-F238E27FC236}">
                <a16:creationId xmlns:a16="http://schemas.microsoft.com/office/drawing/2014/main" id="{89843E9E-23A0-2B4D-9AF3-804F1DAD2606}"/>
              </a:ext>
            </a:extLst>
          </p:cNvPr>
          <p:cNvSpPr/>
          <p:nvPr/>
        </p:nvSpPr>
        <p:spPr>
          <a:xfrm>
            <a:off x="932745" y="1044281"/>
            <a:ext cx="7278510" cy="387346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3242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</a:t>
            </a:r>
          </a:p>
        </p:txBody>
      </p:sp>
    </p:spTree>
    <p:extLst>
      <p:ext uri="{BB962C8B-B14F-4D97-AF65-F5344CB8AC3E}">
        <p14:creationId xmlns:p14="http://schemas.microsoft.com/office/powerpoint/2010/main" val="815029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sp>
        <p:nvSpPr>
          <p:cNvPr id="3" name="Google Shape;317;p34">
            <a:extLst>
              <a:ext uri="{FF2B5EF4-FFF2-40B4-BE49-F238E27FC236}">
                <a16:creationId xmlns:a16="http://schemas.microsoft.com/office/drawing/2014/main" id="{964377B2-1D80-2D43-B95E-2A9CB5040033}"/>
              </a:ext>
            </a:extLst>
          </p:cNvPr>
          <p:cNvSpPr/>
          <p:nvPr/>
        </p:nvSpPr>
        <p:spPr>
          <a:xfrm>
            <a:off x="308381" y="1354079"/>
            <a:ext cx="8552637" cy="314713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519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grpSp>
        <p:nvGrpSpPr>
          <p:cNvPr id="4" name="Google Shape;323;p35">
            <a:extLst>
              <a:ext uri="{FF2B5EF4-FFF2-40B4-BE49-F238E27FC236}">
                <a16:creationId xmlns:a16="http://schemas.microsoft.com/office/drawing/2014/main" id="{B78CA793-A366-3448-B6A8-7D862684B903}"/>
              </a:ext>
            </a:extLst>
          </p:cNvPr>
          <p:cNvGrpSpPr/>
          <p:nvPr/>
        </p:nvGrpSpPr>
        <p:grpSpPr>
          <a:xfrm>
            <a:off x="112100" y="1360429"/>
            <a:ext cx="8909050" cy="3147137"/>
            <a:chOff x="27199" y="1195329"/>
            <a:chExt cx="8909050" cy="3147137"/>
          </a:xfrm>
        </p:grpSpPr>
        <p:sp>
          <p:nvSpPr>
            <p:cNvPr id="5" name="Google Shape;324;p35">
              <a:extLst>
                <a:ext uri="{FF2B5EF4-FFF2-40B4-BE49-F238E27FC236}">
                  <a16:creationId xmlns:a16="http://schemas.microsoft.com/office/drawing/2014/main" id="{3145AC2E-177F-704A-ABCF-8E56C157BD6D}"/>
                </a:ext>
              </a:extLst>
            </p:cNvPr>
            <p:cNvSpPr/>
            <p:nvPr/>
          </p:nvSpPr>
          <p:spPr>
            <a:xfrm>
              <a:off x="225250" y="1195329"/>
              <a:ext cx="8552637" cy="3147137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25;p35">
              <a:extLst>
                <a:ext uri="{FF2B5EF4-FFF2-40B4-BE49-F238E27FC236}">
                  <a16:creationId xmlns:a16="http://schemas.microsoft.com/office/drawing/2014/main" id="{59348F78-316A-DB45-BE73-C3BD342564D7}"/>
                </a:ext>
              </a:extLst>
            </p:cNvPr>
            <p:cNvSpPr/>
            <p:nvPr/>
          </p:nvSpPr>
          <p:spPr>
            <a:xfrm>
              <a:off x="27199" y="1497471"/>
              <a:ext cx="8909050" cy="2800985"/>
            </a:xfrm>
            <a:custGeom>
              <a:avLst/>
              <a:gdLst/>
              <a:ahLst/>
              <a:cxnLst/>
              <a:rect l="l" t="t" r="r" b="b"/>
              <a:pathLst>
                <a:path w="8909050" h="2800985" extrusionOk="0">
                  <a:moveTo>
                    <a:pt x="3118343" y="317249"/>
                  </a:moveTo>
                  <a:lnTo>
                    <a:pt x="3120182" y="300923"/>
                  </a:lnTo>
                  <a:lnTo>
                    <a:pt x="3125638" y="284812"/>
                  </a:lnTo>
                  <a:lnTo>
                    <a:pt x="3162823" y="237963"/>
                  </a:lnTo>
                  <a:lnTo>
                    <a:pt x="3204074" y="208168"/>
                  </a:lnTo>
                  <a:lnTo>
                    <a:pt x="3257665" y="179708"/>
                  </a:lnTo>
                  <a:lnTo>
                    <a:pt x="3322885" y="152743"/>
                  </a:lnTo>
                  <a:lnTo>
                    <a:pt x="3359634" y="139872"/>
                  </a:lnTo>
                  <a:lnTo>
                    <a:pt x="3399025" y="127433"/>
                  </a:lnTo>
                  <a:lnTo>
                    <a:pt x="3440967" y="115449"/>
                  </a:lnTo>
                  <a:lnTo>
                    <a:pt x="3485374" y="103937"/>
                  </a:lnTo>
                  <a:lnTo>
                    <a:pt x="3532155" y="92920"/>
                  </a:lnTo>
                  <a:lnTo>
                    <a:pt x="3581222" y="82415"/>
                  </a:lnTo>
                  <a:lnTo>
                    <a:pt x="3632487" y="72444"/>
                  </a:lnTo>
                  <a:lnTo>
                    <a:pt x="3685859" y="63026"/>
                  </a:lnTo>
                  <a:lnTo>
                    <a:pt x="3741252" y="54181"/>
                  </a:lnTo>
                  <a:lnTo>
                    <a:pt x="3798576" y="45929"/>
                  </a:lnTo>
                  <a:lnTo>
                    <a:pt x="3857742" y="38290"/>
                  </a:lnTo>
                  <a:lnTo>
                    <a:pt x="3918661" y="31284"/>
                  </a:lnTo>
                  <a:lnTo>
                    <a:pt x="3981245" y="24931"/>
                  </a:lnTo>
                  <a:lnTo>
                    <a:pt x="4045404" y="19250"/>
                  </a:lnTo>
                  <a:lnTo>
                    <a:pt x="4111051" y="14262"/>
                  </a:lnTo>
                  <a:lnTo>
                    <a:pt x="4178096" y="9987"/>
                  </a:lnTo>
                  <a:lnTo>
                    <a:pt x="4246451" y="6445"/>
                  </a:lnTo>
                  <a:lnTo>
                    <a:pt x="4316027" y="3655"/>
                  </a:lnTo>
                  <a:lnTo>
                    <a:pt x="4386734" y="1637"/>
                  </a:lnTo>
                  <a:lnTo>
                    <a:pt x="4458485" y="412"/>
                  </a:lnTo>
                  <a:lnTo>
                    <a:pt x="4531190" y="0"/>
                  </a:lnTo>
                  <a:lnTo>
                    <a:pt x="4603896" y="412"/>
                  </a:lnTo>
                  <a:lnTo>
                    <a:pt x="4675647" y="1637"/>
                  </a:lnTo>
                  <a:lnTo>
                    <a:pt x="4746354" y="3655"/>
                  </a:lnTo>
                  <a:lnTo>
                    <a:pt x="4815930" y="6445"/>
                  </a:lnTo>
                  <a:lnTo>
                    <a:pt x="4884284" y="9987"/>
                  </a:lnTo>
                  <a:lnTo>
                    <a:pt x="4951330" y="14262"/>
                  </a:lnTo>
                  <a:lnTo>
                    <a:pt x="5016976" y="19250"/>
                  </a:lnTo>
                  <a:lnTo>
                    <a:pt x="5081136" y="24931"/>
                  </a:lnTo>
                  <a:lnTo>
                    <a:pt x="5143720" y="31284"/>
                  </a:lnTo>
                  <a:lnTo>
                    <a:pt x="5204639" y="38290"/>
                  </a:lnTo>
                  <a:lnTo>
                    <a:pt x="5263805" y="45929"/>
                  </a:lnTo>
                  <a:lnTo>
                    <a:pt x="5321129" y="54181"/>
                  </a:lnTo>
                  <a:lnTo>
                    <a:pt x="5376521" y="63026"/>
                  </a:lnTo>
                  <a:lnTo>
                    <a:pt x="5429894" y="72444"/>
                  </a:lnTo>
                  <a:lnTo>
                    <a:pt x="5481159" y="82415"/>
                  </a:lnTo>
                  <a:lnTo>
                    <a:pt x="5530226" y="92920"/>
                  </a:lnTo>
                  <a:lnTo>
                    <a:pt x="5577007" y="103937"/>
                  </a:lnTo>
                  <a:lnTo>
                    <a:pt x="5621413" y="115449"/>
                  </a:lnTo>
                  <a:lnTo>
                    <a:pt x="5663356" y="127433"/>
                  </a:lnTo>
                  <a:lnTo>
                    <a:pt x="5702747" y="139872"/>
                  </a:lnTo>
                  <a:lnTo>
                    <a:pt x="5739496" y="152743"/>
                  </a:lnTo>
                  <a:lnTo>
                    <a:pt x="5804716" y="179708"/>
                  </a:lnTo>
                  <a:lnTo>
                    <a:pt x="5858307" y="208168"/>
                  </a:lnTo>
                  <a:lnTo>
                    <a:pt x="5899558" y="237963"/>
                  </a:lnTo>
                  <a:lnTo>
                    <a:pt x="5927758" y="268935"/>
                  </a:lnTo>
                  <a:lnTo>
                    <a:pt x="5944038" y="317249"/>
                  </a:lnTo>
                  <a:lnTo>
                    <a:pt x="5927758" y="365563"/>
                  </a:lnTo>
                  <a:lnTo>
                    <a:pt x="5899558" y="396534"/>
                  </a:lnTo>
                  <a:lnTo>
                    <a:pt x="5858307" y="426330"/>
                  </a:lnTo>
                  <a:lnTo>
                    <a:pt x="5804716" y="454790"/>
                  </a:lnTo>
                  <a:lnTo>
                    <a:pt x="5739496" y="481754"/>
                  </a:lnTo>
                  <a:lnTo>
                    <a:pt x="5702747" y="494626"/>
                  </a:lnTo>
                  <a:lnTo>
                    <a:pt x="5663356" y="507064"/>
                  </a:lnTo>
                  <a:lnTo>
                    <a:pt x="5621413" y="519049"/>
                  </a:lnTo>
                  <a:lnTo>
                    <a:pt x="5577007" y="530560"/>
                  </a:lnTo>
                  <a:lnTo>
                    <a:pt x="5530226" y="541578"/>
                  </a:lnTo>
                  <a:lnTo>
                    <a:pt x="5481159" y="552083"/>
                  </a:lnTo>
                  <a:lnTo>
                    <a:pt x="5429894" y="562054"/>
                  </a:lnTo>
                  <a:lnTo>
                    <a:pt x="5376521" y="571472"/>
                  </a:lnTo>
                  <a:lnTo>
                    <a:pt x="5321129" y="580317"/>
                  </a:lnTo>
                  <a:lnTo>
                    <a:pt x="5263805" y="588569"/>
                  </a:lnTo>
                  <a:lnTo>
                    <a:pt x="5204639" y="596208"/>
                  </a:lnTo>
                  <a:lnTo>
                    <a:pt x="5143720" y="603214"/>
                  </a:lnTo>
                  <a:lnTo>
                    <a:pt x="5081136" y="609567"/>
                  </a:lnTo>
                  <a:lnTo>
                    <a:pt x="5016976" y="615248"/>
                  </a:lnTo>
                  <a:lnTo>
                    <a:pt x="4951330" y="620235"/>
                  </a:lnTo>
                  <a:lnTo>
                    <a:pt x="4884284" y="624510"/>
                  </a:lnTo>
                  <a:lnTo>
                    <a:pt x="4815930" y="628053"/>
                  </a:lnTo>
                  <a:lnTo>
                    <a:pt x="4746354" y="630843"/>
                  </a:lnTo>
                  <a:lnTo>
                    <a:pt x="4675647" y="632860"/>
                  </a:lnTo>
                  <a:lnTo>
                    <a:pt x="4603896" y="634085"/>
                  </a:lnTo>
                  <a:lnTo>
                    <a:pt x="4531190" y="634498"/>
                  </a:lnTo>
                  <a:lnTo>
                    <a:pt x="4458485" y="634085"/>
                  </a:lnTo>
                  <a:lnTo>
                    <a:pt x="4386734" y="632860"/>
                  </a:lnTo>
                  <a:lnTo>
                    <a:pt x="4316027" y="630843"/>
                  </a:lnTo>
                  <a:lnTo>
                    <a:pt x="4246451" y="628053"/>
                  </a:lnTo>
                  <a:lnTo>
                    <a:pt x="4178096" y="624510"/>
                  </a:lnTo>
                  <a:lnTo>
                    <a:pt x="4111051" y="620235"/>
                  </a:lnTo>
                  <a:lnTo>
                    <a:pt x="4045404" y="615248"/>
                  </a:lnTo>
                  <a:lnTo>
                    <a:pt x="3981245" y="609567"/>
                  </a:lnTo>
                  <a:lnTo>
                    <a:pt x="3918661" y="603214"/>
                  </a:lnTo>
                  <a:lnTo>
                    <a:pt x="3857742" y="596208"/>
                  </a:lnTo>
                  <a:lnTo>
                    <a:pt x="3798576" y="588569"/>
                  </a:lnTo>
                  <a:lnTo>
                    <a:pt x="3741252" y="580317"/>
                  </a:lnTo>
                  <a:lnTo>
                    <a:pt x="3685859" y="571472"/>
                  </a:lnTo>
                  <a:lnTo>
                    <a:pt x="3632487" y="562054"/>
                  </a:lnTo>
                  <a:lnTo>
                    <a:pt x="3581222" y="552083"/>
                  </a:lnTo>
                  <a:lnTo>
                    <a:pt x="3532155" y="541578"/>
                  </a:lnTo>
                  <a:lnTo>
                    <a:pt x="3485374" y="530560"/>
                  </a:lnTo>
                  <a:lnTo>
                    <a:pt x="3440967" y="519049"/>
                  </a:lnTo>
                  <a:lnTo>
                    <a:pt x="3399025" y="507064"/>
                  </a:lnTo>
                  <a:lnTo>
                    <a:pt x="3359634" y="494626"/>
                  </a:lnTo>
                  <a:lnTo>
                    <a:pt x="3322885" y="481754"/>
                  </a:lnTo>
                  <a:lnTo>
                    <a:pt x="3257665" y="454790"/>
                  </a:lnTo>
                  <a:lnTo>
                    <a:pt x="3204074" y="426330"/>
                  </a:lnTo>
                  <a:lnTo>
                    <a:pt x="3162823" y="396534"/>
                  </a:lnTo>
                  <a:lnTo>
                    <a:pt x="3134622" y="365563"/>
                  </a:lnTo>
                  <a:lnTo>
                    <a:pt x="3120182" y="333574"/>
                  </a:lnTo>
                  <a:lnTo>
                    <a:pt x="3118343" y="317249"/>
                  </a:lnTo>
                  <a:close/>
                </a:path>
                <a:path w="8909050" h="2800985" extrusionOk="0">
                  <a:moveTo>
                    <a:pt x="3106893" y="1705146"/>
                  </a:moveTo>
                  <a:lnTo>
                    <a:pt x="3108732" y="1688822"/>
                  </a:lnTo>
                  <a:lnTo>
                    <a:pt x="3114188" y="1672711"/>
                  </a:lnTo>
                  <a:lnTo>
                    <a:pt x="3151373" y="1625865"/>
                  </a:lnTo>
                  <a:lnTo>
                    <a:pt x="3192624" y="1596070"/>
                  </a:lnTo>
                  <a:lnTo>
                    <a:pt x="3246215" y="1567611"/>
                  </a:lnTo>
                  <a:lnTo>
                    <a:pt x="3311435" y="1540646"/>
                  </a:lnTo>
                  <a:lnTo>
                    <a:pt x="3348184" y="1527774"/>
                  </a:lnTo>
                  <a:lnTo>
                    <a:pt x="3387575" y="1515336"/>
                  </a:lnTo>
                  <a:lnTo>
                    <a:pt x="3429517" y="1503351"/>
                  </a:lnTo>
                  <a:lnTo>
                    <a:pt x="3473924" y="1491840"/>
                  </a:lnTo>
                  <a:lnTo>
                    <a:pt x="3520705" y="1480822"/>
                  </a:lnTo>
                  <a:lnTo>
                    <a:pt x="3569772" y="1470317"/>
                  </a:lnTo>
                  <a:lnTo>
                    <a:pt x="3621037" y="1460345"/>
                  </a:lnTo>
                  <a:lnTo>
                    <a:pt x="3674409" y="1450927"/>
                  </a:lnTo>
                  <a:lnTo>
                    <a:pt x="3729802" y="1442081"/>
                  </a:lnTo>
                  <a:lnTo>
                    <a:pt x="3787126" y="1433829"/>
                  </a:lnTo>
                  <a:lnTo>
                    <a:pt x="3846292" y="1426189"/>
                  </a:lnTo>
                  <a:lnTo>
                    <a:pt x="3907211" y="1419183"/>
                  </a:lnTo>
                  <a:lnTo>
                    <a:pt x="3969795" y="1412829"/>
                  </a:lnTo>
                  <a:lnTo>
                    <a:pt x="4033954" y="1407149"/>
                  </a:lnTo>
                  <a:lnTo>
                    <a:pt x="4099601" y="1402161"/>
                  </a:lnTo>
                  <a:lnTo>
                    <a:pt x="4166646" y="1397885"/>
                  </a:lnTo>
                  <a:lnTo>
                    <a:pt x="4235001" y="1394343"/>
                  </a:lnTo>
                  <a:lnTo>
                    <a:pt x="4304577" y="1391552"/>
                  </a:lnTo>
                  <a:lnTo>
                    <a:pt x="4375284" y="1389535"/>
                  </a:lnTo>
                  <a:lnTo>
                    <a:pt x="4447035" y="1388310"/>
                  </a:lnTo>
                  <a:lnTo>
                    <a:pt x="4519740" y="1387897"/>
                  </a:lnTo>
                  <a:lnTo>
                    <a:pt x="4592446" y="1388310"/>
                  </a:lnTo>
                  <a:lnTo>
                    <a:pt x="4664197" y="1389535"/>
                  </a:lnTo>
                  <a:lnTo>
                    <a:pt x="4734904" y="1391552"/>
                  </a:lnTo>
                  <a:lnTo>
                    <a:pt x="4804480" y="1394343"/>
                  </a:lnTo>
                  <a:lnTo>
                    <a:pt x="4872834" y="1397885"/>
                  </a:lnTo>
                  <a:lnTo>
                    <a:pt x="4939880" y="1402161"/>
                  </a:lnTo>
                  <a:lnTo>
                    <a:pt x="5005526" y="1407149"/>
                  </a:lnTo>
                  <a:lnTo>
                    <a:pt x="5069686" y="1412829"/>
                  </a:lnTo>
                  <a:lnTo>
                    <a:pt x="5132270" y="1419183"/>
                  </a:lnTo>
                  <a:lnTo>
                    <a:pt x="5193189" y="1426189"/>
                  </a:lnTo>
                  <a:lnTo>
                    <a:pt x="5252355" y="1433829"/>
                  </a:lnTo>
                  <a:lnTo>
                    <a:pt x="5309679" y="1442081"/>
                  </a:lnTo>
                  <a:lnTo>
                    <a:pt x="5365071" y="1450927"/>
                  </a:lnTo>
                  <a:lnTo>
                    <a:pt x="5418444" y="1460345"/>
                  </a:lnTo>
                  <a:lnTo>
                    <a:pt x="5469709" y="1470317"/>
                  </a:lnTo>
                  <a:lnTo>
                    <a:pt x="5518776" y="1480822"/>
                  </a:lnTo>
                  <a:lnTo>
                    <a:pt x="5565557" y="1491840"/>
                  </a:lnTo>
                  <a:lnTo>
                    <a:pt x="5609963" y="1503351"/>
                  </a:lnTo>
                  <a:lnTo>
                    <a:pt x="5651906" y="1515336"/>
                  </a:lnTo>
                  <a:lnTo>
                    <a:pt x="5691297" y="1527774"/>
                  </a:lnTo>
                  <a:lnTo>
                    <a:pt x="5728046" y="1540646"/>
                  </a:lnTo>
                  <a:lnTo>
                    <a:pt x="5793266" y="1567611"/>
                  </a:lnTo>
                  <a:lnTo>
                    <a:pt x="5846857" y="1596070"/>
                  </a:lnTo>
                  <a:lnTo>
                    <a:pt x="5888108" y="1625865"/>
                  </a:lnTo>
                  <a:lnTo>
                    <a:pt x="5916308" y="1656835"/>
                  </a:lnTo>
                  <a:lnTo>
                    <a:pt x="5932588" y="1705146"/>
                  </a:lnTo>
                  <a:lnTo>
                    <a:pt x="5916308" y="1753463"/>
                  </a:lnTo>
                  <a:lnTo>
                    <a:pt x="5888108" y="1784436"/>
                  </a:lnTo>
                  <a:lnTo>
                    <a:pt x="5846857" y="1814232"/>
                  </a:lnTo>
                  <a:lnTo>
                    <a:pt x="5793266" y="1842692"/>
                  </a:lnTo>
                  <a:lnTo>
                    <a:pt x="5728046" y="1869657"/>
                  </a:lnTo>
                  <a:lnTo>
                    <a:pt x="5691297" y="1882529"/>
                  </a:lnTo>
                  <a:lnTo>
                    <a:pt x="5651906" y="1894967"/>
                  </a:lnTo>
                  <a:lnTo>
                    <a:pt x="5609963" y="1906951"/>
                  </a:lnTo>
                  <a:lnTo>
                    <a:pt x="5565557" y="1918462"/>
                  </a:lnTo>
                  <a:lnTo>
                    <a:pt x="5518776" y="1929480"/>
                  </a:lnTo>
                  <a:lnTo>
                    <a:pt x="5469709" y="1939984"/>
                  </a:lnTo>
                  <a:lnTo>
                    <a:pt x="5418444" y="1949955"/>
                  </a:lnTo>
                  <a:lnTo>
                    <a:pt x="5365071" y="1959373"/>
                  </a:lnTo>
                  <a:lnTo>
                    <a:pt x="5309679" y="1968218"/>
                  </a:lnTo>
                  <a:lnTo>
                    <a:pt x="5252355" y="1976469"/>
                  </a:lnTo>
                  <a:lnTo>
                    <a:pt x="5193189" y="1984108"/>
                  </a:lnTo>
                  <a:lnTo>
                    <a:pt x="5132270" y="1991113"/>
                  </a:lnTo>
                  <a:lnTo>
                    <a:pt x="5069686" y="1997466"/>
                  </a:lnTo>
                  <a:lnTo>
                    <a:pt x="5005526" y="2003146"/>
                  </a:lnTo>
                  <a:lnTo>
                    <a:pt x="4939880" y="2008134"/>
                  </a:lnTo>
                  <a:lnTo>
                    <a:pt x="4872834" y="2012408"/>
                  </a:lnTo>
                  <a:lnTo>
                    <a:pt x="4804480" y="2015951"/>
                  </a:lnTo>
                  <a:lnTo>
                    <a:pt x="4734904" y="2018740"/>
                  </a:lnTo>
                  <a:lnTo>
                    <a:pt x="4664197" y="2020758"/>
                  </a:lnTo>
                  <a:lnTo>
                    <a:pt x="4592446" y="2021983"/>
                  </a:lnTo>
                  <a:lnTo>
                    <a:pt x="4519740" y="2022395"/>
                  </a:lnTo>
                  <a:lnTo>
                    <a:pt x="4447035" y="2021983"/>
                  </a:lnTo>
                  <a:lnTo>
                    <a:pt x="4375284" y="2020758"/>
                  </a:lnTo>
                  <a:lnTo>
                    <a:pt x="4304577" y="2018740"/>
                  </a:lnTo>
                  <a:lnTo>
                    <a:pt x="4235001" y="2015951"/>
                  </a:lnTo>
                  <a:lnTo>
                    <a:pt x="4166646" y="2012408"/>
                  </a:lnTo>
                  <a:lnTo>
                    <a:pt x="4099601" y="2008134"/>
                  </a:lnTo>
                  <a:lnTo>
                    <a:pt x="4033954" y="2003146"/>
                  </a:lnTo>
                  <a:lnTo>
                    <a:pt x="3969795" y="1997466"/>
                  </a:lnTo>
                  <a:lnTo>
                    <a:pt x="3907211" y="1991113"/>
                  </a:lnTo>
                  <a:lnTo>
                    <a:pt x="3846292" y="1984108"/>
                  </a:lnTo>
                  <a:lnTo>
                    <a:pt x="3787126" y="1976469"/>
                  </a:lnTo>
                  <a:lnTo>
                    <a:pt x="3729802" y="1968218"/>
                  </a:lnTo>
                  <a:lnTo>
                    <a:pt x="3674409" y="1959373"/>
                  </a:lnTo>
                  <a:lnTo>
                    <a:pt x="3621037" y="1949955"/>
                  </a:lnTo>
                  <a:lnTo>
                    <a:pt x="3569772" y="1939984"/>
                  </a:lnTo>
                  <a:lnTo>
                    <a:pt x="3520705" y="1929480"/>
                  </a:lnTo>
                  <a:lnTo>
                    <a:pt x="3473924" y="1918462"/>
                  </a:lnTo>
                  <a:lnTo>
                    <a:pt x="3429517" y="1906951"/>
                  </a:lnTo>
                  <a:lnTo>
                    <a:pt x="3387575" y="1894967"/>
                  </a:lnTo>
                  <a:lnTo>
                    <a:pt x="3348184" y="1882529"/>
                  </a:lnTo>
                  <a:lnTo>
                    <a:pt x="3311435" y="1869657"/>
                  </a:lnTo>
                  <a:lnTo>
                    <a:pt x="3246215" y="1842692"/>
                  </a:lnTo>
                  <a:lnTo>
                    <a:pt x="3192624" y="1814232"/>
                  </a:lnTo>
                  <a:lnTo>
                    <a:pt x="3151373" y="1784436"/>
                  </a:lnTo>
                  <a:lnTo>
                    <a:pt x="3123172" y="1753463"/>
                  </a:lnTo>
                  <a:lnTo>
                    <a:pt x="3108732" y="1721473"/>
                  </a:lnTo>
                  <a:lnTo>
                    <a:pt x="3106893" y="1705146"/>
                  </a:lnTo>
                  <a:close/>
                </a:path>
                <a:path w="8909050" h="2800985" extrusionOk="0">
                  <a:moveTo>
                    <a:pt x="6083262" y="389499"/>
                  </a:moveTo>
                  <a:lnTo>
                    <a:pt x="6085101" y="373173"/>
                  </a:lnTo>
                  <a:lnTo>
                    <a:pt x="6090557" y="357062"/>
                  </a:lnTo>
                  <a:lnTo>
                    <a:pt x="6127742" y="310213"/>
                  </a:lnTo>
                  <a:lnTo>
                    <a:pt x="6168993" y="280418"/>
                  </a:lnTo>
                  <a:lnTo>
                    <a:pt x="6222584" y="251958"/>
                  </a:lnTo>
                  <a:lnTo>
                    <a:pt x="6287804" y="224993"/>
                  </a:lnTo>
                  <a:lnTo>
                    <a:pt x="6324553" y="212122"/>
                  </a:lnTo>
                  <a:lnTo>
                    <a:pt x="6363944" y="199683"/>
                  </a:lnTo>
                  <a:lnTo>
                    <a:pt x="6405886" y="187699"/>
                  </a:lnTo>
                  <a:lnTo>
                    <a:pt x="6450293" y="176187"/>
                  </a:lnTo>
                  <a:lnTo>
                    <a:pt x="6497074" y="165169"/>
                  </a:lnTo>
                  <a:lnTo>
                    <a:pt x="6546141" y="154665"/>
                  </a:lnTo>
                  <a:lnTo>
                    <a:pt x="6597406" y="144694"/>
                  </a:lnTo>
                  <a:lnTo>
                    <a:pt x="6650778" y="135276"/>
                  </a:lnTo>
                  <a:lnTo>
                    <a:pt x="6706171" y="126431"/>
                  </a:lnTo>
                  <a:lnTo>
                    <a:pt x="6763495" y="118179"/>
                  </a:lnTo>
                  <a:lnTo>
                    <a:pt x="6822661" y="110540"/>
                  </a:lnTo>
                  <a:lnTo>
                    <a:pt x="6883580" y="103534"/>
                  </a:lnTo>
                  <a:lnTo>
                    <a:pt x="6946164" y="97180"/>
                  </a:lnTo>
                  <a:lnTo>
                    <a:pt x="7010323" y="91500"/>
                  </a:lnTo>
                  <a:lnTo>
                    <a:pt x="7075970" y="86512"/>
                  </a:lnTo>
                  <a:lnTo>
                    <a:pt x="7143015" y="82237"/>
                  </a:lnTo>
                  <a:lnTo>
                    <a:pt x="7211370" y="78695"/>
                  </a:lnTo>
                  <a:lnTo>
                    <a:pt x="7280946" y="75905"/>
                  </a:lnTo>
                  <a:lnTo>
                    <a:pt x="7351653" y="73887"/>
                  </a:lnTo>
                  <a:lnTo>
                    <a:pt x="7423404" y="72662"/>
                  </a:lnTo>
                  <a:lnTo>
                    <a:pt x="7496109" y="72249"/>
                  </a:lnTo>
                  <a:lnTo>
                    <a:pt x="7568815" y="72662"/>
                  </a:lnTo>
                  <a:lnTo>
                    <a:pt x="7640566" y="73887"/>
                  </a:lnTo>
                  <a:lnTo>
                    <a:pt x="7711273" y="75905"/>
                  </a:lnTo>
                  <a:lnTo>
                    <a:pt x="7780849" y="78695"/>
                  </a:lnTo>
                  <a:lnTo>
                    <a:pt x="7849203" y="82237"/>
                  </a:lnTo>
                  <a:lnTo>
                    <a:pt x="7916249" y="86512"/>
                  </a:lnTo>
                  <a:lnTo>
                    <a:pt x="7981895" y="91500"/>
                  </a:lnTo>
                  <a:lnTo>
                    <a:pt x="8046055" y="97180"/>
                  </a:lnTo>
                  <a:lnTo>
                    <a:pt x="8108639" y="103534"/>
                  </a:lnTo>
                  <a:lnTo>
                    <a:pt x="8169558" y="110540"/>
                  </a:lnTo>
                  <a:lnTo>
                    <a:pt x="8228724" y="118179"/>
                  </a:lnTo>
                  <a:lnTo>
                    <a:pt x="8286048" y="126431"/>
                  </a:lnTo>
                  <a:lnTo>
                    <a:pt x="8341440" y="135276"/>
                  </a:lnTo>
                  <a:lnTo>
                    <a:pt x="8394813" y="144694"/>
                  </a:lnTo>
                  <a:lnTo>
                    <a:pt x="8446078" y="154665"/>
                  </a:lnTo>
                  <a:lnTo>
                    <a:pt x="8495145" y="165169"/>
                  </a:lnTo>
                  <a:lnTo>
                    <a:pt x="8541926" y="176187"/>
                  </a:lnTo>
                  <a:lnTo>
                    <a:pt x="8586332" y="187699"/>
                  </a:lnTo>
                  <a:lnTo>
                    <a:pt x="8628275" y="199683"/>
                  </a:lnTo>
                  <a:lnTo>
                    <a:pt x="8667666" y="212122"/>
                  </a:lnTo>
                  <a:lnTo>
                    <a:pt x="8704415" y="224993"/>
                  </a:lnTo>
                  <a:lnTo>
                    <a:pt x="8769635" y="251958"/>
                  </a:lnTo>
                  <a:lnTo>
                    <a:pt x="8823226" y="280418"/>
                  </a:lnTo>
                  <a:lnTo>
                    <a:pt x="8864477" y="310213"/>
                  </a:lnTo>
                  <a:lnTo>
                    <a:pt x="8892677" y="341185"/>
                  </a:lnTo>
                  <a:lnTo>
                    <a:pt x="8908957" y="389499"/>
                  </a:lnTo>
                  <a:lnTo>
                    <a:pt x="8892677" y="437813"/>
                  </a:lnTo>
                  <a:lnTo>
                    <a:pt x="8864477" y="468784"/>
                  </a:lnTo>
                  <a:lnTo>
                    <a:pt x="8823226" y="498580"/>
                  </a:lnTo>
                  <a:lnTo>
                    <a:pt x="8769635" y="527040"/>
                  </a:lnTo>
                  <a:lnTo>
                    <a:pt x="8704415" y="554004"/>
                  </a:lnTo>
                  <a:lnTo>
                    <a:pt x="8667666" y="566876"/>
                  </a:lnTo>
                  <a:lnTo>
                    <a:pt x="8628275" y="579314"/>
                  </a:lnTo>
                  <a:lnTo>
                    <a:pt x="8586332" y="591299"/>
                  </a:lnTo>
                  <a:lnTo>
                    <a:pt x="8541926" y="602810"/>
                  </a:lnTo>
                  <a:lnTo>
                    <a:pt x="8495145" y="613828"/>
                  </a:lnTo>
                  <a:lnTo>
                    <a:pt x="8446078" y="624332"/>
                  </a:lnTo>
                  <a:lnTo>
                    <a:pt x="8394813" y="634304"/>
                  </a:lnTo>
                  <a:lnTo>
                    <a:pt x="8341440" y="643722"/>
                  </a:lnTo>
                  <a:lnTo>
                    <a:pt x="8286048" y="652567"/>
                  </a:lnTo>
                  <a:lnTo>
                    <a:pt x="8228724" y="660819"/>
                  </a:lnTo>
                  <a:lnTo>
                    <a:pt x="8169558" y="668458"/>
                  </a:lnTo>
                  <a:lnTo>
                    <a:pt x="8108639" y="675464"/>
                  </a:lnTo>
                  <a:lnTo>
                    <a:pt x="8046055" y="681817"/>
                  </a:lnTo>
                  <a:lnTo>
                    <a:pt x="7981895" y="687497"/>
                  </a:lnTo>
                  <a:lnTo>
                    <a:pt x="7916249" y="692485"/>
                  </a:lnTo>
                  <a:lnTo>
                    <a:pt x="7849203" y="696760"/>
                  </a:lnTo>
                  <a:lnTo>
                    <a:pt x="7780849" y="700303"/>
                  </a:lnTo>
                  <a:lnTo>
                    <a:pt x="7711273" y="703093"/>
                  </a:lnTo>
                  <a:lnTo>
                    <a:pt x="7640566" y="705110"/>
                  </a:lnTo>
                  <a:lnTo>
                    <a:pt x="7568815" y="706335"/>
                  </a:lnTo>
                  <a:lnTo>
                    <a:pt x="7496109" y="706748"/>
                  </a:lnTo>
                  <a:lnTo>
                    <a:pt x="7423404" y="706335"/>
                  </a:lnTo>
                  <a:lnTo>
                    <a:pt x="7351653" y="705110"/>
                  </a:lnTo>
                  <a:lnTo>
                    <a:pt x="7280946" y="703093"/>
                  </a:lnTo>
                  <a:lnTo>
                    <a:pt x="7211370" y="700303"/>
                  </a:lnTo>
                  <a:lnTo>
                    <a:pt x="7143015" y="696760"/>
                  </a:lnTo>
                  <a:lnTo>
                    <a:pt x="7075970" y="692485"/>
                  </a:lnTo>
                  <a:lnTo>
                    <a:pt x="7010323" y="687497"/>
                  </a:lnTo>
                  <a:lnTo>
                    <a:pt x="6946164" y="681817"/>
                  </a:lnTo>
                  <a:lnTo>
                    <a:pt x="6883580" y="675464"/>
                  </a:lnTo>
                  <a:lnTo>
                    <a:pt x="6822661" y="668458"/>
                  </a:lnTo>
                  <a:lnTo>
                    <a:pt x="6763495" y="660819"/>
                  </a:lnTo>
                  <a:lnTo>
                    <a:pt x="6706171" y="652567"/>
                  </a:lnTo>
                  <a:lnTo>
                    <a:pt x="6650778" y="643722"/>
                  </a:lnTo>
                  <a:lnTo>
                    <a:pt x="6597406" y="634304"/>
                  </a:lnTo>
                  <a:lnTo>
                    <a:pt x="6546141" y="624332"/>
                  </a:lnTo>
                  <a:lnTo>
                    <a:pt x="6497074" y="613828"/>
                  </a:lnTo>
                  <a:lnTo>
                    <a:pt x="6450293" y="602810"/>
                  </a:lnTo>
                  <a:lnTo>
                    <a:pt x="6405886" y="591299"/>
                  </a:lnTo>
                  <a:lnTo>
                    <a:pt x="6363944" y="579314"/>
                  </a:lnTo>
                  <a:lnTo>
                    <a:pt x="6324553" y="566876"/>
                  </a:lnTo>
                  <a:lnTo>
                    <a:pt x="6287804" y="554004"/>
                  </a:lnTo>
                  <a:lnTo>
                    <a:pt x="6222584" y="527040"/>
                  </a:lnTo>
                  <a:lnTo>
                    <a:pt x="6168993" y="498580"/>
                  </a:lnTo>
                  <a:lnTo>
                    <a:pt x="6127742" y="468784"/>
                  </a:lnTo>
                  <a:lnTo>
                    <a:pt x="6099541" y="437813"/>
                  </a:lnTo>
                  <a:lnTo>
                    <a:pt x="6085101" y="405824"/>
                  </a:lnTo>
                  <a:lnTo>
                    <a:pt x="6083262" y="389499"/>
                  </a:lnTo>
                  <a:close/>
                </a:path>
                <a:path w="8909050" h="2800985" extrusionOk="0">
                  <a:moveTo>
                    <a:pt x="48999" y="389499"/>
                  </a:moveTo>
                  <a:lnTo>
                    <a:pt x="50838" y="373173"/>
                  </a:lnTo>
                  <a:lnTo>
                    <a:pt x="56294" y="357062"/>
                  </a:lnTo>
                  <a:lnTo>
                    <a:pt x="93480" y="310213"/>
                  </a:lnTo>
                  <a:lnTo>
                    <a:pt x="134731" y="280418"/>
                  </a:lnTo>
                  <a:lnTo>
                    <a:pt x="188322" y="251958"/>
                  </a:lnTo>
                  <a:lnTo>
                    <a:pt x="253542" y="224993"/>
                  </a:lnTo>
                  <a:lnTo>
                    <a:pt x="290292" y="212122"/>
                  </a:lnTo>
                  <a:lnTo>
                    <a:pt x="329682" y="199683"/>
                  </a:lnTo>
                  <a:lnTo>
                    <a:pt x="371625" y="187699"/>
                  </a:lnTo>
                  <a:lnTo>
                    <a:pt x="416032" y="176187"/>
                  </a:lnTo>
                  <a:lnTo>
                    <a:pt x="462813" y="165169"/>
                  </a:lnTo>
                  <a:lnTo>
                    <a:pt x="511880" y="154665"/>
                  </a:lnTo>
                  <a:lnTo>
                    <a:pt x="563145" y="144694"/>
                  </a:lnTo>
                  <a:lnTo>
                    <a:pt x="616518" y="135276"/>
                  </a:lnTo>
                  <a:lnTo>
                    <a:pt x="671910" y="126431"/>
                  </a:lnTo>
                  <a:lnTo>
                    <a:pt x="729234" y="118179"/>
                  </a:lnTo>
                  <a:lnTo>
                    <a:pt x="788400" y="110540"/>
                  </a:lnTo>
                  <a:lnTo>
                    <a:pt x="849319" y="103534"/>
                  </a:lnTo>
                  <a:lnTo>
                    <a:pt x="911903" y="97180"/>
                  </a:lnTo>
                  <a:lnTo>
                    <a:pt x="976063" y="91500"/>
                  </a:lnTo>
                  <a:lnTo>
                    <a:pt x="1041709" y="86512"/>
                  </a:lnTo>
                  <a:lnTo>
                    <a:pt x="1108754" y="82237"/>
                  </a:lnTo>
                  <a:lnTo>
                    <a:pt x="1177109" y="78695"/>
                  </a:lnTo>
                  <a:lnTo>
                    <a:pt x="1246684" y="75905"/>
                  </a:lnTo>
                  <a:lnTo>
                    <a:pt x="1317391" y="73887"/>
                  </a:lnTo>
                  <a:lnTo>
                    <a:pt x="1389142" y="72662"/>
                  </a:lnTo>
                  <a:lnTo>
                    <a:pt x="1461847" y="72249"/>
                  </a:lnTo>
                  <a:lnTo>
                    <a:pt x="1534551" y="72662"/>
                  </a:lnTo>
                  <a:lnTo>
                    <a:pt x="1606302" y="73887"/>
                  </a:lnTo>
                  <a:lnTo>
                    <a:pt x="1677009" y="75905"/>
                  </a:lnTo>
                  <a:lnTo>
                    <a:pt x="1746584" y="78695"/>
                  </a:lnTo>
                  <a:lnTo>
                    <a:pt x="1814939" y="82237"/>
                  </a:lnTo>
                  <a:lnTo>
                    <a:pt x="1881984" y="86512"/>
                  </a:lnTo>
                  <a:lnTo>
                    <a:pt x="1947631" y="91500"/>
                  </a:lnTo>
                  <a:lnTo>
                    <a:pt x="2011790" y="97180"/>
                  </a:lnTo>
                  <a:lnTo>
                    <a:pt x="2074374" y="103534"/>
                  </a:lnTo>
                  <a:lnTo>
                    <a:pt x="2135293" y="110540"/>
                  </a:lnTo>
                  <a:lnTo>
                    <a:pt x="2194459" y="118179"/>
                  </a:lnTo>
                  <a:lnTo>
                    <a:pt x="2251783" y="126431"/>
                  </a:lnTo>
                  <a:lnTo>
                    <a:pt x="2307175" y="135276"/>
                  </a:lnTo>
                  <a:lnTo>
                    <a:pt x="2360548" y="144694"/>
                  </a:lnTo>
                  <a:lnTo>
                    <a:pt x="2411813" y="154665"/>
                  </a:lnTo>
                  <a:lnTo>
                    <a:pt x="2460880" y="165169"/>
                  </a:lnTo>
                  <a:lnTo>
                    <a:pt x="2507661" y="176187"/>
                  </a:lnTo>
                  <a:lnTo>
                    <a:pt x="2552068" y="187699"/>
                  </a:lnTo>
                  <a:lnTo>
                    <a:pt x="2594011" y="199683"/>
                  </a:lnTo>
                  <a:lnTo>
                    <a:pt x="2633401" y="212122"/>
                  </a:lnTo>
                  <a:lnTo>
                    <a:pt x="2670151" y="224993"/>
                  </a:lnTo>
                  <a:lnTo>
                    <a:pt x="2735372" y="251958"/>
                  </a:lnTo>
                  <a:lnTo>
                    <a:pt x="2788962" y="280418"/>
                  </a:lnTo>
                  <a:lnTo>
                    <a:pt x="2830214" y="310213"/>
                  </a:lnTo>
                  <a:lnTo>
                    <a:pt x="2858415" y="341185"/>
                  </a:lnTo>
                  <a:lnTo>
                    <a:pt x="2874694" y="389499"/>
                  </a:lnTo>
                  <a:lnTo>
                    <a:pt x="2858415" y="437813"/>
                  </a:lnTo>
                  <a:lnTo>
                    <a:pt x="2830214" y="468784"/>
                  </a:lnTo>
                  <a:lnTo>
                    <a:pt x="2788962" y="498580"/>
                  </a:lnTo>
                  <a:lnTo>
                    <a:pt x="2735372" y="527040"/>
                  </a:lnTo>
                  <a:lnTo>
                    <a:pt x="2670151" y="554004"/>
                  </a:lnTo>
                  <a:lnTo>
                    <a:pt x="2633401" y="566876"/>
                  </a:lnTo>
                  <a:lnTo>
                    <a:pt x="2594011" y="579314"/>
                  </a:lnTo>
                  <a:lnTo>
                    <a:pt x="2552068" y="591299"/>
                  </a:lnTo>
                  <a:lnTo>
                    <a:pt x="2507661" y="602810"/>
                  </a:lnTo>
                  <a:lnTo>
                    <a:pt x="2460880" y="613828"/>
                  </a:lnTo>
                  <a:lnTo>
                    <a:pt x="2411813" y="624332"/>
                  </a:lnTo>
                  <a:lnTo>
                    <a:pt x="2360548" y="634304"/>
                  </a:lnTo>
                  <a:lnTo>
                    <a:pt x="2307175" y="643722"/>
                  </a:lnTo>
                  <a:lnTo>
                    <a:pt x="2251783" y="652567"/>
                  </a:lnTo>
                  <a:lnTo>
                    <a:pt x="2194459" y="660819"/>
                  </a:lnTo>
                  <a:lnTo>
                    <a:pt x="2135293" y="668458"/>
                  </a:lnTo>
                  <a:lnTo>
                    <a:pt x="2074374" y="675464"/>
                  </a:lnTo>
                  <a:lnTo>
                    <a:pt x="2011790" y="681817"/>
                  </a:lnTo>
                  <a:lnTo>
                    <a:pt x="1947631" y="687497"/>
                  </a:lnTo>
                  <a:lnTo>
                    <a:pt x="1881984" y="692485"/>
                  </a:lnTo>
                  <a:lnTo>
                    <a:pt x="1814939" y="696760"/>
                  </a:lnTo>
                  <a:lnTo>
                    <a:pt x="1746584" y="700303"/>
                  </a:lnTo>
                  <a:lnTo>
                    <a:pt x="1677009" y="703093"/>
                  </a:lnTo>
                  <a:lnTo>
                    <a:pt x="1606302" y="705110"/>
                  </a:lnTo>
                  <a:lnTo>
                    <a:pt x="1534551" y="706335"/>
                  </a:lnTo>
                  <a:lnTo>
                    <a:pt x="1461847" y="706748"/>
                  </a:lnTo>
                  <a:lnTo>
                    <a:pt x="1389142" y="706335"/>
                  </a:lnTo>
                  <a:lnTo>
                    <a:pt x="1317391" y="705110"/>
                  </a:lnTo>
                  <a:lnTo>
                    <a:pt x="1246684" y="703093"/>
                  </a:lnTo>
                  <a:lnTo>
                    <a:pt x="1177109" y="700303"/>
                  </a:lnTo>
                  <a:lnTo>
                    <a:pt x="1108754" y="696760"/>
                  </a:lnTo>
                  <a:lnTo>
                    <a:pt x="1041709" y="692485"/>
                  </a:lnTo>
                  <a:lnTo>
                    <a:pt x="976063" y="687497"/>
                  </a:lnTo>
                  <a:lnTo>
                    <a:pt x="911903" y="681817"/>
                  </a:lnTo>
                  <a:lnTo>
                    <a:pt x="849319" y="675464"/>
                  </a:lnTo>
                  <a:lnTo>
                    <a:pt x="788400" y="668458"/>
                  </a:lnTo>
                  <a:lnTo>
                    <a:pt x="729234" y="660819"/>
                  </a:lnTo>
                  <a:lnTo>
                    <a:pt x="671910" y="652567"/>
                  </a:lnTo>
                  <a:lnTo>
                    <a:pt x="616518" y="643722"/>
                  </a:lnTo>
                  <a:lnTo>
                    <a:pt x="563145" y="634304"/>
                  </a:lnTo>
                  <a:lnTo>
                    <a:pt x="511880" y="624332"/>
                  </a:lnTo>
                  <a:lnTo>
                    <a:pt x="462813" y="613828"/>
                  </a:lnTo>
                  <a:lnTo>
                    <a:pt x="416032" y="602810"/>
                  </a:lnTo>
                  <a:lnTo>
                    <a:pt x="371625" y="591299"/>
                  </a:lnTo>
                  <a:lnTo>
                    <a:pt x="329682" y="579314"/>
                  </a:lnTo>
                  <a:lnTo>
                    <a:pt x="290292" y="566876"/>
                  </a:lnTo>
                  <a:lnTo>
                    <a:pt x="253542" y="554004"/>
                  </a:lnTo>
                  <a:lnTo>
                    <a:pt x="188322" y="527040"/>
                  </a:lnTo>
                  <a:lnTo>
                    <a:pt x="134731" y="498580"/>
                  </a:lnTo>
                  <a:lnTo>
                    <a:pt x="93480" y="468784"/>
                  </a:lnTo>
                  <a:lnTo>
                    <a:pt x="65279" y="437813"/>
                  </a:lnTo>
                  <a:lnTo>
                    <a:pt x="50838" y="405824"/>
                  </a:lnTo>
                  <a:lnTo>
                    <a:pt x="48999" y="389499"/>
                  </a:lnTo>
                  <a:close/>
                </a:path>
                <a:path w="8909050" h="2800985" extrusionOk="0">
                  <a:moveTo>
                    <a:pt x="0" y="1023997"/>
                  </a:moveTo>
                  <a:lnTo>
                    <a:pt x="1838" y="1007672"/>
                  </a:lnTo>
                  <a:lnTo>
                    <a:pt x="7294" y="991561"/>
                  </a:lnTo>
                  <a:lnTo>
                    <a:pt x="44480" y="944712"/>
                  </a:lnTo>
                  <a:lnTo>
                    <a:pt x="85731" y="914916"/>
                  </a:lnTo>
                  <a:lnTo>
                    <a:pt x="139322" y="886457"/>
                  </a:lnTo>
                  <a:lnTo>
                    <a:pt x="204542" y="859492"/>
                  </a:lnTo>
                  <a:lnTo>
                    <a:pt x="241292" y="846620"/>
                  </a:lnTo>
                  <a:lnTo>
                    <a:pt x="280682" y="834182"/>
                  </a:lnTo>
                  <a:lnTo>
                    <a:pt x="322625" y="822197"/>
                  </a:lnTo>
                  <a:lnTo>
                    <a:pt x="367032" y="810686"/>
                  </a:lnTo>
                  <a:lnTo>
                    <a:pt x="413813" y="799668"/>
                  </a:lnTo>
                  <a:lnTo>
                    <a:pt x="462880" y="789164"/>
                  </a:lnTo>
                  <a:lnTo>
                    <a:pt x="514145" y="779192"/>
                  </a:lnTo>
                  <a:lnTo>
                    <a:pt x="567518" y="769774"/>
                  </a:lnTo>
                  <a:lnTo>
                    <a:pt x="622911" y="760929"/>
                  </a:lnTo>
                  <a:lnTo>
                    <a:pt x="680234" y="752677"/>
                  </a:lnTo>
                  <a:lnTo>
                    <a:pt x="739400" y="745038"/>
                  </a:lnTo>
                  <a:lnTo>
                    <a:pt x="800319" y="738032"/>
                  </a:lnTo>
                  <a:lnTo>
                    <a:pt x="862903" y="731679"/>
                  </a:lnTo>
                  <a:lnTo>
                    <a:pt x="927063" y="725999"/>
                  </a:lnTo>
                  <a:lnTo>
                    <a:pt x="992709" y="721011"/>
                  </a:lnTo>
                  <a:lnTo>
                    <a:pt x="1059754" y="716736"/>
                  </a:lnTo>
                  <a:lnTo>
                    <a:pt x="1128109" y="713193"/>
                  </a:lnTo>
                  <a:lnTo>
                    <a:pt x="1197684" y="710403"/>
                  </a:lnTo>
                  <a:lnTo>
                    <a:pt x="1268391" y="708386"/>
                  </a:lnTo>
                  <a:lnTo>
                    <a:pt x="1340142" y="707161"/>
                  </a:lnTo>
                  <a:lnTo>
                    <a:pt x="1412847" y="706748"/>
                  </a:lnTo>
                  <a:lnTo>
                    <a:pt x="1485552" y="707161"/>
                  </a:lnTo>
                  <a:lnTo>
                    <a:pt x="1557302" y="708386"/>
                  </a:lnTo>
                  <a:lnTo>
                    <a:pt x="1628009" y="710403"/>
                  </a:lnTo>
                  <a:lnTo>
                    <a:pt x="1697584" y="713193"/>
                  </a:lnTo>
                  <a:lnTo>
                    <a:pt x="1765939" y="716736"/>
                  </a:lnTo>
                  <a:lnTo>
                    <a:pt x="1832984" y="721011"/>
                  </a:lnTo>
                  <a:lnTo>
                    <a:pt x="1898631" y="725999"/>
                  </a:lnTo>
                  <a:lnTo>
                    <a:pt x="1962790" y="731679"/>
                  </a:lnTo>
                  <a:lnTo>
                    <a:pt x="2025374" y="738032"/>
                  </a:lnTo>
                  <a:lnTo>
                    <a:pt x="2086293" y="745038"/>
                  </a:lnTo>
                  <a:lnTo>
                    <a:pt x="2145459" y="752677"/>
                  </a:lnTo>
                  <a:lnTo>
                    <a:pt x="2202783" y="760929"/>
                  </a:lnTo>
                  <a:lnTo>
                    <a:pt x="2258175" y="769774"/>
                  </a:lnTo>
                  <a:lnTo>
                    <a:pt x="2311548" y="779192"/>
                  </a:lnTo>
                  <a:lnTo>
                    <a:pt x="2362813" y="789164"/>
                  </a:lnTo>
                  <a:lnTo>
                    <a:pt x="2411880" y="799668"/>
                  </a:lnTo>
                  <a:lnTo>
                    <a:pt x="2458662" y="810686"/>
                  </a:lnTo>
                  <a:lnTo>
                    <a:pt x="2503068" y="822197"/>
                  </a:lnTo>
                  <a:lnTo>
                    <a:pt x="2545011" y="834182"/>
                  </a:lnTo>
                  <a:lnTo>
                    <a:pt x="2584402" y="846620"/>
                  </a:lnTo>
                  <a:lnTo>
                    <a:pt x="2621151" y="859492"/>
                  </a:lnTo>
                  <a:lnTo>
                    <a:pt x="2686372" y="886457"/>
                  </a:lnTo>
                  <a:lnTo>
                    <a:pt x="2739963" y="914916"/>
                  </a:lnTo>
                  <a:lnTo>
                    <a:pt x="2781214" y="944712"/>
                  </a:lnTo>
                  <a:lnTo>
                    <a:pt x="2809415" y="975683"/>
                  </a:lnTo>
                  <a:lnTo>
                    <a:pt x="2825694" y="1023997"/>
                  </a:lnTo>
                  <a:lnTo>
                    <a:pt x="2809415" y="1072309"/>
                  </a:lnTo>
                  <a:lnTo>
                    <a:pt x="2781214" y="1103279"/>
                  </a:lnTo>
                  <a:lnTo>
                    <a:pt x="2739963" y="1133073"/>
                  </a:lnTo>
                  <a:lnTo>
                    <a:pt x="2686372" y="1161533"/>
                  </a:lnTo>
                  <a:lnTo>
                    <a:pt x="2621151" y="1188497"/>
                  </a:lnTo>
                  <a:lnTo>
                    <a:pt x="2584402" y="1201369"/>
                  </a:lnTo>
                  <a:lnTo>
                    <a:pt x="2545011" y="1213807"/>
                  </a:lnTo>
                  <a:lnTo>
                    <a:pt x="2503068" y="1225792"/>
                  </a:lnTo>
                  <a:lnTo>
                    <a:pt x="2458662" y="1237304"/>
                  </a:lnTo>
                  <a:lnTo>
                    <a:pt x="2411880" y="1248322"/>
                  </a:lnTo>
                  <a:lnTo>
                    <a:pt x="2362813" y="1258827"/>
                  </a:lnTo>
                  <a:lnTo>
                    <a:pt x="2311548" y="1268798"/>
                  </a:lnTo>
                  <a:lnTo>
                    <a:pt x="2258175" y="1278217"/>
                  </a:lnTo>
                  <a:lnTo>
                    <a:pt x="2202783" y="1287062"/>
                  </a:lnTo>
                  <a:lnTo>
                    <a:pt x="2145459" y="1295315"/>
                  </a:lnTo>
                  <a:lnTo>
                    <a:pt x="2086293" y="1302954"/>
                  </a:lnTo>
                  <a:lnTo>
                    <a:pt x="2025374" y="1309960"/>
                  </a:lnTo>
                  <a:lnTo>
                    <a:pt x="1962790" y="1316314"/>
                  </a:lnTo>
                  <a:lnTo>
                    <a:pt x="1898631" y="1321995"/>
                  </a:lnTo>
                  <a:lnTo>
                    <a:pt x="1832984" y="1326983"/>
                  </a:lnTo>
                  <a:lnTo>
                    <a:pt x="1765939" y="1331258"/>
                  </a:lnTo>
                  <a:lnTo>
                    <a:pt x="1697584" y="1334801"/>
                  </a:lnTo>
                  <a:lnTo>
                    <a:pt x="1628009" y="1337591"/>
                  </a:lnTo>
                  <a:lnTo>
                    <a:pt x="1557302" y="1339609"/>
                  </a:lnTo>
                  <a:lnTo>
                    <a:pt x="1485552" y="1340834"/>
                  </a:lnTo>
                  <a:lnTo>
                    <a:pt x="1412847" y="1341247"/>
                  </a:lnTo>
                  <a:lnTo>
                    <a:pt x="1340142" y="1340834"/>
                  </a:lnTo>
                  <a:lnTo>
                    <a:pt x="1268391" y="1339609"/>
                  </a:lnTo>
                  <a:lnTo>
                    <a:pt x="1197684" y="1337591"/>
                  </a:lnTo>
                  <a:lnTo>
                    <a:pt x="1128109" y="1334801"/>
                  </a:lnTo>
                  <a:lnTo>
                    <a:pt x="1059754" y="1331258"/>
                  </a:lnTo>
                  <a:lnTo>
                    <a:pt x="992709" y="1326983"/>
                  </a:lnTo>
                  <a:lnTo>
                    <a:pt x="927063" y="1321995"/>
                  </a:lnTo>
                  <a:lnTo>
                    <a:pt x="862903" y="1316314"/>
                  </a:lnTo>
                  <a:lnTo>
                    <a:pt x="800319" y="1309960"/>
                  </a:lnTo>
                  <a:lnTo>
                    <a:pt x="739400" y="1302954"/>
                  </a:lnTo>
                  <a:lnTo>
                    <a:pt x="680234" y="1295315"/>
                  </a:lnTo>
                  <a:lnTo>
                    <a:pt x="622911" y="1287062"/>
                  </a:lnTo>
                  <a:lnTo>
                    <a:pt x="567518" y="1278217"/>
                  </a:lnTo>
                  <a:lnTo>
                    <a:pt x="514145" y="1268798"/>
                  </a:lnTo>
                  <a:lnTo>
                    <a:pt x="462880" y="1258827"/>
                  </a:lnTo>
                  <a:lnTo>
                    <a:pt x="413813" y="1248322"/>
                  </a:lnTo>
                  <a:lnTo>
                    <a:pt x="367032" y="1237304"/>
                  </a:lnTo>
                  <a:lnTo>
                    <a:pt x="322625" y="1225792"/>
                  </a:lnTo>
                  <a:lnTo>
                    <a:pt x="280682" y="1213807"/>
                  </a:lnTo>
                  <a:lnTo>
                    <a:pt x="241292" y="1201369"/>
                  </a:lnTo>
                  <a:lnTo>
                    <a:pt x="204542" y="1188497"/>
                  </a:lnTo>
                  <a:lnTo>
                    <a:pt x="139322" y="1161533"/>
                  </a:lnTo>
                  <a:lnTo>
                    <a:pt x="85731" y="1133073"/>
                  </a:lnTo>
                  <a:lnTo>
                    <a:pt x="44480" y="1103279"/>
                  </a:lnTo>
                  <a:lnTo>
                    <a:pt x="16279" y="1072309"/>
                  </a:lnTo>
                  <a:lnTo>
                    <a:pt x="1838" y="1040322"/>
                  </a:lnTo>
                  <a:lnTo>
                    <a:pt x="0" y="1023997"/>
                  </a:lnTo>
                  <a:close/>
                </a:path>
                <a:path w="8909050" h="2800985" extrusionOk="0">
                  <a:moveTo>
                    <a:pt x="29699" y="2483694"/>
                  </a:moveTo>
                  <a:lnTo>
                    <a:pt x="31538" y="2467370"/>
                  </a:lnTo>
                  <a:lnTo>
                    <a:pt x="36994" y="2451260"/>
                  </a:lnTo>
                  <a:lnTo>
                    <a:pt x="74180" y="2404413"/>
                  </a:lnTo>
                  <a:lnTo>
                    <a:pt x="115431" y="2374618"/>
                  </a:lnTo>
                  <a:lnTo>
                    <a:pt x="169022" y="2346159"/>
                  </a:lnTo>
                  <a:lnTo>
                    <a:pt x="234242" y="2319195"/>
                  </a:lnTo>
                  <a:lnTo>
                    <a:pt x="270992" y="2306323"/>
                  </a:lnTo>
                  <a:lnTo>
                    <a:pt x="310382" y="2293884"/>
                  </a:lnTo>
                  <a:lnTo>
                    <a:pt x="352325" y="2281900"/>
                  </a:lnTo>
                  <a:lnTo>
                    <a:pt x="396732" y="2270388"/>
                  </a:lnTo>
                  <a:lnTo>
                    <a:pt x="443513" y="2259370"/>
                  </a:lnTo>
                  <a:lnTo>
                    <a:pt x="492580" y="2248865"/>
                  </a:lnTo>
                  <a:lnTo>
                    <a:pt x="543845" y="2238893"/>
                  </a:lnTo>
                  <a:lnTo>
                    <a:pt x="597218" y="2229475"/>
                  </a:lnTo>
                  <a:lnTo>
                    <a:pt x="652611" y="2220630"/>
                  </a:lnTo>
                  <a:lnTo>
                    <a:pt x="709934" y="2212377"/>
                  </a:lnTo>
                  <a:lnTo>
                    <a:pt x="769100" y="2204738"/>
                  </a:lnTo>
                  <a:lnTo>
                    <a:pt x="830019" y="2197731"/>
                  </a:lnTo>
                  <a:lnTo>
                    <a:pt x="892603" y="2191378"/>
                  </a:lnTo>
                  <a:lnTo>
                    <a:pt x="956763" y="2185697"/>
                  </a:lnTo>
                  <a:lnTo>
                    <a:pt x="1022409" y="2180709"/>
                  </a:lnTo>
                  <a:lnTo>
                    <a:pt x="1089454" y="2176434"/>
                  </a:lnTo>
                  <a:lnTo>
                    <a:pt x="1157809" y="2172891"/>
                  </a:lnTo>
                  <a:lnTo>
                    <a:pt x="1227384" y="2170101"/>
                  </a:lnTo>
                  <a:lnTo>
                    <a:pt x="1298091" y="2168083"/>
                  </a:lnTo>
                  <a:lnTo>
                    <a:pt x="1369842" y="2166858"/>
                  </a:lnTo>
                  <a:lnTo>
                    <a:pt x="1442547" y="2166445"/>
                  </a:lnTo>
                  <a:lnTo>
                    <a:pt x="1515251" y="2166858"/>
                  </a:lnTo>
                  <a:lnTo>
                    <a:pt x="1587002" y="2168083"/>
                  </a:lnTo>
                  <a:lnTo>
                    <a:pt x="1657709" y="2170101"/>
                  </a:lnTo>
                  <a:lnTo>
                    <a:pt x="1727284" y="2172891"/>
                  </a:lnTo>
                  <a:lnTo>
                    <a:pt x="1795639" y="2176434"/>
                  </a:lnTo>
                  <a:lnTo>
                    <a:pt x="1862684" y="2180709"/>
                  </a:lnTo>
                  <a:lnTo>
                    <a:pt x="1928331" y="2185697"/>
                  </a:lnTo>
                  <a:lnTo>
                    <a:pt x="1992490" y="2191378"/>
                  </a:lnTo>
                  <a:lnTo>
                    <a:pt x="2055074" y="2197731"/>
                  </a:lnTo>
                  <a:lnTo>
                    <a:pt x="2115993" y="2204738"/>
                  </a:lnTo>
                  <a:lnTo>
                    <a:pt x="2175159" y="2212377"/>
                  </a:lnTo>
                  <a:lnTo>
                    <a:pt x="2232483" y="2220630"/>
                  </a:lnTo>
                  <a:lnTo>
                    <a:pt x="2287875" y="2229475"/>
                  </a:lnTo>
                  <a:lnTo>
                    <a:pt x="2341248" y="2238893"/>
                  </a:lnTo>
                  <a:lnTo>
                    <a:pt x="2392513" y="2248865"/>
                  </a:lnTo>
                  <a:lnTo>
                    <a:pt x="2441580" y="2259370"/>
                  </a:lnTo>
                  <a:lnTo>
                    <a:pt x="2488361" y="2270388"/>
                  </a:lnTo>
                  <a:lnTo>
                    <a:pt x="2532768" y="2281900"/>
                  </a:lnTo>
                  <a:lnTo>
                    <a:pt x="2574711" y="2293884"/>
                  </a:lnTo>
                  <a:lnTo>
                    <a:pt x="2614102" y="2306323"/>
                  </a:lnTo>
                  <a:lnTo>
                    <a:pt x="2650851" y="2319195"/>
                  </a:lnTo>
                  <a:lnTo>
                    <a:pt x="2716072" y="2346159"/>
                  </a:lnTo>
                  <a:lnTo>
                    <a:pt x="2769663" y="2374618"/>
                  </a:lnTo>
                  <a:lnTo>
                    <a:pt x="2810914" y="2404413"/>
                  </a:lnTo>
                  <a:lnTo>
                    <a:pt x="2839115" y="2435383"/>
                  </a:lnTo>
                  <a:lnTo>
                    <a:pt x="2855394" y="2483694"/>
                  </a:lnTo>
                  <a:lnTo>
                    <a:pt x="2839115" y="2532011"/>
                  </a:lnTo>
                  <a:lnTo>
                    <a:pt x="2810914" y="2562984"/>
                  </a:lnTo>
                  <a:lnTo>
                    <a:pt x="2769663" y="2592781"/>
                  </a:lnTo>
                  <a:lnTo>
                    <a:pt x="2716072" y="2621241"/>
                  </a:lnTo>
                  <a:lnTo>
                    <a:pt x="2650851" y="2648205"/>
                  </a:lnTo>
                  <a:lnTo>
                    <a:pt x="2614102" y="2661077"/>
                  </a:lnTo>
                  <a:lnTo>
                    <a:pt x="2574711" y="2673515"/>
                  </a:lnTo>
                  <a:lnTo>
                    <a:pt x="2532768" y="2685500"/>
                  </a:lnTo>
                  <a:lnTo>
                    <a:pt x="2488361" y="2697011"/>
                  </a:lnTo>
                  <a:lnTo>
                    <a:pt x="2441580" y="2708028"/>
                  </a:lnTo>
                  <a:lnTo>
                    <a:pt x="2392513" y="2718533"/>
                  </a:lnTo>
                  <a:lnTo>
                    <a:pt x="2341248" y="2728504"/>
                  </a:lnTo>
                  <a:lnTo>
                    <a:pt x="2287875" y="2737921"/>
                  </a:lnTo>
                  <a:lnTo>
                    <a:pt x="2232483" y="2746766"/>
                  </a:lnTo>
                  <a:lnTo>
                    <a:pt x="2175159" y="2755018"/>
                  </a:lnTo>
                  <a:lnTo>
                    <a:pt x="2115993" y="2762656"/>
                  </a:lnTo>
                  <a:lnTo>
                    <a:pt x="2055074" y="2769662"/>
                  </a:lnTo>
                  <a:lnTo>
                    <a:pt x="1992490" y="2776015"/>
                  </a:lnTo>
                  <a:lnTo>
                    <a:pt x="1928331" y="2781695"/>
                  </a:lnTo>
                  <a:lnTo>
                    <a:pt x="1862684" y="2786682"/>
                  </a:lnTo>
                  <a:lnTo>
                    <a:pt x="1795639" y="2790957"/>
                  </a:lnTo>
                  <a:lnTo>
                    <a:pt x="1727284" y="2794499"/>
                  </a:lnTo>
                  <a:lnTo>
                    <a:pt x="1657709" y="2797289"/>
                  </a:lnTo>
                  <a:lnTo>
                    <a:pt x="1587002" y="2799306"/>
                  </a:lnTo>
                  <a:lnTo>
                    <a:pt x="1515251" y="2800531"/>
                  </a:lnTo>
                  <a:lnTo>
                    <a:pt x="1442547" y="2800944"/>
                  </a:lnTo>
                  <a:lnTo>
                    <a:pt x="1369842" y="2800531"/>
                  </a:lnTo>
                  <a:lnTo>
                    <a:pt x="1298091" y="2799306"/>
                  </a:lnTo>
                  <a:lnTo>
                    <a:pt x="1227384" y="2797289"/>
                  </a:lnTo>
                  <a:lnTo>
                    <a:pt x="1157809" y="2794499"/>
                  </a:lnTo>
                  <a:lnTo>
                    <a:pt x="1089454" y="2790957"/>
                  </a:lnTo>
                  <a:lnTo>
                    <a:pt x="1022409" y="2786682"/>
                  </a:lnTo>
                  <a:lnTo>
                    <a:pt x="956763" y="2781695"/>
                  </a:lnTo>
                  <a:lnTo>
                    <a:pt x="892603" y="2776015"/>
                  </a:lnTo>
                  <a:lnTo>
                    <a:pt x="830019" y="2769662"/>
                  </a:lnTo>
                  <a:lnTo>
                    <a:pt x="769100" y="2762656"/>
                  </a:lnTo>
                  <a:lnTo>
                    <a:pt x="709934" y="2755018"/>
                  </a:lnTo>
                  <a:lnTo>
                    <a:pt x="652611" y="2746766"/>
                  </a:lnTo>
                  <a:lnTo>
                    <a:pt x="597218" y="2737921"/>
                  </a:lnTo>
                  <a:lnTo>
                    <a:pt x="543845" y="2728504"/>
                  </a:lnTo>
                  <a:lnTo>
                    <a:pt x="492580" y="2718533"/>
                  </a:lnTo>
                  <a:lnTo>
                    <a:pt x="443513" y="2708028"/>
                  </a:lnTo>
                  <a:lnTo>
                    <a:pt x="396732" y="2697011"/>
                  </a:lnTo>
                  <a:lnTo>
                    <a:pt x="352325" y="2685500"/>
                  </a:lnTo>
                  <a:lnTo>
                    <a:pt x="310382" y="2673515"/>
                  </a:lnTo>
                  <a:lnTo>
                    <a:pt x="270992" y="2661077"/>
                  </a:lnTo>
                  <a:lnTo>
                    <a:pt x="234242" y="2648205"/>
                  </a:lnTo>
                  <a:lnTo>
                    <a:pt x="169022" y="2621241"/>
                  </a:lnTo>
                  <a:lnTo>
                    <a:pt x="115431" y="2592781"/>
                  </a:lnTo>
                  <a:lnTo>
                    <a:pt x="74180" y="2562984"/>
                  </a:lnTo>
                  <a:lnTo>
                    <a:pt x="45979" y="2532011"/>
                  </a:lnTo>
                  <a:lnTo>
                    <a:pt x="31538" y="2500021"/>
                  </a:lnTo>
                  <a:lnTo>
                    <a:pt x="29699" y="2483694"/>
                  </a:lnTo>
                  <a:close/>
                </a:path>
                <a:path w="8909050" h="2800985" extrusionOk="0">
                  <a:moveTo>
                    <a:pt x="3118343" y="1011197"/>
                  </a:moveTo>
                  <a:lnTo>
                    <a:pt x="3120182" y="994872"/>
                  </a:lnTo>
                  <a:lnTo>
                    <a:pt x="3125638" y="978761"/>
                  </a:lnTo>
                  <a:lnTo>
                    <a:pt x="3162823" y="931912"/>
                  </a:lnTo>
                  <a:lnTo>
                    <a:pt x="3204074" y="902116"/>
                  </a:lnTo>
                  <a:lnTo>
                    <a:pt x="3257665" y="873657"/>
                  </a:lnTo>
                  <a:lnTo>
                    <a:pt x="3322885" y="846692"/>
                  </a:lnTo>
                  <a:lnTo>
                    <a:pt x="3359634" y="833820"/>
                  </a:lnTo>
                  <a:lnTo>
                    <a:pt x="3399025" y="821382"/>
                  </a:lnTo>
                  <a:lnTo>
                    <a:pt x="3440967" y="809397"/>
                  </a:lnTo>
                  <a:lnTo>
                    <a:pt x="3485374" y="797886"/>
                  </a:lnTo>
                  <a:lnTo>
                    <a:pt x="3532155" y="786868"/>
                  </a:lnTo>
                  <a:lnTo>
                    <a:pt x="3581222" y="776364"/>
                  </a:lnTo>
                  <a:lnTo>
                    <a:pt x="3632487" y="766392"/>
                  </a:lnTo>
                  <a:lnTo>
                    <a:pt x="3685859" y="756974"/>
                  </a:lnTo>
                  <a:lnTo>
                    <a:pt x="3741252" y="748129"/>
                  </a:lnTo>
                  <a:lnTo>
                    <a:pt x="3798576" y="739877"/>
                  </a:lnTo>
                  <a:lnTo>
                    <a:pt x="3857742" y="732238"/>
                  </a:lnTo>
                  <a:lnTo>
                    <a:pt x="3918661" y="725232"/>
                  </a:lnTo>
                  <a:lnTo>
                    <a:pt x="3981245" y="718879"/>
                  </a:lnTo>
                  <a:lnTo>
                    <a:pt x="4045404" y="713199"/>
                  </a:lnTo>
                  <a:lnTo>
                    <a:pt x="4111051" y="708211"/>
                  </a:lnTo>
                  <a:lnTo>
                    <a:pt x="4178096" y="703936"/>
                  </a:lnTo>
                  <a:lnTo>
                    <a:pt x="4246451" y="700393"/>
                  </a:lnTo>
                  <a:lnTo>
                    <a:pt x="4316027" y="697604"/>
                  </a:lnTo>
                  <a:lnTo>
                    <a:pt x="4386734" y="695586"/>
                  </a:lnTo>
                  <a:lnTo>
                    <a:pt x="4458485" y="694361"/>
                  </a:lnTo>
                  <a:lnTo>
                    <a:pt x="4531190" y="693948"/>
                  </a:lnTo>
                  <a:lnTo>
                    <a:pt x="4603896" y="694361"/>
                  </a:lnTo>
                  <a:lnTo>
                    <a:pt x="4675647" y="695586"/>
                  </a:lnTo>
                  <a:lnTo>
                    <a:pt x="4746354" y="697604"/>
                  </a:lnTo>
                  <a:lnTo>
                    <a:pt x="4815930" y="700393"/>
                  </a:lnTo>
                  <a:lnTo>
                    <a:pt x="4884284" y="703936"/>
                  </a:lnTo>
                  <a:lnTo>
                    <a:pt x="4951330" y="708211"/>
                  </a:lnTo>
                  <a:lnTo>
                    <a:pt x="5016976" y="713199"/>
                  </a:lnTo>
                  <a:lnTo>
                    <a:pt x="5081136" y="718879"/>
                  </a:lnTo>
                  <a:lnTo>
                    <a:pt x="5143720" y="725232"/>
                  </a:lnTo>
                  <a:lnTo>
                    <a:pt x="5204639" y="732238"/>
                  </a:lnTo>
                  <a:lnTo>
                    <a:pt x="5263805" y="739877"/>
                  </a:lnTo>
                  <a:lnTo>
                    <a:pt x="5321129" y="748129"/>
                  </a:lnTo>
                  <a:lnTo>
                    <a:pt x="5376521" y="756974"/>
                  </a:lnTo>
                  <a:lnTo>
                    <a:pt x="5429894" y="766392"/>
                  </a:lnTo>
                  <a:lnTo>
                    <a:pt x="5481159" y="776364"/>
                  </a:lnTo>
                  <a:lnTo>
                    <a:pt x="5530226" y="786868"/>
                  </a:lnTo>
                  <a:lnTo>
                    <a:pt x="5577007" y="797886"/>
                  </a:lnTo>
                  <a:lnTo>
                    <a:pt x="5621413" y="809397"/>
                  </a:lnTo>
                  <a:lnTo>
                    <a:pt x="5663356" y="821382"/>
                  </a:lnTo>
                  <a:lnTo>
                    <a:pt x="5702747" y="833820"/>
                  </a:lnTo>
                  <a:lnTo>
                    <a:pt x="5739496" y="846692"/>
                  </a:lnTo>
                  <a:lnTo>
                    <a:pt x="5804716" y="873657"/>
                  </a:lnTo>
                  <a:lnTo>
                    <a:pt x="5858307" y="902116"/>
                  </a:lnTo>
                  <a:lnTo>
                    <a:pt x="5899558" y="931912"/>
                  </a:lnTo>
                  <a:lnTo>
                    <a:pt x="5927758" y="962883"/>
                  </a:lnTo>
                  <a:lnTo>
                    <a:pt x="5944038" y="1011197"/>
                  </a:lnTo>
                  <a:lnTo>
                    <a:pt x="5927758" y="1059509"/>
                  </a:lnTo>
                  <a:lnTo>
                    <a:pt x="5899558" y="1090479"/>
                  </a:lnTo>
                  <a:lnTo>
                    <a:pt x="5858307" y="1120273"/>
                  </a:lnTo>
                  <a:lnTo>
                    <a:pt x="5804716" y="1148733"/>
                  </a:lnTo>
                  <a:lnTo>
                    <a:pt x="5739496" y="1175697"/>
                  </a:lnTo>
                  <a:lnTo>
                    <a:pt x="5702747" y="1188569"/>
                  </a:lnTo>
                  <a:lnTo>
                    <a:pt x="5663356" y="1201008"/>
                  </a:lnTo>
                  <a:lnTo>
                    <a:pt x="5621413" y="1212992"/>
                  </a:lnTo>
                  <a:lnTo>
                    <a:pt x="5577007" y="1224504"/>
                  </a:lnTo>
                  <a:lnTo>
                    <a:pt x="5530226" y="1235522"/>
                  </a:lnTo>
                  <a:lnTo>
                    <a:pt x="5481159" y="1246027"/>
                  </a:lnTo>
                  <a:lnTo>
                    <a:pt x="5429894" y="1255999"/>
                  </a:lnTo>
                  <a:lnTo>
                    <a:pt x="5376521" y="1265417"/>
                  </a:lnTo>
                  <a:lnTo>
                    <a:pt x="5321129" y="1274262"/>
                  </a:lnTo>
                  <a:lnTo>
                    <a:pt x="5263805" y="1282515"/>
                  </a:lnTo>
                  <a:lnTo>
                    <a:pt x="5204639" y="1290154"/>
                  </a:lnTo>
                  <a:lnTo>
                    <a:pt x="5143720" y="1297160"/>
                  </a:lnTo>
                  <a:lnTo>
                    <a:pt x="5081136" y="1303514"/>
                  </a:lnTo>
                  <a:lnTo>
                    <a:pt x="5016976" y="1309195"/>
                  </a:lnTo>
                  <a:lnTo>
                    <a:pt x="4951330" y="1314183"/>
                  </a:lnTo>
                  <a:lnTo>
                    <a:pt x="4884284" y="1318458"/>
                  </a:lnTo>
                  <a:lnTo>
                    <a:pt x="4815930" y="1322001"/>
                  </a:lnTo>
                  <a:lnTo>
                    <a:pt x="4746354" y="1324791"/>
                  </a:lnTo>
                  <a:lnTo>
                    <a:pt x="4675647" y="1326809"/>
                  </a:lnTo>
                  <a:lnTo>
                    <a:pt x="4603896" y="1328034"/>
                  </a:lnTo>
                  <a:lnTo>
                    <a:pt x="4531190" y="1328447"/>
                  </a:lnTo>
                  <a:lnTo>
                    <a:pt x="4458485" y="1328034"/>
                  </a:lnTo>
                  <a:lnTo>
                    <a:pt x="4386734" y="1326809"/>
                  </a:lnTo>
                  <a:lnTo>
                    <a:pt x="4316027" y="1324791"/>
                  </a:lnTo>
                  <a:lnTo>
                    <a:pt x="4246451" y="1322001"/>
                  </a:lnTo>
                  <a:lnTo>
                    <a:pt x="4178096" y="1318458"/>
                  </a:lnTo>
                  <a:lnTo>
                    <a:pt x="4111051" y="1314183"/>
                  </a:lnTo>
                  <a:lnTo>
                    <a:pt x="4045404" y="1309195"/>
                  </a:lnTo>
                  <a:lnTo>
                    <a:pt x="3981245" y="1303514"/>
                  </a:lnTo>
                  <a:lnTo>
                    <a:pt x="3918661" y="1297160"/>
                  </a:lnTo>
                  <a:lnTo>
                    <a:pt x="3857742" y="1290154"/>
                  </a:lnTo>
                  <a:lnTo>
                    <a:pt x="3798576" y="1282515"/>
                  </a:lnTo>
                  <a:lnTo>
                    <a:pt x="3741252" y="1274262"/>
                  </a:lnTo>
                  <a:lnTo>
                    <a:pt x="3685859" y="1265417"/>
                  </a:lnTo>
                  <a:lnTo>
                    <a:pt x="3632487" y="1255999"/>
                  </a:lnTo>
                  <a:lnTo>
                    <a:pt x="3581222" y="1246027"/>
                  </a:lnTo>
                  <a:lnTo>
                    <a:pt x="3532155" y="1235522"/>
                  </a:lnTo>
                  <a:lnTo>
                    <a:pt x="3485374" y="1224504"/>
                  </a:lnTo>
                  <a:lnTo>
                    <a:pt x="3440967" y="1212992"/>
                  </a:lnTo>
                  <a:lnTo>
                    <a:pt x="3399025" y="1201008"/>
                  </a:lnTo>
                  <a:lnTo>
                    <a:pt x="3359634" y="1188569"/>
                  </a:lnTo>
                  <a:lnTo>
                    <a:pt x="3322885" y="1175697"/>
                  </a:lnTo>
                  <a:lnTo>
                    <a:pt x="3257665" y="1148733"/>
                  </a:lnTo>
                  <a:lnTo>
                    <a:pt x="3204074" y="1120273"/>
                  </a:lnTo>
                  <a:lnTo>
                    <a:pt x="3162823" y="1090479"/>
                  </a:lnTo>
                  <a:lnTo>
                    <a:pt x="3134622" y="1059509"/>
                  </a:lnTo>
                  <a:lnTo>
                    <a:pt x="3120182" y="1027522"/>
                  </a:lnTo>
                  <a:lnTo>
                    <a:pt x="3118343" y="1011197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60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BEFA-9E38-1C4E-A20B-87CB0B96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</a:t>
            </a:r>
            <a:r>
              <a:rPr lang="en-US" dirty="0" err="1"/>
              <a:t>DataPlatform</a:t>
            </a:r>
            <a:r>
              <a:rPr lang="en-US" dirty="0"/>
              <a:t> </a:t>
            </a:r>
            <a:r>
              <a:rPr lang="ru-RU" dirty="0"/>
              <a:t>и Контейнерная разработка</a:t>
            </a:r>
            <a:endParaRPr lang="en-US" dirty="0"/>
          </a:p>
        </p:txBody>
      </p:sp>
      <p:grpSp>
        <p:nvGrpSpPr>
          <p:cNvPr id="3" name="Google Shape;331;p36">
            <a:extLst>
              <a:ext uri="{FF2B5EF4-FFF2-40B4-BE49-F238E27FC236}">
                <a16:creationId xmlns:a16="http://schemas.microsoft.com/office/drawing/2014/main" id="{B3C2DFB5-AA8D-4040-89EB-B0C15FE7530E}"/>
              </a:ext>
            </a:extLst>
          </p:cNvPr>
          <p:cNvGrpSpPr/>
          <p:nvPr/>
        </p:nvGrpSpPr>
        <p:grpSpPr>
          <a:xfrm>
            <a:off x="2940050" y="914400"/>
            <a:ext cx="6203950" cy="4196183"/>
            <a:chOff x="1097547" y="841523"/>
            <a:chExt cx="6394987" cy="4231909"/>
          </a:xfrm>
        </p:grpSpPr>
        <p:sp>
          <p:nvSpPr>
            <p:cNvPr id="4" name="Google Shape;332;p36">
              <a:extLst>
                <a:ext uri="{FF2B5EF4-FFF2-40B4-BE49-F238E27FC236}">
                  <a16:creationId xmlns:a16="http://schemas.microsoft.com/office/drawing/2014/main" id="{82139AC4-4549-9B46-99C8-406AB6333F9B}"/>
                </a:ext>
              </a:extLst>
            </p:cNvPr>
            <p:cNvSpPr/>
            <p:nvPr/>
          </p:nvSpPr>
          <p:spPr>
            <a:xfrm>
              <a:off x="1097547" y="4161716"/>
              <a:ext cx="6394987" cy="911598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33;p36">
              <a:extLst>
                <a:ext uri="{FF2B5EF4-FFF2-40B4-BE49-F238E27FC236}">
                  <a16:creationId xmlns:a16="http://schemas.microsoft.com/office/drawing/2014/main" id="{0BF84CAA-C168-5443-A9FB-668C68830F75}"/>
                </a:ext>
              </a:extLst>
            </p:cNvPr>
            <p:cNvSpPr/>
            <p:nvPr/>
          </p:nvSpPr>
          <p:spPr>
            <a:xfrm>
              <a:off x="1218447" y="841523"/>
              <a:ext cx="6054987" cy="336684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34;p36">
              <a:extLst>
                <a:ext uri="{FF2B5EF4-FFF2-40B4-BE49-F238E27FC236}">
                  <a16:creationId xmlns:a16="http://schemas.microsoft.com/office/drawing/2014/main" id="{FC3FF1A6-3652-0C45-9001-3144AB4535B6}"/>
                </a:ext>
              </a:extLst>
            </p:cNvPr>
            <p:cNvSpPr/>
            <p:nvPr/>
          </p:nvSpPr>
          <p:spPr>
            <a:xfrm>
              <a:off x="1218447" y="1024672"/>
              <a:ext cx="6114415" cy="4048760"/>
            </a:xfrm>
            <a:custGeom>
              <a:avLst/>
              <a:gdLst/>
              <a:ahLst/>
              <a:cxnLst/>
              <a:rect l="l" t="t" r="r" b="b"/>
              <a:pathLst>
                <a:path w="6114415" h="4048760" extrusionOk="0">
                  <a:moveTo>
                    <a:pt x="4103566" y="1841071"/>
                  </a:moveTo>
                  <a:lnTo>
                    <a:pt x="4113399" y="1794193"/>
                  </a:lnTo>
                  <a:lnTo>
                    <a:pt x="4141963" y="1749449"/>
                  </a:lnTo>
                  <a:lnTo>
                    <a:pt x="4187854" y="1707332"/>
                  </a:lnTo>
                  <a:lnTo>
                    <a:pt x="4249671" y="1668331"/>
                  </a:lnTo>
                  <a:lnTo>
                    <a:pt x="4286113" y="1650152"/>
                  </a:lnTo>
                  <a:lnTo>
                    <a:pt x="4326010" y="1632937"/>
                  </a:lnTo>
                  <a:lnTo>
                    <a:pt x="4369188" y="1616746"/>
                  </a:lnTo>
                  <a:lnTo>
                    <a:pt x="4415469" y="1601642"/>
                  </a:lnTo>
                  <a:lnTo>
                    <a:pt x="4464680" y="1587684"/>
                  </a:lnTo>
                  <a:lnTo>
                    <a:pt x="4516645" y="1574935"/>
                  </a:lnTo>
                  <a:lnTo>
                    <a:pt x="4571189" y="1563457"/>
                  </a:lnTo>
                  <a:lnTo>
                    <a:pt x="4628136" y="1553309"/>
                  </a:lnTo>
                  <a:lnTo>
                    <a:pt x="4687310" y="1544555"/>
                  </a:lnTo>
                  <a:lnTo>
                    <a:pt x="4748537" y="1537254"/>
                  </a:lnTo>
                  <a:lnTo>
                    <a:pt x="4811642" y="1531470"/>
                  </a:lnTo>
                  <a:lnTo>
                    <a:pt x="4876448" y="1527262"/>
                  </a:lnTo>
                  <a:lnTo>
                    <a:pt x="4942781" y="1524692"/>
                  </a:lnTo>
                  <a:lnTo>
                    <a:pt x="5010464" y="1523821"/>
                  </a:lnTo>
                  <a:lnTo>
                    <a:pt x="5078148" y="1524692"/>
                  </a:lnTo>
                  <a:lnTo>
                    <a:pt x="5144481" y="1527262"/>
                  </a:lnTo>
                  <a:lnTo>
                    <a:pt x="5209287" y="1531470"/>
                  </a:lnTo>
                  <a:lnTo>
                    <a:pt x="5272391" y="1537254"/>
                  </a:lnTo>
                  <a:lnTo>
                    <a:pt x="5333619" y="1544555"/>
                  </a:lnTo>
                  <a:lnTo>
                    <a:pt x="5392793" y="1553309"/>
                  </a:lnTo>
                  <a:lnTo>
                    <a:pt x="5449740" y="1563457"/>
                  </a:lnTo>
                  <a:lnTo>
                    <a:pt x="5504283" y="1574935"/>
                  </a:lnTo>
                  <a:lnTo>
                    <a:pt x="5556248" y="1587684"/>
                  </a:lnTo>
                  <a:lnTo>
                    <a:pt x="5605459" y="1601642"/>
                  </a:lnTo>
                  <a:lnTo>
                    <a:pt x="5651741" y="1616746"/>
                  </a:lnTo>
                  <a:lnTo>
                    <a:pt x="5694918" y="1632937"/>
                  </a:lnTo>
                  <a:lnTo>
                    <a:pt x="5734816" y="1650152"/>
                  </a:lnTo>
                  <a:lnTo>
                    <a:pt x="5771258" y="1668331"/>
                  </a:lnTo>
                  <a:lnTo>
                    <a:pt x="5833074" y="1707332"/>
                  </a:lnTo>
                  <a:lnTo>
                    <a:pt x="5878966" y="1749449"/>
                  </a:lnTo>
                  <a:lnTo>
                    <a:pt x="5907530" y="1794193"/>
                  </a:lnTo>
                  <a:lnTo>
                    <a:pt x="5917363" y="1841071"/>
                  </a:lnTo>
                  <a:lnTo>
                    <a:pt x="5907530" y="1887949"/>
                  </a:lnTo>
                  <a:lnTo>
                    <a:pt x="5878966" y="1932692"/>
                  </a:lnTo>
                  <a:lnTo>
                    <a:pt x="5833074" y="1974810"/>
                  </a:lnTo>
                  <a:lnTo>
                    <a:pt x="5771258" y="2013811"/>
                  </a:lnTo>
                  <a:lnTo>
                    <a:pt x="5734816" y="2031989"/>
                  </a:lnTo>
                  <a:lnTo>
                    <a:pt x="5694918" y="2049205"/>
                  </a:lnTo>
                  <a:lnTo>
                    <a:pt x="5651741" y="2065395"/>
                  </a:lnTo>
                  <a:lnTo>
                    <a:pt x="5605459" y="2080500"/>
                  </a:lnTo>
                  <a:lnTo>
                    <a:pt x="5556248" y="2094457"/>
                  </a:lnTo>
                  <a:lnTo>
                    <a:pt x="5504283" y="2107206"/>
                  </a:lnTo>
                  <a:lnTo>
                    <a:pt x="5449740" y="2118685"/>
                  </a:lnTo>
                  <a:lnTo>
                    <a:pt x="5392793" y="2128832"/>
                  </a:lnTo>
                  <a:lnTo>
                    <a:pt x="5333619" y="2137587"/>
                  </a:lnTo>
                  <a:lnTo>
                    <a:pt x="5272391" y="2144887"/>
                  </a:lnTo>
                  <a:lnTo>
                    <a:pt x="5209287" y="2150672"/>
                  </a:lnTo>
                  <a:lnTo>
                    <a:pt x="5144481" y="2154880"/>
                  </a:lnTo>
                  <a:lnTo>
                    <a:pt x="5078148" y="2157450"/>
                  </a:lnTo>
                  <a:lnTo>
                    <a:pt x="5010464" y="2158320"/>
                  </a:lnTo>
                  <a:lnTo>
                    <a:pt x="4942781" y="2157450"/>
                  </a:lnTo>
                  <a:lnTo>
                    <a:pt x="4876448" y="2154880"/>
                  </a:lnTo>
                  <a:lnTo>
                    <a:pt x="4811642" y="2150672"/>
                  </a:lnTo>
                  <a:lnTo>
                    <a:pt x="4748537" y="2144887"/>
                  </a:lnTo>
                  <a:lnTo>
                    <a:pt x="4687310" y="2137587"/>
                  </a:lnTo>
                  <a:lnTo>
                    <a:pt x="4628136" y="2128832"/>
                  </a:lnTo>
                  <a:lnTo>
                    <a:pt x="4571189" y="2118685"/>
                  </a:lnTo>
                  <a:lnTo>
                    <a:pt x="4516645" y="2107206"/>
                  </a:lnTo>
                  <a:lnTo>
                    <a:pt x="4464680" y="2094457"/>
                  </a:lnTo>
                  <a:lnTo>
                    <a:pt x="4415469" y="2080500"/>
                  </a:lnTo>
                  <a:lnTo>
                    <a:pt x="4369188" y="2065395"/>
                  </a:lnTo>
                  <a:lnTo>
                    <a:pt x="4326010" y="2049205"/>
                  </a:lnTo>
                  <a:lnTo>
                    <a:pt x="4286113" y="2031989"/>
                  </a:lnTo>
                  <a:lnTo>
                    <a:pt x="4249671" y="2013811"/>
                  </a:lnTo>
                  <a:lnTo>
                    <a:pt x="4187854" y="1974810"/>
                  </a:lnTo>
                  <a:lnTo>
                    <a:pt x="4141963" y="1932692"/>
                  </a:lnTo>
                  <a:lnTo>
                    <a:pt x="4113399" y="1887949"/>
                  </a:lnTo>
                  <a:lnTo>
                    <a:pt x="4106054" y="1864746"/>
                  </a:lnTo>
                  <a:lnTo>
                    <a:pt x="4103566" y="1841071"/>
                  </a:lnTo>
                  <a:close/>
                </a:path>
                <a:path w="6114415" h="4048760" extrusionOk="0">
                  <a:moveTo>
                    <a:pt x="4014141" y="1206572"/>
                  </a:moveTo>
                  <a:lnTo>
                    <a:pt x="4023974" y="1159691"/>
                  </a:lnTo>
                  <a:lnTo>
                    <a:pt x="4052538" y="1114946"/>
                  </a:lnTo>
                  <a:lnTo>
                    <a:pt x="4098430" y="1072828"/>
                  </a:lnTo>
                  <a:lnTo>
                    <a:pt x="4160246" y="1033826"/>
                  </a:lnTo>
                  <a:lnTo>
                    <a:pt x="4196688" y="1015648"/>
                  </a:lnTo>
                  <a:lnTo>
                    <a:pt x="4236586" y="998433"/>
                  </a:lnTo>
                  <a:lnTo>
                    <a:pt x="4279763" y="982243"/>
                  </a:lnTo>
                  <a:lnTo>
                    <a:pt x="4326045" y="967139"/>
                  </a:lnTo>
                  <a:lnTo>
                    <a:pt x="4375256" y="953182"/>
                  </a:lnTo>
                  <a:lnTo>
                    <a:pt x="4427221" y="940433"/>
                  </a:lnTo>
                  <a:lnTo>
                    <a:pt x="4481764" y="928955"/>
                  </a:lnTo>
                  <a:lnTo>
                    <a:pt x="4538711" y="918809"/>
                  </a:lnTo>
                  <a:lnTo>
                    <a:pt x="4597885" y="910055"/>
                  </a:lnTo>
                  <a:lnTo>
                    <a:pt x="4659113" y="902755"/>
                  </a:lnTo>
                  <a:lnTo>
                    <a:pt x="4722217" y="896970"/>
                  </a:lnTo>
                  <a:lnTo>
                    <a:pt x="4787023" y="892763"/>
                  </a:lnTo>
                  <a:lnTo>
                    <a:pt x="4853356" y="890193"/>
                  </a:lnTo>
                  <a:lnTo>
                    <a:pt x="4921040" y="889323"/>
                  </a:lnTo>
                  <a:lnTo>
                    <a:pt x="4988723" y="890193"/>
                  </a:lnTo>
                  <a:lnTo>
                    <a:pt x="5055056" y="892763"/>
                  </a:lnTo>
                  <a:lnTo>
                    <a:pt x="5119862" y="896970"/>
                  </a:lnTo>
                  <a:lnTo>
                    <a:pt x="5182967" y="902755"/>
                  </a:lnTo>
                  <a:lnTo>
                    <a:pt x="5244194" y="910055"/>
                  </a:lnTo>
                  <a:lnTo>
                    <a:pt x="5303368" y="918809"/>
                  </a:lnTo>
                  <a:lnTo>
                    <a:pt x="5360315" y="928955"/>
                  </a:lnTo>
                  <a:lnTo>
                    <a:pt x="5414859" y="940433"/>
                  </a:lnTo>
                  <a:lnTo>
                    <a:pt x="5466824" y="953182"/>
                  </a:lnTo>
                  <a:lnTo>
                    <a:pt x="5516035" y="967139"/>
                  </a:lnTo>
                  <a:lnTo>
                    <a:pt x="5562316" y="982243"/>
                  </a:lnTo>
                  <a:lnTo>
                    <a:pt x="5605494" y="998433"/>
                  </a:lnTo>
                  <a:lnTo>
                    <a:pt x="5645391" y="1015648"/>
                  </a:lnTo>
                  <a:lnTo>
                    <a:pt x="5681833" y="1033826"/>
                  </a:lnTo>
                  <a:lnTo>
                    <a:pt x="5743650" y="1072828"/>
                  </a:lnTo>
                  <a:lnTo>
                    <a:pt x="5789541" y="1114946"/>
                  </a:lnTo>
                  <a:lnTo>
                    <a:pt x="5818105" y="1159691"/>
                  </a:lnTo>
                  <a:lnTo>
                    <a:pt x="5827938" y="1206572"/>
                  </a:lnTo>
                  <a:lnTo>
                    <a:pt x="5818105" y="1253453"/>
                  </a:lnTo>
                  <a:lnTo>
                    <a:pt x="5789541" y="1298198"/>
                  </a:lnTo>
                  <a:lnTo>
                    <a:pt x="5743650" y="1340316"/>
                  </a:lnTo>
                  <a:lnTo>
                    <a:pt x="5681833" y="1379318"/>
                  </a:lnTo>
                  <a:lnTo>
                    <a:pt x="5645391" y="1397496"/>
                  </a:lnTo>
                  <a:lnTo>
                    <a:pt x="5605494" y="1414711"/>
                  </a:lnTo>
                  <a:lnTo>
                    <a:pt x="5562316" y="1430901"/>
                  </a:lnTo>
                  <a:lnTo>
                    <a:pt x="5516035" y="1446006"/>
                  </a:lnTo>
                  <a:lnTo>
                    <a:pt x="5466824" y="1459962"/>
                  </a:lnTo>
                  <a:lnTo>
                    <a:pt x="5414859" y="1472711"/>
                  </a:lnTo>
                  <a:lnTo>
                    <a:pt x="5360315" y="1484189"/>
                  </a:lnTo>
                  <a:lnTo>
                    <a:pt x="5303368" y="1494336"/>
                  </a:lnTo>
                  <a:lnTo>
                    <a:pt x="5244194" y="1503089"/>
                  </a:lnTo>
                  <a:lnTo>
                    <a:pt x="5182967" y="1510389"/>
                  </a:lnTo>
                  <a:lnTo>
                    <a:pt x="5119862" y="1516174"/>
                  </a:lnTo>
                  <a:lnTo>
                    <a:pt x="5055056" y="1520382"/>
                  </a:lnTo>
                  <a:lnTo>
                    <a:pt x="4988723" y="1522951"/>
                  </a:lnTo>
                  <a:lnTo>
                    <a:pt x="4921040" y="1523821"/>
                  </a:lnTo>
                  <a:lnTo>
                    <a:pt x="4853356" y="1522951"/>
                  </a:lnTo>
                  <a:lnTo>
                    <a:pt x="4787023" y="1520382"/>
                  </a:lnTo>
                  <a:lnTo>
                    <a:pt x="4722217" y="1516174"/>
                  </a:lnTo>
                  <a:lnTo>
                    <a:pt x="4659113" y="1510389"/>
                  </a:lnTo>
                  <a:lnTo>
                    <a:pt x="4597885" y="1503089"/>
                  </a:lnTo>
                  <a:lnTo>
                    <a:pt x="4538711" y="1494336"/>
                  </a:lnTo>
                  <a:lnTo>
                    <a:pt x="4481764" y="1484189"/>
                  </a:lnTo>
                  <a:lnTo>
                    <a:pt x="4427221" y="1472711"/>
                  </a:lnTo>
                  <a:lnTo>
                    <a:pt x="4375256" y="1459962"/>
                  </a:lnTo>
                  <a:lnTo>
                    <a:pt x="4326045" y="1446006"/>
                  </a:lnTo>
                  <a:lnTo>
                    <a:pt x="4279763" y="1430901"/>
                  </a:lnTo>
                  <a:lnTo>
                    <a:pt x="4236586" y="1414711"/>
                  </a:lnTo>
                  <a:lnTo>
                    <a:pt x="4196688" y="1397496"/>
                  </a:lnTo>
                  <a:lnTo>
                    <a:pt x="4160246" y="1379318"/>
                  </a:lnTo>
                  <a:lnTo>
                    <a:pt x="4098430" y="1340316"/>
                  </a:lnTo>
                  <a:lnTo>
                    <a:pt x="4052538" y="1298198"/>
                  </a:lnTo>
                  <a:lnTo>
                    <a:pt x="4023974" y="1253453"/>
                  </a:lnTo>
                  <a:lnTo>
                    <a:pt x="4016629" y="1230249"/>
                  </a:lnTo>
                  <a:lnTo>
                    <a:pt x="4014141" y="1206572"/>
                  </a:lnTo>
                  <a:close/>
                </a:path>
                <a:path w="6114415" h="4048760" extrusionOk="0">
                  <a:moveTo>
                    <a:pt x="4042041" y="317249"/>
                  </a:moveTo>
                  <a:lnTo>
                    <a:pt x="4051874" y="270368"/>
                  </a:lnTo>
                  <a:lnTo>
                    <a:pt x="4080438" y="225623"/>
                  </a:lnTo>
                  <a:lnTo>
                    <a:pt x="4126329" y="183504"/>
                  </a:lnTo>
                  <a:lnTo>
                    <a:pt x="4188146" y="144503"/>
                  </a:lnTo>
                  <a:lnTo>
                    <a:pt x="4224588" y="126325"/>
                  </a:lnTo>
                  <a:lnTo>
                    <a:pt x="4264485" y="109110"/>
                  </a:lnTo>
                  <a:lnTo>
                    <a:pt x="4307663" y="92920"/>
                  </a:lnTo>
                  <a:lnTo>
                    <a:pt x="4353944" y="77815"/>
                  </a:lnTo>
                  <a:lnTo>
                    <a:pt x="4403156" y="63858"/>
                  </a:lnTo>
                  <a:lnTo>
                    <a:pt x="4455120" y="51110"/>
                  </a:lnTo>
                  <a:lnTo>
                    <a:pt x="4509664" y="39632"/>
                  </a:lnTo>
                  <a:lnTo>
                    <a:pt x="4566611" y="29485"/>
                  </a:lnTo>
                  <a:lnTo>
                    <a:pt x="4625785" y="20731"/>
                  </a:lnTo>
                  <a:lnTo>
                    <a:pt x="4687012" y="13432"/>
                  </a:lnTo>
                  <a:lnTo>
                    <a:pt x="4750117" y="7647"/>
                  </a:lnTo>
                  <a:lnTo>
                    <a:pt x="4814923" y="3439"/>
                  </a:lnTo>
                  <a:lnTo>
                    <a:pt x="4881256" y="870"/>
                  </a:lnTo>
                  <a:lnTo>
                    <a:pt x="4948940" y="0"/>
                  </a:lnTo>
                  <a:lnTo>
                    <a:pt x="5016623" y="870"/>
                  </a:lnTo>
                  <a:lnTo>
                    <a:pt x="5082956" y="3439"/>
                  </a:lnTo>
                  <a:lnTo>
                    <a:pt x="5147762" y="7647"/>
                  </a:lnTo>
                  <a:lnTo>
                    <a:pt x="5210867" y="13432"/>
                  </a:lnTo>
                  <a:lnTo>
                    <a:pt x="5272094" y="20731"/>
                  </a:lnTo>
                  <a:lnTo>
                    <a:pt x="5331268" y="29485"/>
                  </a:lnTo>
                  <a:lnTo>
                    <a:pt x="5388215" y="39632"/>
                  </a:lnTo>
                  <a:lnTo>
                    <a:pt x="5442759" y="51110"/>
                  </a:lnTo>
                  <a:lnTo>
                    <a:pt x="5494724" y="63858"/>
                  </a:lnTo>
                  <a:lnTo>
                    <a:pt x="5543935" y="77815"/>
                  </a:lnTo>
                  <a:lnTo>
                    <a:pt x="5590216" y="92920"/>
                  </a:lnTo>
                  <a:lnTo>
                    <a:pt x="5633394" y="109110"/>
                  </a:lnTo>
                  <a:lnTo>
                    <a:pt x="5673291" y="126325"/>
                  </a:lnTo>
                  <a:lnTo>
                    <a:pt x="5709733" y="144503"/>
                  </a:lnTo>
                  <a:lnTo>
                    <a:pt x="5771550" y="183504"/>
                  </a:lnTo>
                  <a:lnTo>
                    <a:pt x="5817441" y="225623"/>
                  </a:lnTo>
                  <a:lnTo>
                    <a:pt x="5846005" y="270368"/>
                  </a:lnTo>
                  <a:lnTo>
                    <a:pt x="5855838" y="317249"/>
                  </a:lnTo>
                  <a:lnTo>
                    <a:pt x="5846005" y="364130"/>
                  </a:lnTo>
                  <a:lnTo>
                    <a:pt x="5817441" y="408875"/>
                  </a:lnTo>
                  <a:lnTo>
                    <a:pt x="5771550" y="450993"/>
                  </a:lnTo>
                  <a:lnTo>
                    <a:pt x="5709733" y="489995"/>
                  </a:lnTo>
                  <a:lnTo>
                    <a:pt x="5673291" y="508173"/>
                  </a:lnTo>
                  <a:lnTo>
                    <a:pt x="5633394" y="525388"/>
                  </a:lnTo>
                  <a:lnTo>
                    <a:pt x="5590216" y="541578"/>
                  </a:lnTo>
                  <a:lnTo>
                    <a:pt x="5543935" y="556682"/>
                  </a:lnTo>
                  <a:lnTo>
                    <a:pt x="5494724" y="570639"/>
                  </a:lnTo>
                  <a:lnTo>
                    <a:pt x="5442759" y="583387"/>
                  </a:lnTo>
                  <a:lnTo>
                    <a:pt x="5388215" y="594866"/>
                  </a:lnTo>
                  <a:lnTo>
                    <a:pt x="5331268" y="605012"/>
                  </a:lnTo>
                  <a:lnTo>
                    <a:pt x="5272094" y="613766"/>
                  </a:lnTo>
                  <a:lnTo>
                    <a:pt x="5210867" y="621066"/>
                  </a:lnTo>
                  <a:lnTo>
                    <a:pt x="5147762" y="626851"/>
                  </a:lnTo>
                  <a:lnTo>
                    <a:pt x="5082956" y="631058"/>
                  </a:lnTo>
                  <a:lnTo>
                    <a:pt x="5016623" y="633628"/>
                  </a:lnTo>
                  <a:lnTo>
                    <a:pt x="4948940" y="634498"/>
                  </a:lnTo>
                  <a:lnTo>
                    <a:pt x="4881256" y="633628"/>
                  </a:lnTo>
                  <a:lnTo>
                    <a:pt x="4814923" y="631058"/>
                  </a:lnTo>
                  <a:lnTo>
                    <a:pt x="4750117" y="626851"/>
                  </a:lnTo>
                  <a:lnTo>
                    <a:pt x="4687012" y="621066"/>
                  </a:lnTo>
                  <a:lnTo>
                    <a:pt x="4625785" y="613766"/>
                  </a:lnTo>
                  <a:lnTo>
                    <a:pt x="4566611" y="605012"/>
                  </a:lnTo>
                  <a:lnTo>
                    <a:pt x="4509664" y="594866"/>
                  </a:lnTo>
                  <a:lnTo>
                    <a:pt x="4455120" y="583387"/>
                  </a:lnTo>
                  <a:lnTo>
                    <a:pt x="4403156" y="570639"/>
                  </a:lnTo>
                  <a:lnTo>
                    <a:pt x="4353944" y="556682"/>
                  </a:lnTo>
                  <a:lnTo>
                    <a:pt x="4307663" y="541578"/>
                  </a:lnTo>
                  <a:lnTo>
                    <a:pt x="4264485" y="525388"/>
                  </a:lnTo>
                  <a:lnTo>
                    <a:pt x="4224588" y="508173"/>
                  </a:lnTo>
                  <a:lnTo>
                    <a:pt x="4188146" y="489995"/>
                  </a:lnTo>
                  <a:lnTo>
                    <a:pt x="4126329" y="450993"/>
                  </a:lnTo>
                  <a:lnTo>
                    <a:pt x="4080438" y="408875"/>
                  </a:lnTo>
                  <a:lnTo>
                    <a:pt x="4051874" y="364130"/>
                  </a:lnTo>
                  <a:lnTo>
                    <a:pt x="4044529" y="340926"/>
                  </a:lnTo>
                  <a:lnTo>
                    <a:pt x="4042041" y="317249"/>
                  </a:lnTo>
                  <a:close/>
                </a:path>
                <a:path w="6114415" h="4048760" extrusionOk="0">
                  <a:moveTo>
                    <a:pt x="0" y="2339170"/>
                  </a:moveTo>
                  <a:lnTo>
                    <a:pt x="9833" y="2292292"/>
                  </a:lnTo>
                  <a:lnTo>
                    <a:pt x="38397" y="2247548"/>
                  </a:lnTo>
                  <a:lnTo>
                    <a:pt x="84289" y="2205431"/>
                  </a:lnTo>
                  <a:lnTo>
                    <a:pt x="146106" y="2166430"/>
                  </a:lnTo>
                  <a:lnTo>
                    <a:pt x="182549" y="2148251"/>
                  </a:lnTo>
                  <a:lnTo>
                    <a:pt x="222446" y="2131036"/>
                  </a:lnTo>
                  <a:lnTo>
                    <a:pt x="265624" y="2114845"/>
                  </a:lnTo>
                  <a:lnTo>
                    <a:pt x="311906" y="2099741"/>
                  </a:lnTo>
                  <a:lnTo>
                    <a:pt x="361117" y="2085783"/>
                  </a:lnTo>
                  <a:lnTo>
                    <a:pt x="413082" y="2073034"/>
                  </a:lnTo>
                  <a:lnTo>
                    <a:pt x="467625" y="2061556"/>
                  </a:lnTo>
                  <a:lnTo>
                    <a:pt x="524572" y="2051408"/>
                  </a:lnTo>
                  <a:lnTo>
                    <a:pt x="583747" y="2042654"/>
                  </a:lnTo>
                  <a:lnTo>
                    <a:pt x="644973" y="2035353"/>
                  </a:lnTo>
                  <a:lnTo>
                    <a:pt x="708077" y="2029569"/>
                  </a:lnTo>
                  <a:lnTo>
                    <a:pt x="772883" y="2025361"/>
                  </a:lnTo>
                  <a:lnTo>
                    <a:pt x="839215" y="2022791"/>
                  </a:lnTo>
                  <a:lnTo>
                    <a:pt x="906898" y="2021920"/>
                  </a:lnTo>
                  <a:lnTo>
                    <a:pt x="974582" y="2022791"/>
                  </a:lnTo>
                  <a:lnTo>
                    <a:pt x="1040914" y="2025361"/>
                  </a:lnTo>
                  <a:lnTo>
                    <a:pt x="1105720" y="2029569"/>
                  </a:lnTo>
                  <a:lnTo>
                    <a:pt x="1168825" y="2035353"/>
                  </a:lnTo>
                  <a:lnTo>
                    <a:pt x="1230052" y="2042654"/>
                  </a:lnTo>
                  <a:lnTo>
                    <a:pt x="1289227" y="2051408"/>
                  </a:lnTo>
                  <a:lnTo>
                    <a:pt x="1346173" y="2061556"/>
                  </a:lnTo>
                  <a:lnTo>
                    <a:pt x="1400717" y="2073034"/>
                  </a:lnTo>
                  <a:lnTo>
                    <a:pt x="1452682" y="2085783"/>
                  </a:lnTo>
                  <a:lnTo>
                    <a:pt x="1501893" y="2099741"/>
                  </a:lnTo>
                  <a:lnTo>
                    <a:pt x="1548175" y="2114845"/>
                  </a:lnTo>
                  <a:lnTo>
                    <a:pt x="1591352" y="2131036"/>
                  </a:lnTo>
                  <a:lnTo>
                    <a:pt x="1631249" y="2148251"/>
                  </a:lnTo>
                  <a:lnTo>
                    <a:pt x="1667691" y="2166430"/>
                  </a:lnTo>
                  <a:lnTo>
                    <a:pt x="1729508" y="2205431"/>
                  </a:lnTo>
                  <a:lnTo>
                    <a:pt x="1775399" y="2247548"/>
                  </a:lnTo>
                  <a:lnTo>
                    <a:pt x="1803963" y="2292292"/>
                  </a:lnTo>
                  <a:lnTo>
                    <a:pt x="1813796" y="2339170"/>
                  </a:lnTo>
                  <a:lnTo>
                    <a:pt x="1803963" y="2386048"/>
                  </a:lnTo>
                  <a:lnTo>
                    <a:pt x="1775399" y="2430791"/>
                  </a:lnTo>
                  <a:lnTo>
                    <a:pt x="1729508" y="2472909"/>
                  </a:lnTo>
                  <a:lnTo>
                    <a:pt x="1667691" y="2511910"/>
                  </a:lnTo>
                  <a:lnTo>
                    <a:pt x="1631249" y="2530088"/>
                  </a:lnTo>
                  <a:lnTo>
                    <a:pt x="1591352" y="2547304"/>
                  </a:lnTo>
                  <a:lnTo>
                    <a:pt x="1548175" y="2563494"/>
                  </a:lnTo>
                  <a:lnTo>
                    <a:pt x="1501893" y="2578599"/>
                  </a:lnTo>
                  <a:lnTo>
                    <a:pt x="1452682" y="2592556"/>
                  </a:lnTo>
                  <a:lnTo>
                    <a:pt x="1400717" y="2605305"/>
                  </a:lnTo>
                  <a:lnTo>
                    <a:pt x="1346173" y="2616784"/>
                  </a:lnTo>
                  <a:lnTo>
                    <a:pt x="1289227" y="2626931"/>
                  </a:lnTo>
                  <a:lnTo>
                    <a:pt x="1230052" y="2635686"/>
                  </a:lnTo>
                  <a:lnTo>
                    <a:pt x="1168825" y="2642986"/>
                  </a:lnTo>
                  <a:lnTo>
                    <a:pt x="1105720" y="2648771"/>
                  </a:lnTo>
                  <a:lnTo>
                    <a:pt x="1040914" y="2652979"/>
                  </a:lnTo>
                  <a:lnTo>
                    <a:pt x="974582" y="2655549"/>
                  </a:lnTo>
                  <a:lnTo>
                    <a:pt x="906898" y="2656419"/>
                  </a:lnTo>
                  <a:lnTo>
                    <a:pt x="839215" y="2655549"/>
                  </a:lnTo>
                  <a:lnTo>
                    <a:pt x="772883" y="2652979"/>
                  </a:lnTo>
                  <a:lnTo>
                    <a:pt x="708077" y="2648771"/>
                  </a:lnTo>
                  <a:lnTo>
                    <a:pt x="644973" y="2642986"/>
                  </a:lnTo>
                  <a:lnTo>
                    <a:pt x="583747" y="2635686"/>
                  </a:lnTo>
                  <a:lnTo>
                    <a:pt x="524572" y="2626931"/>
                  </a:lnTo>
                  <a:lnTo>
                    <a:pt x="467625" y="2616784"/>
                  </a:lnTo>
                  <a:lnTo>
                    <a:pt x="413082" y="2605305"/>
                  </a:lnTo>
                  <a:lnTo>
                    <a:pt x="361117" y="2592556"/>
                  </a:lnTo>
                  <a:lnTo>
                    <a:pt x="311906" y="2578599"/>
                  </a:lnTo>
                  <a:lnTo>
                    <a:pt x="265624" y="2563494"/>
                  </a:lnTo>
                  <a:lnTo>
                    <a:pt x="222446" y="2547304"/>
                  </a:lnTo>
                  <a:lnTo>
                    <a:pt x="182549" y="2530088"/>
                  </a:lnTo>
                  <a:lnTo>
                    <a:pt x="146106" y="2511910"/>
                  </a:lnTo>
                  <a:lnTo>
                    <a:pt x="84289" y="2472909"/>
                  </a:lnTo>
                  <a:lnTo>
                    <a:pt x="38397" y="2430791"/>
                  </a:lnTo>
                  <a:lnTo>
                    <a:pt x="9833" y="2386048"/>
                  </a:lnTo>
                  <a:lnTo>
                    <a:pt x="2487" y="2362845"/>
                  </a:lnTo>
                  <a:lnTo>
                    <a:pt x="0" y="2339170"/>
                  </a:lnTo>
                  <a:close/>
                </a:path>
                <a:path w="6114415" h="4048760" extrusionOk="0">
                  <a:moveTo>
                    <a:pt x="31499" y="1273147"/>
                  </a:moveTo>
                  <a:lnTo>
                    <a:pt x="41333" y="1226266"/>
                  </a:lnTo>
                  <a:lnTo>
                    <a:pt x="69897" y="1181521"/>
                  </a:lnTo>
                  <a:lnTo>
                    <a:pt x="115789" y="1139403"/>
                  </a:lnTo>
                  <a:lnTo>
                    <a:pt x="177606" y="1100401"/>
                  </a:lnTo>
                  <a:lnTo>
                    <a:pt x="214049" y="1082223"/>
                  </a:lnTo>
                  <a:lnTo>
                    <a:pt x="253946" y="1065008"/>
                  </a:lnTo>
                  <a:lnTo>
                    <a:pt x="297124" y="1048818"/>
                  </a:lnTo>
                  <a:lnTo>
                    <a:pt x="343406" y="1033713"/>
                  </a:lnTo>
                  <a:lnTo>
                    <a:pt x="392617" y="1019757"/>
                  </a:lnTo>
                  <a:lnTo>
                    <a:pt x="444582" y="1007008"/>
                  </a:lnTo>
                  <a:lnTo>
                    <a:pt x="499125" y="995530"/>
                  </a:lnTo>
                  <a:lnTo>
                    <a:pt x="556072" y="985384"/>
                  </a:lnTo>
                  <a:lnTo>
                    <a:pt x="615246" y="976630"/>
                  </a:lnTo>
                  <a:lnTo>
                    <a:pt x="676473" y="969330"/>
                  </a:lnTo>
                  <a:lnTo>
                    <a:pt x="739577" y="963545"/>
                  </a:lnTo>
                  <a:lnTo>
                    <a:pt x="804383" y="959337"/>
                  </a:lnTo>
                  <a:lnTo>
                    <a:pt x="870715" y="956768"/>
                  </a:lnTo>
                  <a:lnTo>
                    <a:pt x="938398" y="955898"/>
                  </a:lnTo>
                  <a:lnTo>
                    <a:pt x="1006081" y="956768"/>
                  </a:lnTo>
                  <a:lnTo>
                    <a:pt x="1072414" y="959337"/>
                  </a:lnTo>
                  <a:lnTo>
                    <a:pt x="1137220" y="963545"/>
                  </a:lnTo>
                  <a:lnTo>
                    <a:pt x="1200325" y="969330"/>
                  </a:lnTo>
                  <a:lnTo>
                    <a:pt x="1261552" y="976630"/>
                  </a:lnTo>
                  <a:lnTo>
                    <a:pt x="1320726" y="985384"/>
                  </a:lnTo>
                  <a:lnTo>
                    <a:pt x="1377673" y="995530"/>
                  </a:lnTo>
                  <a:lnTo>
                    <a:pt x="1432217" y="1007008"/>
                  </a:lnTo>
                  <a:lnTo>
                    <a:pt x="1484182" y="1019757"/>
                  </a:lnTo>
                  <a:lnTo>
                    <a:pt x="1533393" y="1033713"/>
                  </a:lnTo>
                  <a:lnTo>
                    <a:pt x="1579674" y="1048818"/>
                  </a:lnTo>
                  <a:lnTo>
                    <a:pt x="1622852" y="1065008"/>
                  </a:lnTo>
                  <a:lnTo>
                    <a:pt x="1662749" y="1082223"/>
                  </a:lnTo>
                  <a:lnTo>
                    <a:pt x="1699191" y="1100401"/>
                  </a:lnTo>
                  <a:lnTo>
                    <a:pt x="1761008" y="1139403"/>
                  </a:lnTo>
                  <a:lnTo>
                    <a:pt x="1806899" y="1181521"/>
                  </a:lnTo>
                  <a:lnTo>
                    <a:pt x="1835463" y="1226266"/>
                  </a:lnTo>
                  <a:lnTo>
                    <a:pt x="1845296" y="1273147"/>
                  </a:lnTo>
                  <a:lnTo>
                    <a:pt x="1835463" y="1320028"/>
                  </a:lnTo>
                  <a:lnTo>
                    <a:pt x="1806899" y="1364773"/>
                  </a:lnTo>
                  <a:lnTo>
                    <a:pt x="1761008" y="1406891"/>
                  </a:lnTo>
                  <a:lnTo>
                    <a:pt x="1699191" y="1445893"/>
                  </a:lnTo>
                  <a:lnTo>
                    <a:pt x="1662749" y="1464071"/>
                  </a:lnTo>
                  <a:lnTo>
                    <a:pt x="1622852" y="1481286"/>
                  </a:lnTo>
                  <a:lnTo>
                    <a:pt x="1579674" y="1497476"/>
                  </a:lnTo>
                  <a:lnTo>
                    <a:pt x="1533393" y="1512580"/>
                  </a:lnTo>
                  <a:lnTo>
                    <a:pt x="1484182" y="1526537"/>
                  </a:lnTo>
                  <a:lnTo>
                    <a:pt x="1432217" y="1539286"/>
                  </a:lnTo>
                  <a:lnTo>
                    <a:pt x="1377673" y="1550764"/>
                  </a:lnTo>
                  <a:lnTo>
                    <a:pt x="1320726" y="1560910"/>
                  </a:lnTo>
                  <a:lnTo>
                    <a:pt x="1261552" y="1569664"/>
                  </a:lnTo>
                  <a:lnTo>
                    <a:pt x="1200325" y="1576964"/>
                  </a:lnTo>
                  <a:lnTo>
                    <a:pt x="1137220" y="1582749"/>
                  </a:lnTo>
                  <a:lnTo>
                    <a:pt x="1072414" y="1586957"/>
                  </a:lnTo>
                  <a:lnTo>
                    <a:pt x="1006081" y="1589526"/>
                  </a:lnTo>
                  <a:lnTo>
                    <a:pt x="938398" y="1590396"/>
                  </a:lnTo>
                  <a:lnTo>
                    <a:pt x="870715" y="1589526"/>
                  </a:lnTo>
                  <a:lnTo>
                    <a:pt x="804383" y="1586957"/>
                  </a:lnTo>
                  <a:lnTo>
                    <a:pt x="739577" y="1582749"/>
                  </a:lnTo>
                  <a:lnTo>
                    <a:pt x="676473" y="1576964"/>
                  </a:lnTo>
                  <a:lnTo>
                    <a:pt x="615246" y="1569664"/>
                  </a:lnTo>
                  <a:lnTo>
                    <a:pt x="556072" y="1560910"/>
                  </a:lnTo>
                  <a:lnTo>
                    <a:pt x="499125" y="1550764"/>
                  </a:lnTo>
                  <a:lnTo>
                    <a:pt x="444582" y="1539286"/>
                  </a:lnTo>
                  <a:lnTo>
                    <a:pt x="392617" y="1526537"/>
                  </a:lnTo>
                  <a:lnTo>
                    <a:pt x="343406" y="1512580"/>
                  </a:lnTo>
                  <a:lnTo>
                    <a:pt x="297124" y="1497476"/>
                  </a:lnTo>
                  <a:lnTo>
                    <a:pt x="253946" y="1481286"/>
                  </a:lnTo>
                  <a:lnTo>
                    <a:pt x="214049" y="1464071"/>
                  </a:lnTo>
                  <a:lnTo>
                    <a:pt x="177606" y="1445893"/>
                  </a:lnTo>
                  <a:lnTo>
                    <a:pt x="115789" y="1406891"/>
                  </a:lnTo>
                  <a:lnTo>
                    <a:pt x="69897" y="1364773"/>
                  </a:lnTo>
                  <a:lnTo>
                    <a:pt x="41333" y="1320028"/>
                  </a:lnTo>
                  <a:lnTo>
                    <a:pt x="33987" y="1296824"/>
                  </a:lnTo>
                  <a:lnTo>
                    <a:pt x="31499" y="1273147"/>
                  </a:lnTo>
                  <a:close/>
                </a:path>
                <a:path w="6114415" h="4048760" extrusionOk="0">
                  <a:moveTo>
                    <a:pt x="64424" y="355899"/>
                  </a:moveTo>
                  <a:lnTo>
                    <a:pt x="74257" y="309018"/>
                  </a:lnTo>
                  <a:lnTo>
                    <a:pt x="102822" y="264273"/>
                  </a:lnTo>
                  <a:lnTo>
                    <a:pt x="148714" y="222154"/>
                  </a:lnTo>
                  <a:lnTo>
                    <a:pt x="210531" y="183153"/>
                  </a:lnTo>
                  <a:lnTo>
                    <a:pt x="246973" y="164975"/>
                  </a:lnTo>
                  <a:lnTo>
                    <a:pt x="286871" y="147760"/>
                  </a:lnTo>
                  <a:lnTo>
                    <a:pt x="330049" y="131570"/>
                  </a:lnTo>
                  <a:lnTo>
                    <a:pt x="376331" y="116465"/>
                  </a:lnTo>
                  <a:lnTo>
                    <a:pt x="425542" y="102508"/>
                  </a:lnTo>
                  <a:lnTo>
                    <a:pt x="477507" y="89760"/>
                  </a:lnTo>
                  <a:lnTo>
                    <a:pt x="532050" y="78282"/>
                  </a:lnTo>
                  <a:lnTo>
                    <a:pt x="588997" y="68135"/>
                  </a:lnTo>
                  <a:lnTo>
                    <a:pt x="648171" y="59381"/>
                  </a:lnTo>
                  <a:lnTo>
                    <a:pt x="709398" y="52081"/>
                  </a:lnTo>
                  <a:lnTo>
                    <a:pt x="772502" y="46297"/>
                  </a:lnTo>
                  <a:lnTo>
                    <a:pt x="837308" y="42089"/>
                  </a:lnTo>
                  <a:lnTo>
                    <a:pt x="903640" y="39520"/>
                  </a:lnTo>
                  <a:lnTo>
                    <a:pt x="971323" y="38649"/>
                  </a:lnTo>
                  <a:lnTo>
                    <a:pt x="1039006" y="39520"/>
                  </a:lnTo>
                  <a:lnTo>
                    <a:pt x="1105339" y="42089"/>
                  </a:lnTo>
                  <a:lnTo>
                    <a:pt x="1170145" y="46297"/>
                  </a:lnTo>
                  <a:lnTo>
                    <a:pt x="1233250" y="52081"/>
                  </a:lnTo>
                  <a:lnTo>
                    <a:pt x="1294477" y="59381"/>
                  </a:lnTo>
                  <a:lnTo>
                    <a:pt x="1353651" y="68135"/>
                  </a:lnTo>
                  <a:lnTo>
                    <a:pt x="1410598" y="78282"/>
                  </a:lnTo>
                  <a:lnTo>
                    <a:pt x="1465142" y="89760"/>
                  </a:lnTo>
                  <a:lnTo>
                    <a:pt x="1517107" y="102508"/>
                  </a:lnTo>
                  <a:lnTo>
                    <a:pt x="1566318" y="116465"/>
                  </a:lnTo>
                  <a:lnTo>
                    <a:pt x="1612599" y="131570"/>
                  </a:lnTo>
                  <a:lnTo>
                    <a:pt x="1655777" y="147760"/>
                  </a:lnTo>
                  <a:lnTo>
                    <a:pt x="1695674" y="164975"/>
                  </a:lnTo>
                  <a:lnTo>
                    <a:pt x="1732116" y="183153"/>
                  </a:lnTo>
                  <a:lnTo>
                    <a:pt x="1793933" y="222154"/>
                  </a:lnTo>
                  <a:lnTo>
                    <a:pt x="1839824" y="264273"/>
                  </a:lnTo>
                  <a:lnTo>
                    <a:pt x="1868388" y="309018"/>
                  </a:lnTo>
                  <a:lnTo>
                    <a:pt x="1878221" y="355899"/>
                  </a:lnTo>
                  <a:lnTo>
                    <a:pt x="1868388" y="402780"/>
                  </a:lnTo>
                  <a:lnTo>
                    <a:pt x="1839824" y="447525"/>
                  </a:lnTo>
                  <a:lnTo>
                    <a:pt x="1793933" y="489643"/>
                  </a:lnTo>
                  <a:lnTo>
                    <a:pt x="1732116" y="528644"/>
                  </a:lnTo>
                  <a:lnTo>
                    <a:pt x="1695674" y="546823"/>
                  </a:lnTo>
                  <a:lnTo>
                    <a:pt x="1655777" y="564038"/>
                  </a:lnTo>
                  <a:lnTo>
                    <a:pt x="1612599" y="580228"/>
                  </a:lnTo>
                  <a:lnTo>
                    <a:pt x="1566318" y="595332"/>
                  </a:lnTo>
                  <a:lnTo>
                    <a:pt x="1517107" y="609289"/>
                  </a:lnTo>
                  <a:lnTo>
                    <a:pt x="1465142" y="622037"/>
                  </a:lnTo>
                  <a:lnTo>
                    <a:pt x="1410598" y="633515"/>
                  </a:lnTo>
                  <a:lnTo>
                    <a:pt x="1353651" y="643662"/>
                  </a:lnTo>
                  <a:lnTo>
                    <a:pt x="1294477" y="652416"/>
                  </a:lnTo>
                  <a:lnTo>
                    <a:pt x="1233250" y="659716"/>
                  </a:lnTo>
                  <a:lnTo>
                    <a:pt x="1170145" y="665501"/>
                  </a:lnTo>
                  <a:lnTo>
                    <a:pt x="1105339" y="669708"/>
                  </a:lnTo>
                  <a:lnTo>
                    <a:pt x="1039006" y="672278"/>
                  </a:lnTo>
                  <a:lnTo>
                    <a:pt x="971323" y="673148"/>
                  </a:lnTo>
                  <a:lnTo>
                    <a:pt x="903640" y="672278"/>
                  </a:lnTo>
                  <a:lnTo>
                    <a:pt x="837308" y="669708"/>
                  </a:lnTo>
                  <a:lnTo>
                    <a:pt x="772502" y="665501"/>
                  </a:lnTo>
                  <a:lnTo>
                    <a:pt x="709398" y="659716"/>
                  </a:lnTo>
                  <a:lnTo>
                    <a:pt x="648171" y="652416"/>
                  </a:lnTo>
                  <a:lnTo>
                    <a:pt x="588997" y="643662"/>
                  </a:lnTo>
                  <a:lnTo>
                    <a:pt x="532050" y="633515"/>
                  </a:lnTo>
                  <a:lnTo>
                    <a:pt x="477507" y="622037"/>
                  </a:lnTo>
                  <a:lnTo>
                    <a:pt x="425542" y="609289"/>
                  </a:lnTo>
                  <a:lnTo>
                    <a:pt x="376331" y="595332"/>
                  </a:lnTo>
                  <a:lnTo>
                    <a:pt x="330049" y="580228"/>
                  </a:lnTo>
                  <a:lnTo>
                    <a:pt x="286871" y="564038"/>
                  </a:lnTo>
                  <a:lnTo>
                    <a:pt x="246973" y="546823"/>
                  </a:lnTo>
                  <a:lnTo>
                    <a:pt x="210531" y="528644"/>
                  </a:lnTo>
                  <a:lnTo>
                    <a:pt x="148714" y="489643"/>
                  </a:lnTo>
                  <a:lnTo>
                    <a:pt x="102822" y="447525"/>
                  </a:lnTo>
                  <a:lnTo>
                    <a:pt x="74257" y="402780"/>
                  </a:lnTo>
                  <a:lnTo>
                    <a:pt x="66912" y="379575"/>
                  </a:lnTo>
                  <a:lnTo>
                    <a:pt x="64424" y="355899"/>
                  </a:lnTo>
                  <a:close/>
                </a:path>
                <a:path w="6114415" h="4048760" extrusionOk="0">
                  <a:moveTo>
                    <a:pt x="0" y="3731392"/>
                  </a:moveTo>
                  <a:lnTo>
                    <a:pt x="9833" y="3684508"/>
                  </a:lnTo>
                  <a:lnTo>
                    <a:pt x="38397" y="3639762"/>
                  </a:lnTo>
                  <a:lnTo>
                    <a:pt x="84289" y="3597642"/>
                  </a:lnTo>
                  <a:lnTo>
                    <a:pt x="146106" y="3558641"/>
                  </a:lnTo>
                  <a:lnTo>
                    <a:pt x="182549" y="3540463"/>
                  </a:lnTo>
                  <a:lnTo>
                    <a:pt x="222446" y="3523248"/>
                  </a:lnTo>
                  <a:lnTo>
                    <a:pt x="265624" y="3507058"/>
                  </a:lnTo>
                  <a:lnTo>
                    <a:pt x="311906" y="3491954"/>
                  </a:lnTo>
                  <a:lnTo>
                    <a:pt x="361117" y="3477998"/>
                  </a:lnTo>
                  <a:lnTo>
                    <a:pt x="413082" y="3465250"/>
                  </a:lnTo>
                  <a:lnTo>
                    <a:pt x="467625" y="3453773"/>
                  </a:lnTo>
                  <a:lnTo>
                    <a:pt x="524572" y="3443627"/>
                  </a:lnTo>
                  <a:lnTo>
                    <a:pt x="583747" y="3434873"/>
                  </a:lnTo>
                  <a:lnTo>
                    <a:pt x="644973" y="3427574"/>
                  </a:lnTo>
                  <a:lnTo>
                    <a:pt x="708077" y="3421790"/>
                  </a:lnTo>
                  <a:lnTo>
                    <a:pt x="772883" y="3417582"/>
                  </a:lnTo>
                  <a:lnTo>
                    <a:pt x="839215" y="3415013"/>
                  </a:lnTo>
                  <a:lnTo>
                    <a:pt x="906898" y="3414143"/>
                  </a:lnTo>
                  <a:lnTo>
                    <a:pt x="974582" y="3415013"/>
                  </a:lnTo>
                  <a:lnTo>
                    <a:pt x="1040914" y="3417582"/>
                  </a:lnTo>
                  <a:lnTo>
                    <a:pt x="1105720" y="3421790"/>
                  </a:lnTo>
                  <a:lnTo>
                    <a:pt x="1168825" y="3427574"/>
                  </a:lnTo>
                  <a:lnTo>
                    <a:pt x="1230052" y="3434873"/>
                  </a:lnTo>
                  <a:lnTo>
                    <a:pt x="1289227" y="3443627"/>
                  </a:lnTo>
                  <a:lnTo>
                    <a:pt x="1346173" y="3453773"/>
                  </a:lnTo>
                  <a:lnTo>
                    <a:pt x="1400717" y="3465250"/>
                  </a:lnTo>
                  <a:lnTo>
                    <a:pt x="1452682" y="3477998"/>
                  </a:lnTo>
                  <a:lnTo>
                    <a:pt x="1501893" y="3491954"/>
                  </a:lnTo>
                  <a:lnTo>
                    <a:pt x="1548175" y="3507058"/>
                  </a:lnTo>
                  <a:lnTo>
                    <a:pt x="1591352" y="3523248"/>
                  </a:lnTo>
                  <a:lnTo>
                    <a:pt x="1631249" y="3540463"/>
                  </a:lnTo>
                  <a:lnTo>
                    <a:pt x="1667691" y="3558641"/>
                  </a:lnTo>
                  <a:lnTo>
                    <a:pt x="1729508" y="3597642"/>
                  </a:lnTo>
                  <a:lnTo>
                    <a:pt x="1775399" y="3639762"/>
                  </a:lnTo>
                  <a:lnTo>
                    <a:pt x="1803963" y="3684508"/>
                  </a:lnTo>
                  <a:lnTo>
                    <a:pt x="1813796" y="3731392"/>
                  </a:lnTo>
                  <a:lnTo>
                    <a:pt x="1803963" y="3778276"/>
                  </a:lnTo>
                  <a:lnTo>
                    <a:pt x="1775399" y="3823022"/>
                  </a:lnTo>
                  <a:lnTo>
                    <a:pt x="1729508" y="3865142"/>
                  </a:lnTo>
                  <a:lnTo>
                    <a:pt x="1667691" y="3904143"/>
                  </a:lnTo>
                  <a:lnTo>
                    <a:pt x="1631249" y="3922321"/>
                  </a:lnTo>
                  <a:lnTo>
                    <a:pt x="1591352" y="3939536"/>
                  </a:lnTo>
                  <a:lnTo>
                    <a:pt x="1548175" y="3955726"/>
                  </a:lnTo>
                  <a:lnTo>
                    <a:pt x="1501893" y="3970830"/>
                  </a:lnTo>
                  <a:lnTo>
                    <a:pt x="1452682" y="3984786"/>
                  </a:lnTo>
                  <a:lnTo>
                    <a:pt x="1400717" y="3997534"/>
                  </a:lnTo>
                  <a:lnTo>
                    <a:pt x="1346173" y="4009011"/>
                  </a:lnTo>
                  <a:lnTo>
                    <a:pt x="1289227" y="4019157"/>
                  </a:lnTo>
                  <a:lnTo>
                    <a:pt x="1230052" y="4027911"/>
                  </a:lnTo>
                  <a:lnTo>
                    <a:pt x="1168825" y="4035210"/>
                  </a:lnTo>
                  <a:lnTo>
                    <a:pt x="1105720" y="4040994"/>
                  </a:lnTo>
                  <a:lnTo>
                    <a:pt x="1040914" y="4045202"/>
                  </a:lnTo>
                  <a:lnTo>
                    <a:pt x="974582" y="4047771"/>
                  </a:lnTo>
                  <a:lnTo>
                    <a:pt x="906898" y="4048641"/>
                  </a:lnTo>
                  <a:lnTo>
                    <a:pt x="839215" y="4047771"/>
                  </a:lnTo>
                  <a:lnTo>
                    <a:pt x="772883" y="4045202"/>
                  </a:lnTo>
                  <a:lnTo>
                    <a:pt x="708077" y="4040994"/>
                  </a:lnTo>
                  <a:lnTo>
                    <a:pt x="644973" y="4035210"/>
                  </a:lnTo>
                  <a:lnTo>
                    <a:pt x="583747" y="4027911"/>
                  </a:lnTo>
                  <a:lnTo>
                    <a:pt x="524572" y="4019157"/>
                  </a:lnTo>
                  <a:lnTo>
                    <a:pt x="467625" y="4009011"/>
                  </a:lnTo>
                  <a:lnTo>
                    <a:pt x="413082" y="3997534"/>
                  </a:lnTo>
                  <a:lnTo>
                    <a:pt x="361117" y="3984786"/>
                  </a:lnTo>
                  <a:lnTo>
                    <a:pt x="311906" y="3970830"/>
                  </a:lnTo>
                  <a:lnTo>
                    <a:pt x="265624" y="3955726"/>
                  </a:lnTo>
                  <a:lnTo>
                    <a:pt x="222446" y="3939536"/>
                  </a:lnTo>
                  <a:lnTo>
                    <a:pt x="182549" y="3922321"/>
                  </a:lnTo>
                  <a:lnTo>
                    <a:pt x="146106" y="3904143"/>
                  </a:lnTo>
                  <a:lnTo>
                    <a:pt x="84289" y="3865142"/>
                  </a:lnTo>
                  <a:lnTo>
                    <a:pt x="38397" y="3823022"/>
                  </a:lnTo>
                  <a:lnTo>
                    <a:pt x="9833" y="3778276"/>
                  </a:lnTo>
                  <a:lnTo>
                    <a:pt x="2487" y="3755070"/>
                  </a:lnTo>
                  <a:lnTo>
                    <a:pt x="0" y="3731392"/>
                  </a:lnTo>
                  <a:close/>
                </a:path>
                <a:path w="6114415" h="4048760" extrusionOk="0">
                  <a:moveTo>
                    <a:pt x="1943596" y="3731392"/>
                  </a:moveTo>
                  <a:lnTo>
                    <a:pt x="1953429" y="3684508"/>
                  </a:lnTo>
                  <a:lnTo>
                    <a:pt x="1981992" y="3639762"/>
                  </a:lnTo>
                  <a:lnTo>
                    <a:pt x="2027884" y="3597642"/>
                  </a:lnTo>
                  <a:lnTo>
                    <a:pt x="2089700" y="3558641"/>
                  </a:lnTo>
                  <a:lnTo>
                    <a:pt x="2126142" y="3540463"/>
                  </a:lnTo>
                  <a:lnTo>
                    <a:pt x="2166040" y="3523248"/>
                  </a:lnTo>
                  <a:lnTo>
                    <a:pt x="2209217" y="3507058"/>
                  </a:lnTo>
                  <a:lnTo>
                    <a:pt x="2255499" y="3491954"/>
                  </a:lnTo>
                  <a:lnTo>
                    <a:pt x="2304710" y="3477998"/>
                  </a:lnTo>
                  <a:lnTo>
                    <a:pt x="2356675" y="3465250"/>
                  </a:lnTo>
                  <a:lnTo>
                    <a:pt x="2411218" y="3453773"/>
                  </a:lnTo>
                  <a:lnTo>
                    <a:pt x="2468165" y="3443627"/>
                  </a:lnTo>
                  <a:lnTo>
                    <a:pt x="2527340" y="3434873"/>
                  </a:lnTo>
                  <a:lnTo>
                    <a:pt x="2588567" y="3427574"/>
                  </a:lnTo>
                  <a:lnTo>
                    <a:pt x="2651671" y="3421790"/>
                  </a:lnTo>
                  <a:lnTo>
                    <a:pt x="2716477" y="3417582"/>
                  </a:lnTo>
                  <a:lnTo>
                    <a:pt x="2782810" y="3415013"/>
                  </a:lnTo>
                  <a:lnTo>
                    <a:pt x="2850494" y="3414143"/>
                  </a:lnTo>
                  <a:lnTo>
                    <a:pt x="2918178" y="3415013"/>
                  </a:lnTo>
                  <a:lnTo>
                    <a:pt x="2984510" y="3417582"/>
                  </a:lnTo>
                  <a:lnTo>
                    <a:pt x="3049317" y="3421790"/>
                  </a:lnTo>
                  <a:lnTo>
                    <a:pt x="3112421" y="3427574"/>
                  </a:lnTo>
                  <a:lnTo>
                    <a:pt x="3173648" y="3434873"/>
                  </a:lnTo>
                  <a:lnTo>
                    <a:pt x="3232823" y="3443627"/>
                  </a:lnTo>
                  <a:lnTo>
                    <a:pt x="3289769" y="3453773"/>
                  </a:lnTo>
                  <a:lnTo>
                    <a:pt x="3344313" y="3465250"/>
                  </a:lnTo>
                  <a:lnTo>
                    <a:pt x="3396278" y="3477998"/>
                  </a:lnTo>
                  <a:lnTo>
                    <a:pt x="3445489" y="3491954"/>
                  </a:lnTo>
                  <a:lnTo>
                    <a:pt x="3491771" y="3507058"/>
                  </a:lnTo>
                  <a:lnTo>
                    <a:pt x="3534948" y="3523248"/>
                  </a:lnTo>
                  <a:lnTo>
                    <a:pt x="3574845" y="3540463"/>
                  </a:lnTo>
                  <a:lnTo>
                    <a:pt x="3611287" y="3558641"/>
                  </a:lnTo>
                  <a:lnTo>
                    <a:pt x="3673104" y="3597642"/>
                  </a:lnTo>
                  <a:lnTo>
                    <a:pt x="3718995" y="3639762"/>
                  </a:lnTo>
                  <a:lnTo>
                    <a:pt x="3747559" y="3684508"/>
                  </a:lnTo>
                  <a:lnTo>
                    <a:pt x="3757392" y="3731392"/>
                  </a:lnTo>
                  <a:lnTo>
                    <a:pt x="3747559" y="3778276"/>
                  </a:lnTo>
                  <a:lnTo>
                    <a:pt x="3718995" y="3823022"/>
                  </a:lnTo>
                  <a:lnTo>
                    <a:pt x="3673104" y="3865142"/>
                  </a:lnTo>
                  <a:lnTo>
                    <a:pt x="3611287" y="3904143"/>
                  </a:lnTo>
                  <a:lnTo>
                    <a:pt x="3574845" y="3922321"/>
                  </a:lnTo>
                  <a:lnTo>
                    <a:pt x="3534948" y="3939536"/>
                  </a:lnTo>
                  <a:lnTo>
                    <a:pt x="3491771" y="3955726"/>
                  </a:lnTo>
                  <a:lnTo>
                    <a:pt x="3445489" y="3970830"/>
                  </a:lnTo>
                  <a:lnTo>
                    <a:pt x="3396278" y="3984786"/>
                  </a:lnTo>
                  <a:lnTo>
                    <a:pt x="3344313" y="3997534"/>
                  </a:lnTo>
                  <a:lnTo>
                    <a:pt x="3289769" y="4009011"/>
                  </a:lnTo>
                  <a:lnTo>
                    <a:pt x="3232823" y="4019157"/>
                  </a:lnTo>
                  <a:lnTo>
                    <a:pt x="3173648" y="4027911"/>
                  </a:lnTo>
                  <a:lnTo>
                    <a:pt x="3112421" y="4035210"/>
                  </a:lnTo>
                  <a:lnTo>
                    <a:pt x="3049317" y="4040994"/>
                  </a:lnTo>
                  <a:lnTo>
                    <a:pt x="2984510" y="4045202"/>
                  </a:lnTo>
                  <a:lnTo>
                    <a:pt x="2918178" y="4047771"/>
                  </a:lnTo>
                  <a:lnTo>
                    <a:pt x="2850494" y="4048641"/>
                  </a:lnTo>
                  <a:lnTo>
                    <a:pt x="2782810" y="4047771"/>
                  </a:lnTo>
                  <a:lnTo>
                    <a:pt x="2716477" y="4045202"/>
                  </a:lnTo>
                  <a:lnTo>
                    <a:pt x="2651671" y="4040994"/>
                  </a:lnTo>
                  <a:lnTo>
                    <a:pt x="2588567" y="4035210"/>
                  </a:lnTo>
                  <a:lnTo>
                    <a:pt x="2527340" y="4027911"/>
                  </a:lnTo>
                  <a:lnTo>
                    <a:pt x="2468165" y="4019157"/>
                  </a:lnTo>
                  <a:lnTo>
                    <a:pt x="2411218" y="4009011"/>
                  </a:lnTo>
                  <a:lnTo>
                    <a:pt x="2356675" y="3997534"/>
                  </a:lnTo>
                  <a:lnTo>
                    <a:pt x="2304710" y="3984786"/>
                  </a:lnTo>
                  <a:lnTo>
                    <a:pt x="2255499" y="3970830"/>
                  </a:lnTo>
                  <a:lnTo>
                    <a:pt x="2209217" y="3955726"/>
                  </a:lnTo>
                  <a:lnTo>
                    <a:pt x="2166040" y="3939536"/>
                  </a:lnTo>
                  <a:lnTo>
                    <a:pt x="2126142" y="3922321"/>
                  </a:lnTo>
                  <a:lnTo>
                    <a:pt x="2089700" y="3904143"/>
                  </a:lnTo>
                  <a:lnTo>
                    <a:pt x="2027884" y="3865142"/>
                  </a:lnTo>
                  <a:lnTo>
                    <a:pt x="1981992" y="3823022"/>
                  </a:lnTo>
                  <a:lnTo>
                    <a:pt x="1953429" y="3778276"/>
                  </a:lnTo>
                  <a:lnTo>
                    <a:pt x="1946083" y="3755070"/>
                  </a:lnTo>
                  <a:lnTo>
                    <a:pt x="1943596" y="3731392"/>
                  </a:lnTo>
                  <a:close/>
                </a:path>
                <a:path w="6114415" h="4048760" extrusionOk="0">
                  <a:moveTo>
                    <a:pt x="4300341" y="3731392"/>
                  </a:moveTo>
                  <a:lnTo>
                    <a:pt x="4310174" y="3684508"/>
                  </a:lnTo>
                  <a:lnTo>
                    <a:pt x="4338737" y="3639762"/>
                  </a:lnTo>
                  <a:lnTo>
                    <a:pt x="4384629" y="3597642"/>
                  </a:lnTo>
                  <a:lnTo>
                    <a:pt x="4446446" y="3558641"/>
                  </a:lnTo>
                  <a:lnTo>
                    <a:pt x="4482888" y="3540463"/>
                  </a:lnTo>
                  <a:lnTo>
                    <a:pt x="4522785" y="3523248"/>
                  </a:lnTo>
                  <a:lnTo>
                    <a:pt x="4565962" y="3507058"/>
                  </a:lnTo>
                  <a:lnTo>
                    <a:pt x="4612244" y="3491954"/>
                  </a:lnTo>
                  <a:lnTo>
                    <a:pt x="4661455" y="3477998"/>
                  </a:lnTo>
                  <a:lnTo>
                    <a:pt x="4713420" y="3465250"/>
                  </a:lnTo>
                  <a:lnTo>
                    <a:pt x="4767963" y="3453773"/>
                  </a:lnTo>
                  <a:lnTo>
                    <a:pt x="4824910" y="3443627"/>
                  </a:lnTo>
                  <a:lnTo>
                    <a:pt x="4884085" y="3434873"/>
                  </a:lnTo>
                  <a:lnTo>
                    <a:pt x="4945312" y="3427574"/>
                  </a:lnTo>
                  <a:lnTo>
                    <a:pt x="5008416" y="3421790"/>
                  </a:lnTo>
                  <a:lnTo>
                    <a:pt x="5073222" y="3417582"/>
                  </a:lnTo>
                  <a:lnTo>
                    <a:pt x="5139555" y="3415013"/>
                  </a:lnTo>
                  <a:lnTo>
                    <a:pt x="5207239" y="3414143"/>
                  </a:lnTo>
                  <a:lnTo>
                    <a:pt x="5274923" y="3415013"/>
                  </a:lnTo>
                  <a:lnTo>
                    <a:pt x="5341256" y="3417582"/>
                  </a:lnTo>
                  <a:lnTo>
                    <a:pt x="5406062" y="3421790"/>
                  </a:lnTo>
                  <a:lnTo>
                    <a:pt x="5469166" y="3427574"/>
                  </a:lnTo>
                  <a:lnTo>
                    <a:pt x="5530393" y="3434873"/>
                  </a:lnTo>
                  <a:lnTo>
                    <a:pt x="5589568" y="3443627"/>
                  </a:lnTo>
                  <a:lnTo>
                    <a:pt x="5646515" y="3453773"/>
                  </a:lnTo>
                  <a:lnTo>
                    <a:pt x="5701058" y="3465250"/>
                  </a:lnTo>
                  <a:lnTo>
                    <a:pt x="5753023" y="3477998"/>
                  </a:lnTo>
                  <a:lnTo>
                    <a:pt x="5802234" y="3491954"/>
                  </a:lnTo>
                  <a:lnTo>
                    <a:pt x="5848516" y="3507058"/>
                  </a:lnTo>
                  <a:lnTo>
                    <a:pt x="5891693" y="3523248"/>
                  </a:lnTo>
                  <a:lnTo>
                    <a:pt x="5931590" y="3540463"/>
                  </a:lnTo>
                  <a:lnTo>
                    <a:pt x="5968032" y="3558641"/>
                  </a:lnTo>
                  <a:lnTo>
                    <a:pt x="6029849" y="3597642"/>
                  </a:lnTo>
                  <a:lnTo>
                    <a:pt x="6075741" y="3639762"/>
                  </a:lnTo>
                  <a:lnTo>
                    <a:pt x="6104304" y="3684508"/>
                  </a:lnTo>
                  <a:lnTo>
                    <a:pt x="6114137" y="3731392"/>
                  </a:lnTo>
                  <a:lnTo>
                    <a:pt x="6104304" y="3778276"/>
                  </a:lnTo>
                  <a:lnTo>
                    <a:pt x="6075741" y="3823022"/>
                  </a:lnTo>
                  <a:lnTo>
                    <a:pt x="6029849" y="3865142"/>
                  </a:lnTo>
                  <a:lnTo>
                    <a:pt x="5968032" y="3904143"/>
                  </a:lnTo>
                  <a:lnTo>
                    <a:pt x="5931590" y="3922321"/>
                  </a:lnTo>
                  <a:lnTo>
                    <a:pt x="5891693" y="3939536"/>
                  </a:lnTo>
                  <a:lnTo>
                    <a:pt x="5848516" y="3955726"/>
                  </a:lnTo>
                  <a:lnTo>
                    <a:pt x="5802234" y="3970830"/>
                  </a:lnTo>
                  <a:lnTo>
                    <a:pt x="5753023" y="3984786"/>
                  </a:lnTo>
                  <a:lnTo>
                    <a:pt x="5701058" y="3997534"/>
                  </a:lnTo>
                  <a:lnTo>
                    <a:pt x="5646515" y="4009011"/>
                  </a:lnTo>
                  <a:lnTo>
                    <a:pt x="5589568" y="4019157"/>
                  </a:lnTo>
                  <a:lnTo>
                    <a:pt x="5530393" y="4027911"/>
                  </a:lnTo>
                  <a:lnTo>
                    <a:pt x="5469166" y="4035210"/>
                  </a:lnTo>
                  <a:lnTo>
                    <a:pt x="5406062" y="4040994"/>
                  </a:lnTo>
                  <a:lnTo>
                    <a:pt x="5341256" y="4045202"/>
                  </a:lnTo>
                  <a:lnTo>
                    <a:pt x="5274923" y="4047771"/>
                  </a:lnTo>
                  <a:lnTo>
                    <a:pt x="5207239" y="4048641"/>
                  </a:lnTo>
                  <a:lnTo>
                    <a:pt x="5139555" y="4047771"/>
                  </a:lnTo>
                  <a:lnTo>
                    <a:pt x="5073222" y="4045202"/>
                  </a:lnTo>
                  <a:lnTo>
                    <a:pt x="5008416" y="4040994"/>
                  </a:lnTo>
                  <a:lnTo>
                    <a:pt x="4945312" y="4035210"/>
                  </a:lnTo>
                  <a:lnTo>
                    <a:pt x="4884085" y="4027911"/>
                  </a:lnTo>
                  <a:lnTo>
                    <a:pt x="4824910" y="4019157"/>
                  </a:lnTo>
                  <a:lnTo>
                    <a:pt x="4767963" y="4009011"/>
                  </a:lnTo>
                  <a:lnTo>
                    <a:pt x="4713420" y="3997534"/>
                  </a:lnTo>
                  <a:lnTo>
                    <a:pt x="4661455" y="3984786"/>
                  </a:lnTo>
                  <a:lnTo>
                    <a:pt x="4612244" y="3970830"/>
                  </a:lnTo>
                  <a:lnTo>
                    <a:pt x="4565962" y="3955726"/>
                  </a:lnTo>
                  <a:lnTo>
                    <a:pt x="4522785" y="3939536"/>
                  </a:lnTo>
                  <a:lnTo>
                    <a:pt x="4482888" y="3922321"/>
                  </a:lnTo>
                  <a:lnTo>
                    <a:pt x="4446446" y="3904143"/>
                  </a:lnTo>
                  <a:lnTo>
                    <a:pt x="4384629" y="3865142"/>
                  </a:lnTo>
                  <a:lnTo>
                    <a:pt x="4338737" y="3823022"/>
                  </a:lnTo>
                  <a:lnTo>
                    <a:pt x="4310174" y="3778276"/>
                  </a:lnTo>
                  <a:lnTo>
                    <a:pt x="4302828" y="3755070"/>
                  </a:lnTo>
                  <a:lnTo>
                    <a:pt x="4300341" y="3731392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481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64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/>
              <a:t>Практика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44" name="Google Shape;444;p84"/>
          <p:cNvGraphicFramePr/>
          <p:nvPr>
            <p:extLst>
              <p:ext uri="{D42A27DB-BD31-4B8C-83A1-F6EECF244321}">
                <p14:modId xmlns:p14="http://schemas.microsoft.com/office/powerpoint/2010/main" val="1112453549"/>
              </p:ext>
            </p:extLst>
          </p:nvPr>
        </p:nvGraphicFramePr>
        <p:xfrm>
          <a:off x="952500" y="1544194"/>
          <a:ext cx="7239000" cy="2346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Сервисный аккаунт и разрешения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10945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Тарификация, </a:t>
                      </a:r>
                      <a:r>
                        <a:rPr lang="ru-RU" sz="11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биллинг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и оповещения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Создадим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S3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хранилище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Создадим виртуальную машину в облаке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Создадим кластер БД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PostgreSQL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7710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Создадим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Spark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кластер для больших данных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42344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Yandex </a:t>
                      </a:r>
                      <a:r>
                        <a:rPr lang="en-US" sz="11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DataSphere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облачная среда для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моделей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53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70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150" y="2028951"/>
            <a:ext cx="29775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60" dirty="0">
                <a:solidFill>
                  <a:srgbClr val="FFFFFF"/>
                </a:solidFill>
              </a:rPr>
              <a:t>Вопросы?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719327" y="3368039"/>
            <a:ext cx="4048125" cy="668020"/>
            <a:chOff x="719327" y="3368039"/>
            <a:chExt cx="4048125" cy="6680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27" y="3368039"/>
              <a:ext cx="664464" cy="6675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2607" y="3368039"/>
              <a:ext cx="664463" cy="6675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16749" y="3445255"/>
            <a:ext cx="1727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“+”,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Trebuchet MS"/>
                <a:cs typeface="Trebuchet MS"/>
              </a:rPr>
              <a:t>вопросы</a:t>
            </a:r>
            <a:r>
              <a:rPr sz="1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есть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24" y="3445255"/>
            <a:ext cx="17043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“–”,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вопросов</a:t>
            </a:r>
            <a:r>
              <a:rPr sz="15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нет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1095" y="1149604"/>
            <a:ext cx="4542155" cy="243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548890" indent="-6350">
              <a:lnSpc>
                <a:spcPct val="1563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Руководитель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курса </a:t>
            </a:r>
            <a:r>
              <a:rPr sz="1600" b="1" spc="-20" dirty="0">
                <a:solidFill>
                  <a:srgbClr val="FF9900"/>
                </a:solidFill>
                <a:latin typeface="Trebuchet MS"/>
                <a:cs typeface="Trebuchet MS"/>
              </a:rPr>
              <a:t>Игорь</a:t>
            </a:r>
            <a:r>
              <a:rPr sz="1600" b="1" spc="-9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Стурейко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200" b="1" spc="-40" dirty="0">
                <a:latin typeface="Trebuchet MS"/>
                <a:cs typeface="Trebuchet MS"/>
              </a:rPr>
              <a:t>Teamlead,</a:t>
            </a:r>
            <a:r>
              <a:rPr sz="1200" b="1" spc="-20" dirty="0">
                <a:latin typeface="Trebuchet MS"/>
                <a:cs typeface="Trebuchet MS"/>
              </a:rPr>
              <a:t> главный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инженер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проекта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b="1" spc="-25" dirty="0">
                <a:latin typeface="Trebuchet MS"/>
                <a:cs typeface="Trebuchet MS"/>
              </a:rPr>
              <a:t>Физический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факультет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МГУ,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PhD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теоретическая </a:t>
            </a:r>
            <a:r>
              <a:rPr sz="1200" b="1" spc="-10" dirty="0">
                <a:latin typeface="Trebuchet MS"/>
                <a:cs typeface="Trebuchet MS"/>
              </a:rPr>
              <a:t>физика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r>
              <a:rPr sz="1200" spc="50" dirty="0">
                <a:latin typeface="Trebuchet MS"/>
                <a:cs typeface="Trebuchet MS"/>
              </a:rPr>
              <a:t>15+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лет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опыта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прикладной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математике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математическом </a:t>
            </a:r>
            <a:r>
              <a:rPr sz="1200" spc="10" dirty="0">
                <a:latin typeface="Trebuchet MS"/>
                <a:cs typeface="Trebuchet MS"/>
              </a:rPr>
              <a:t>моделировании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НИИгазэкономика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0" dirty="0">
                <a:latin typeface="Trebuchet MS"/>
                <a:cs typeface="Trebuchet MS"/>
              </a:rPr>
              <a:t>ПАО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Газпром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ts val="1420"/>
              </a:lnSpc>
            </a:pPr>
            <a:r>
              <a:rPr sz="1200" dirty="0">
                <a:latin typeface="Trebuchet MS"/>
                <a:cs typeface="Trebuchet MS"/>
              </a:rPr>
              <a:t>Руководил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командой,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решающей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прикладные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задачи,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вывод </a:t>
            </a:r>
            <a:r>
              <a:rPr sz="1200" dirty="0">
                <a:latin typeface="Trebuchet MS"/>
                <a:cs typeface="Trebuchet MS"/>
              </a:rPr>
              <a:t>готовых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моделей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продакшн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поддержку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решений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клиента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2430145" cy="3232785"/>
            <a:chOff x="614099" y="1195199"/>
            <a:chExt cx="2430145" cy="323278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232785"/>
            </a:xfrm>
            <a:custGeom>
              <a:avLst/>
              <a:gdLst/>
              <a:ahLst/>
              <a:cxnLst/>
              <a:rect l="l" t="t" r="r" b="b"/>
              <a:pathLst>
                <a:path w="520700" h="3232785">
                  <a:moveTo>
                    <a:pt x="520200" y="0"/>
                  </a:moveTo>
                  <a:lnTo>
                    <a:pt x="0" y="0"/>
                  </a:lnTo>
                  <a:lnTo>
                    <a:pt x="0" y="3232500"/>
                  </a:lnTo>
                  <a:lnTo>
                    <a:pt x="520200" y="3232500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24" y="1576773"/>
              <a:ext cx="2253984" cy="2210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/>
              <a:t>Вадим</a:t>
            </a:r>
            <a:r>
              <a:rPr spc="15" dirty="0"/>
              <a:t> </a:t>
            </a:r>
            <a:r>
              <a:rPr spc="-10" dirty="0"/>
              <a:t>Заигрин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Ведущий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консультант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Дмитрий</a:t>
            </a:r>
            <a:r>
              <a:rPr spc="-95" dirty="0"/>
              <a:t> </a:t>
            </a:r>
            <a:r>
              <a:rPr spc="-10" dirty="0"/>
              <a:t>Бугайченко</a:t>
            </a:r>
          </a:p>
          <a:p>
            <a:pPr marL="12700" marR="467995">
              <a:lnSpc>
                <a:spcPct val="118000"/>
              </a:lnSpc>
              <a:spcBef>
                <a:spcPts val="190"/>
              </a:spcBef>
            </a:pPr>
            <a:r>
              <a:rPr sz="1000" b="0" spc="10" dirty="0">
                <a:solidFill>
                  <a:srgbClr val="000000"/>
                </a:solidFill>
                <a:latin typeface="Trebuchet MS"/>
                <a:cs typeface="Trebuchet MS"/>
              </a:rPr>
              <a:t>Управляющий</a:t>
            </a:r>
            <a:r>
              <a:rPr sz="1000" b="0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директор </a:t>
            </a:r>
            <a:r>
              <a:rPr sz="1000" b="0" spc="-75" dirty="0">
                <a:solidFill>
                  <a:srgbClr val="000000"/>
                </a:solidFill>
                <a:latin typeface="Trebuchet MS"/>
                <a:cs typeface="Trebuchet MS"/>
              </a:rPr>
              <a:t>к.ф.-</a:t>
            </a:r>
            <a:r>
              <a:rPr sz="1000" b="0" spc="-20" dirty="0">
                <a:solidFill>
                  <a:srgbClr val="000000"/>
                </a:solidFill>
                <a:latin typeface="Trebuchet MS"/>
                <a:cs typeface="Trebuchet MS"/>
              </a:rPr>
              <a:t>м.н.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Петр</a:t>
            </a:r>
            <a:r>
              <a:rPr spc="-60" dirty="0"/>
              <a:t> </a:t>
            </a:r>
            <a:r>
              <a:rPr spc="-10" dirty="0"/>
              <a:t>Емельянов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b="0" spc="-25" dirty="0">
                <a:solidFill>
                  <a:srgbClr val="000000"/>
                </a:solidFill>
                <a:latin typeface="Trebuchet MS"/>
                <a:cs typeface="Trebuchet MS"/>
              </a:rPr>
              <a:t>CEO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Павел</a:t>
            </a:r>
            <a:r>
              <a:rPr spc="-60" dirty="0"/>
              <a:t> </a:t>
            </a:r>
            <a:r>
              <a:rPr spc="-10" dirty="0"/>
              <a:t>Филонов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Собственный</a:t>
            </a:r>
            <a:r>
              <a:rPr sz="1000" b="0" spc="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консалтинг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1006475" cy="3617595"/>
            <a:chOff x="614099" y="1195199"/>
            <a:chExt cx="1006475" cy="361759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19" y="1279644"/>
              <a:ext cx="830099" cy="81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919" y="2150641"/>
              <a:ext cx="830099" cy="81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919" y="3021637"/>
              <a:ext cx="830099" cy="81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919" y="3894441"/>
              <a:ext cx="830099" cy="8189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72360" y="1441958"/>
            <a:ext cx="1589405" cy="13182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500" b="1" dirty="0">
                <a:solidFill>
                  <a:srgbClr val="FF9900"/>
                </a:solidFill>
                <a:latin typeface="Trebuchet MS"/>
                <a:cs typeface="Trebuchet MS"/>
              </a:rPr>
              <a:t>Максим</a:t>
            </a:r>
            <a:r>
              <a:rPr sz="1500" b="1" spc="114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Мигутин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-20" dirty="0">
                <a:latin typeface="Trebuchet MS"/>
                <a:cs typeface="Trebuchet MS"/>
              </a:rPr>
              <a:t>DataScientist,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DataEngineer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Осипов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6227" y="1160852"/>
            <a:ext cx="939800" cy="3617595"/>
            <a:chOff x="7466227" y="1160852"/>
            <a:chExt cx="939800" cy="3617595"/>
          </a:xfrm>
        </p:grpSpPr>
        <p:sp>
          <p:nvSpPr>
            <p:cNvPr id="12" name="object 12"/>
            <p:cNvSpPr/>
            <p:nvPr/>
          </p:nvSpPr>
          <p:spPr>
            <a:xfrm>
              <a:off x="7885690" y="1160852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6227" y="1245298"/>
              <a:ext cx="830099" cy="8189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6227" y="2987290"/>
              <a:ext cx="830099" cy="81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6227" y="2116293"/>
              <a:ext cx="830099" cy="819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6227" y="3894442"/>
              <a:ext cx="830099" cy="8189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72360" y="3193033"/>
            <a:ext cx="1729105" cy="13474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Степанов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Инна</a:t>
            </a:r>
            <a:r>
              <a:rPr sz="1500" b="1" spc="-10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Мельникова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rebuchet MS"/>
                <a:cs typeface="Trebuchet MS"/>
              </a:rPr>
              <a:t>Комьюнити</a:t>
            </a:r>
            <a:r>
              <a:rPr sz="1000" spc="16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менеджер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1490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0" dirty="0">
                <a:solidFill>
                  <a:srgbClr val="FFFFFF"/>
                </a:solidFill>
              </a:rPr>
              <a:t>О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85" dirty="0">
                <a:solidFill>
                  <a:srgbClr val="FFFFFF"/>
                </a:solidFill>
              </a:rPr>
              <a:t>курсе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125" dirty="0">
                <a:solidFill>
                  <a:srgbClr val="FFFFFF"/>
                </a:solidFill>
              </a:rPr>
              <a:t>MLOps</a:t>
            </a:r>
            <a:endParaRPr sz="4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6712" y="36601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2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2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5344" y="3742435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Взаимодействие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командой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172716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Вводное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занятие,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знакомство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курсом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2696972"/>
            <a:ext cx="192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Цели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проектов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18179"/>
            <a:ext cx="19297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исходного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18249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263644"/>
            <a:ext cx="312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Формирование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процессов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команды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02015" y="1683727"/>
            <a:ext cx="5735688" cy="2857791"/>
            <a:chOff x="1802015" y="1683727"/>
            <a:chExt cx="5735688" cy="2857791"/>
          </a:xfrm>
        </p:grpSpPr>
        <p:sp>
          <p:nvSpPr>
            <p:cNvPr id="16" name="object 16"/>
            <p:cNvSpPr/>
            <p:nvPr/>
          </p:nvSpPr>
          <p:spPr>
            <a:xfrm>
              <a:off x="1802015" y="1683727"/>
              <a:ext cx="424815" cy="2734945"/>
            </a:xfrm>
            <a:custGeom>
              <a:avLst/>
              <a:gdLst/>
              <a:ahLst/>
              <a:cxnLst/>
              <a:rect l="l" t="t" r="r" b="b"/>
              <a:pathLst>
                <a:path w="424814" h="273494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699397"/>
                  </a:lnTo>
                  <a:lnTo>
                    <a:pt x="2133" y="2701531"/>
                  </a:lnTo>
                  <a:lnTo>
                    <a:pt x="343611" y="2701531"/>
                  </a:lnTo>
                  <a:lnTo>
                    <a:pt x="343611" y="2734868"/>
                  </a:lnTo>
                  <a:lnTo>
                    <a:pt x="410286" y="2701531"/>
                  </a:lnTo>
                  <a:lnTo>
                    <a:pt x="419811" y="2696768"/>
                  </a:lnTo>
                  <a:lnTo>
                    <a:pt x="410286" y="2692006"/>
                  </a:lnTo>
                  <a:lnTo>
                    <a:pt x="343611" y="2658668"/>
                  </a:lnTo>
                  <a:lnTo>
                    <a:pt x="343611" y="2692006"/>
                  </a:lnTo>
                  <a:lnTo>
                    <a:pt x="9525" y="2692006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8" y="4212335"/>
              <a:ext cx="326135" cy="329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 rot="20760000">
            <a:off x="7618361" y="4213134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3721" y="21381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28.0</a:t>
            </a:r>
            <a:r>
              <a:rPr lang="en-US" sz="1400" dirty="0">
                <a:latin typeface="Calibri"/>
                <a:cs typeface="Calibri"/>
              </a:rPr>
              <a:t>8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3721" y="26715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04.0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7928" y="31988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3430" y="42351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en-US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7928" y="370789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11.0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8" y="1200956"/>
            <a:ext cx="419929" cy="396000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33720" y="1701425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18.0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19" y="217691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3718" y="26502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25.0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3338" y="359698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02.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3717" y="312362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30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1233716" y="404359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en-US" sz="1400" dirty="0">
                <a:latin typeface="Calibri"/>
                <a:cs typeface="Calibri"/>
              </a:rPr>
              <a:t>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94F9B6C-4E82-AD4D-ABCA-E32263210714}"/>
              </a:ext>
            </a:extLst>
          </p:cNvPr>
          <p:cNvCxnSpPr>
            <a:cxnSpLocks/>
            <a:stCxn id="54" idx="2"/>
            <a:endCxn id="59" idx="1"/>
          </p:cNvCxnSpPr>
          <p:nvPr/>
        </p:nvCxnSpPr>
        <p:spPr>
          <a:xfrm rot="16200000" flipH="1">
            <a:off x="1883525" y="1483764"/>
            <a:ext cx="306124" cy="3704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84431C1-2EC4-2F40-BD3E-A484A06A8F92}"/>
              </a:ext>
            </a:extLst>
          </p:cNvPr>
          <p:cNvGrpSpPr/>
          <p:nvPr/>
        </p:nvGrpSpPr>
        <p:grpSpPr>
          <a:xfrm>
            <a:off x="544833" y="936189"/>
            <a:ext cx="2613025" cy="579755"/>
            <a:chOff x="999635" y="945648"/>
            <a:chExt cx="2613025" cy="579755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D44F157-FDCE-0E4D-BA44-ACC9B7647922}"/>
                </a:ext>
              </a:extLst>
            </p:cNvPr>
            <p:cNvSpPr/>
            <p:nvPr/>
          </p:nvSpPr>
          <p:spPr>
            <a:xfrm>
              <a:off x="999635" y="945648"/>
              <a:ext cx="2613025" cy="579755"/>
            </a:xfrm>
            <a:prstGeom prst="roundRect">
              <a:avLst/>
            </a:prstGeom>
            <a:solidFill>
              <a:srgbClr val="FFD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27063" algn="l"/>
              <a:r>
                <a:rPr lang="ru-RU" sz="1600" dirty="0">
                  <a:solidFill>
                    <a:schemeClr val="tx1"/>
                  </a:solidFill>
                </a:rPr>
                <a:t>2. Инфраструктура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60D18522-D1F6-D840-9527-07A93E268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032988"/>
              <a:ext cx="419929" cy="396000"/>
            </a:xfrm>
            <a:prstGeom prst="rect">
              <a:avLst/>
            </a:prstGeom>
          </p:spPr>
        </p:pic>
      </p:grp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A2EACC4-8269-4A4E-92EF-588D27D491F7}"/>
              </a:ext>
            </a:extLst>
          </p:cNvPr>
          <p:cNvSpPr/>
          <p:nvPr/>
        </p:nvSpPr>
        <p:spPr>
          <a:xfrm>
            <a:off x="2221829" y="162394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Базовые блоки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0B193A2-1ED0-6741-9942-19D5B6A731E9}"/>
              </a:ext>
            </a:extLst>
          </p:cNvPr>
          <p:cNvSpPr/>
          <p:nvPr/>
        </p:nvSpPr>
        <p:spPr>
          <a:xfrm>
            <a:off x="2221828" y="209511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Облачные провайдеры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2CAD91D-B3AA-164E-855C-0C229080DDAA}"/>
              </a:ext>
            </a:extLst>
          </p:cNvPr>
          <p:cNvSpPr/>
          <p:nvPr/>
        </p:nvSpPr>
        <p:spPr>
          <a:xfrm>
            <a:off x="2221828" y="2566284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Собственная инфраструктура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B7006EA-78C4-AB4C-902A-1954E5716BEE}"/>
              </a:ext>
            </a:extLst>
          </p:cNvPr>
          <p:cNvSpPr/>
          <p:nvPr/>
        </p:nvSpPr>
        <p:spPr>
          <a:xfrm>
            <a:off x="2221827" y="3037452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Изменения кода </a:t>
            </a:r>
            <a:r>
              <a:rPr lang="en-US" sz="1200" dirty="0">
                <a:solidFill>
                  <a:schemeClr val="tx1"/>
                </a:solidFill>
              </a:rPr>
              <a:t>CI/CD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15B7345-A012-D148-9A98-5A738897261C}"/>
              </a:ext>
            </a:extLst>
          </p:cNvPr>
          <p:cNvSpPr/>
          <p:nvPr/>
        </p:nvSpPr>
        <p:spPr>
          <a:xfrm>
            <a:off x="2234710" y="3508620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 err="1">
                <a:solidFill>
                  <a:schemeClr val="tx1"/>
                </a:solidFill>
              </a:rPr>
              <a:t>Биллинг</a:t>
            </a:r>
            <a:r>
              <a:rPr lang="ru-RU" sz="1200" dirty="0">
                <a:solidFill>
                  <a:schemeClr val="tx1"/>
                </a:solidFill>
              </a:rPr>
              <a:t> и </a:t>
            </a:r>
            <a:r>
              <a:rPr lang="en-US" sz="1200" dirty="0">
                <a:solidFill>
                  <a:schemeClr val="tx1"/>
                </a:solidFill>
              </a:rPr>
              <a:t>Identity and Access Management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BAA0C98-5166-B54C-87C2-B882CC581C2F}"/>
              </a:ext>
            </a:extLst>
          </p:cNvPr>
          <p:cNvSpPr/>
          <p:nvPr/>
        </p:nvSpPr>
        <p:spPr>
          <a:xfrm>
            <a:off x="2234710" y="445095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Практика. Настройка облачной инфраструктуры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01588D1-1EF0-9042-92DF-47D17642781B}"/>
              </a:ext>
            </a:extLst>
          </p:cNvPr>
          <p:cNvSpPr/>
          <p:nvPr/>
        </p:nvSpPr>
        <p:spPr>
          <a:xfrm>
            <a:off x="2234710" y="397978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Terraform. </a:t>
            </a:r>
            <a:r>
              <a:rPr lang="ru-RU" sz="1200" dirty="0">
                <a:solidFill>
                  <a:schemeClr val="tx1"/>
                </a:solidFill>
              </a:rPr>
              <a:t>Создание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7ECA220-C612-2F40-B836-244F5DF5B5F1}"/>
              </a:ext>
            </a:extLst>
          </p:cNvPr>
          <p:cNvCxnSpPr>
            <a:cxnSpLocks/>
            <a:stCxn id="54" idx="2"/>
            <a:endCxn id="61" idx="1"/>
          </p:cNvCxnSpPr>
          <p:nvPr/>
        </p:nvCxnSpPr>
        <p:spPr>
          <a:xfrm rot="16200000" flipH="1">
            <a:off x="1647941" y="1719349"/>
            <a:ext cx="777292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A989974-C113-EC40-878D-3328202C0B91}"/>
              </a:ext>
            </a:extLst>
          </p:cNvPr>
          <p:cNvCxnSpPr>
            <a:cxnSpLocks/>
            <a:stCxn id="54" idx="2"/>
            <a:endCxn id="62" idx="1"/>
          </p:cNvCxnSpPr>
          <p:nvPr/>
        </p:nvCxnSpPr>
        <p:spPr>
          <a:xfrm rot="16200000" flipH="1">
            <a:off x="1412357" y="1954933"/>
            <a:ext cx="1248460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3EEBA0A-A597-5149-B40C-161641FE8B80}"/>
              </a:ext>
            </a:extLst>
          </p:cNvPr>
          <p:cNvCxnSpPr>
            <a:cxnSpLocks/>
            <a:stCxn id="54" idx="2"/>
            <a:endCxn id="63" idx="1"/>
          </p:cNvCxnSpPr>
          <p:nvPr/>
        </p:nvCxnSpPr>
        <p:spPr>
          <a:xfrm rot="16200000" flipH="1">
            <a:off x="1176772" y="2190517"/>
            <a:ext cx="1719628" cy="3704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364A592-A8B7-FA46-AF49-1E9094959999}"/>
              </a:ext>
            </a:extLst>
          </p:cNvPr>
          <p:cNvCxnSpPr>
            <a:cxnSpLocks/>
            <a:stCxn id="54" idx="2"/>
            <a:endCxn id="64" idx="1"/>
          </p:cNvCxnSpPr>
          <p:nvPr/>
        </p:nvCxnSpPr>
        <p:spPr>
          <a:xfrm rot="16200000" flipH="1">
            <a:off x="947630" y="2419660"/>
            <a:ext cx="2190796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7654BFA-4207-9843-AD56-DCA7709A0827}"/>
              </a:ext>
            </a:extLst>
          </p:cNvPr>
          <p:cNvCxnSpPr>
            <a:cxnSpLocks/>
            <a:stCxn id="54" idx="2"/>
            <a:endCxn id="66" idx="1"/>
          </p:cNvCxnSpPr>
          <p:nvPr/>
        </p:nvCxnSpPr>
        <p:spPr>
          <a:xfrm rot="16200000" flipH="1">
            <a:off x="712046" y="2655244"/>
            <a:ext cx="266196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4C105C8-F4A6-C445-AD2A-38C0D6417B0A}"/>
              </a:ext>
            </a:extLst>
          </p:cNvPr>
          <p:cNvCxnSpPr>
            <a:cxnSpLocks/>
            <a:stCxn id="54" idx="2"/>
            <a:endCxn id="65" idx="1"/>
          </p:cNvCxnSpPr>
          <p:nvPr/>
        </p:nvCxnSpPr>
        <p:spPr>
          <a:xfrm rot="16200000" flipH="1">
            <a:off x="476461" y="2890829"/>
            <a:ext cx="313313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bject 40">
            <a:extLst>
              <a:ext uri="{FF2B5EF4-FFF2-40B4-BE49-F238E27FC236}">
                <a16:creationId xmlns:a16="http://schemas.microsoft.com/office/drawing/2014/main" id="{EE7159CD-B91F-3949-9CBE-4391137D37DA}"/>
              </a:ext>
            </a:extLst>
          </p:cNvPr>
          <p:cNvSpPr txBox="1"/>
          <p:nvPr/>
        </p:nvSpPr>
        <p:spPr>
          <a:xfrm>
            <a:off x="1230355" y="451710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1917" y="4486010"/>
            <a:ext cx="326135" cy="32613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 rot="20760000">
            <a:off x="7658711" y="4497876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71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хранилища.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HDFS/S3/DataBase/etc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195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потоке.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Kafka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243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расписанию.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AirFlow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210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Обнаружение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3338" y="2458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</a:t>
            </a:r>
            <a:r>
              <a:rPr sz="1400" dirty="0">
                <a:latin typeface="Calibri"/>
                <a:cs typeface="Calibri"/>
              </a:rPr>
              <a:t>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3721" y="293370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43338" y="38877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ru-RU" sz="1400" dirty="0">
                <a:latin typeface="Calibri"/>
                <a:cs typeface="Calibri"/>
              </a:rPr>
              <a:t>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43338" y="34091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385695"/>
          </a:xfrm>
          <a:custGeom>
            <a:avLst/>
            <a:gdLst/>
            <a:ahLst/>
            <a:cxnLst/>
            <a:rect l="l" t="t" r="r" b="b"/>
            <a:pathLst>
              <a:path w="364489" h="2385695">
                <a:moveTo>
                  <a:pt x="364172" y="1389113"/>
                </a:moveTo>
                <a:lnTo>
                  <a:pt x="354647" y="1384350"/>
                </a:lnTo>
                <a:lnTo>
                  <a:pt x="287972" y="1351013"/>
                </a:lnTo>
                <a:lnTo>
                  <a:pt x="287972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283095" y="914666"/>
                </a:lnTo>
                <a:lnTo>
                  <a:pt x="283095" y="948004"/>
                </a:lnTo>
                <a:lnTo>
                  <a:pt x="349770" y="914666"/>
                </a:lnTo>
                <a:lnTo>
                  <a:pt x="359295" y="909904"/>
                </a:lnTo>
                <a:lnTo>
                  <a:pt x="349770" y="905141"/>
                </a:lnTo>
                <a:lnTo>
                  <a:pt x="283095" y="871804"/>
                </a:lnTo>
                <a:lnTo>
                  <a:pt x="283095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283095" y="435470"/>
                </a:lnTo>
                <a:lnTo>
                  <a:pt x="283095" y="468807"/>
                </a:lnTo>
                <a:lnTo>
                  <a:pt x="349770" y="435470"/>
                </a:lnTo>
                <a:lnTo>
                  <a:pt x="359295" y="430707"/>
                </a:lnTo>
                <a:lnTo>
                  <a:pt x="349770" y="425945"/>
                </a:lnTo>
                <a:lnTo>
                  <a:pt x="283095" y="392607"/>
                </a:lnTo>
                <a:lnTo>
                  <a:pt x="283095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20" y="2352268"/>
                </a:lnTo>
                <a:lnTo>
                  <a:pt x="283095" y="2352268"/>
                </a:lnTo>
                <a:lnTo>
                  <a:pt x="283095" y="2385606"/>
                </a:lnTo>
                <a:lnTo>
                  <a:pt x="349770" y="2352268"/>
                </a:lnTo>
                <a:lnTo>
                  <a:pt x="359295" y="2347506"/>
                </a:lnTo>
                <a:lnTo>
                  <a:pt x="349770" y="2342743"/>
                </a:lnTo>
                <a:lnTo>
                  <a:pt x="283095" y="2309406"/>
                </a:lnTo>
                <a:lnTo>
                  <a:pt x="283095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283095" y="1873072"/>
                </a:lnTo>
                <a:lnTo>
                  <a:pt x="283095" y="1906409"/>
                </a:lnTo>
                <a:lnTo>
                  <a:pt x="349770" y="1873072"/>
                </a:lnTo>
                <a:lnTo>
                  <a:pt x="359295" y="1868309"/>
                </a:lnTo>
                <a:lnTo>
                  <a:pt x="349770" y="1863547"/>
                </a:lnTo>
                <a:lnTo>
                  <a:pt x="283095" y="1830209"/>
                </a:lnTo>
                <a:lnTo>
                  <a:pt x="283095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287972" y="1393875"/>
                </a:lnTo>
                <a:lnTo>
                  <a:pt x="287972" y="1427213"/>
                </a:lnTo>
                <a:lnTo>
                  <a:pt x="354647" y="1393875"/>
                </a:lnTo>
                <a:lnTo>
                  <a:pt x="364172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59410" cy="2865120"/>
          </a:xfrm>
          <a:custGeom>
            <a:avLst/>
            <a:gdLst/>
            <a:ahLst/>
            <a:cxnLst/>
            <a:rect l="l" t="t" r="r" b="b"/>
            <a:pathLst>
              <a:path w="359410" h="2865120">
                <a:moveTo>
                  <a:pt x="283098" y="2788614"/>
                </a:moveTo>
                <a:lnTo>
                  <a:pt x="283098" y="2864814"/>
                </a:lnTo>
                <a:lnTo>
                  <a:pt x="349773" y="2831476"/>
                </a:lnTo>
                <a:lnTo>
                  <a:pt x="295798" y="2831476"/>
                </a:lnTo>
                <a:lnTo>
                  <a:pt x="295798" y="2821951"/>
                </a:lnTo>
                <a:lnTo>
                  <a:pt x="349773" y="2821951"/>
                </a:lnTo>
                <a:lnTo>
                  <a:pt x="283098" y="2788614"/>
                </a:lnTo>
                <a:close/>
              </a:path>
              <a:path w="359410" h="2865120">
                <a:moveTo>
                  <a:pt x="9525" y="0"/>
                </a:moveTo>
                <a:lnTo>
                  <a:pt x="0" y="0"/>
                </a:lnTo>
                <a:lnTo>
                  <a:pt x="0" y="2829344"/>
                </a:lnTo>
                <a:lnTo>
                  <a:pt x="2132" y="2831476"/>
                </a:lnTo>
                <a:lnTo>
                  <a:pt x="283098" y="2831476"/>
                </a:lnTo>
                <a:lnTo>
                  <a:pt x="283098" y="2826714"/>
                </a:lnTo>
                <a:lnTo>
                  <a:pt x="9525" y="2826714"/>
                </a:lnTo>
                <a:lnTo>
                  <a:pt x="4762" y="2821951"/>
                </a:lnTo>
                <a:lnTo>
                  <a:pt x="9525" y="2821951"/>
                </a:lnTo>
                <a:lnTo>
                  <a:pt x="9525" y="0"/>
                </a:lnTo>
                <a:close/>
              </a:path>
              <a:path w="359410" h="2865120">
                <a:moveTo>
                  <a:pt x="349773" y="2821951"/>
                </a:moveTo>
                <a:lnTo>
                  <a:pt x="295798" y="2821951"/>
                </a:lnTo>
                <a:lnTo>
                  <a:pt x="295798" y="2831476"/>
                </a:lnTo>
                <a:lnTo>
                  <a:pt x="349773" y="2831476"/>
                </a:lnTo>
                <a:lnTo>
                  <a:pt x="359298" y="2826714"/>
                </a:lnTo>
                <a:lnTo>
                  <a:pt x="349773" y="2821951"/>
                </a:lnTo>
                <a:close/>
              </a:path>
              <a:path w="359410" h="2865120">
                <a:moveTo>
                  <a:pt x="9525" y="2821951"/>
                </a:moveTo>
                <a:lnTo>
                  <a:pt x="4762" y="2821951"/>
                </a:lnTo>
                <a:lnTo>
                  <a:pt x="9525" y="2826714"/>
                </a:lnTo>
                <a:lnTo>
                  <a:pt x="9525" y="2821951"/>
                </a:lnTo>
                <a:close/>
              </a:path>
              <a:path w="359410" h="2865120">
                <a:moveTo>
                  <a:pt x="283098" y="2821951"/>
                </a:moveTo>
                <a:lnTo>
                  <a:pt x="9525" y="2821951"/>
                </a:lnTo>
                <a:lnTo>
                  <a:pt x="9525" y="2826714"/>
                </a:lnTo>
                <a:lnTo>
                  <a:pt x="283098" y="2826714"/>
                </a:lnTo>
                <a:lnTo>
                  <a:pt x="283098" y="2821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829" y="4312433"/>
            <a:ext cx="5355965" cy="3959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242315" y="107484"/>
                </a:lnTo>
                <a:lnTo>
                  <a:pt x="121158" y="0"/>
                </a:lnTo>
                <a:lnTo>
                  <a:pt x="121158" y="214969"/>
                </a:lnTo>
                <a:lnTo>
                  <a:pt x="0" y="214969"/>
                </a:lnTo>
                <a:lnTo>
                  <a:pt x="242315" y="429938"/>
                </a:lnTo>
                <a:lnTo>
                  <a:pt x="484632" y="214969"/>
                </a:lnTo>
                <a:lnTo>
                  <a:pt x="363474" y="214969"/>
                </a:lnTo>
                <a:lnTo>
                  <a:pt x="36347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363474" y="214969"/>
                </a:lnTo>
                <a:lnTo>
                  <a:pt x="484632" y="214969"/>
                </a:lnTo>
                <a:lnTo>
                  <a:pt x="242316" y="429938"/>
                </a:lnTo>
                <a:lnTo>
                  <a:pt x="0" y="214969"/>
                </a:lnTo>
                <a:lnTo>
                  <a:pt x="121158" y="214969"/>
                </a:lnTo>
                <a:lnTo>
                  <a:pt x="121158" y="0"/>
                </a:lnTo>
                <a:lnTo>
                  <a:pt x="242316" y="107484"/>
                </a:lnTo>
                <a:lnTo>
                  <a:pt x="363474" y="0"/>
                </a:lnTo>
                <a:close/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8756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955796"/>
            <a:ext cx="2315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Использование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Store: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Feast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24380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2520188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обогащение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9172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998723"/>
            <a:ext cx="152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Извлечение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признаков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3964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477259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данных.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DVC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5487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6000"/>
                </a:lnTo>
                <a:lnTo>
                  <a:pt x="5289964" y="396000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37379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Конвейер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подготовки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907665"/>
          </a:xfrm>
          <a:custGeom>
            <a:avLst/>
            <a:gdLst/>
            <a:ahLst/>
            <a:cxnLst/>
            <a:rect l="l" t="t" r="r" b="b"/>
            <a:pathLst>
              <a:path w="364489" h="2907665">
                <a:moveTo>
                  <a:pt x="364172" y="1910753"/>
                </a:moveTo>
                <a:lnTo>
                  <a:pt x="354647" y="1905990"/>
                </a:lnTo>
                <a:lnTo>
                  <a:pt x="287972" y="1872653"/>
                </a:lnTo>
                <a:lnTo>
                  <a:pt x="287972" y="1905990"/>
                </a:lnTo>
                <a:lnTo>
                  <a:pt x="9525" y="1905990"/>
                </a:lnTo>
                <a:lnTo>
                  <a:pt x="9525" y="1436306"/>
                </a:lnTo>
                <a:lnTo>
                  <a:pt x="283095" y="1436306"/>
                </a:lnTo>
                <a:lnTo>
                  <a:pt x="283095" y="1469644"/>
                </a:lnTo>
                <a:lnTo>
                  <a:pt x="349770" y="1436306"/>
                </a:lnTo>
                <a:lnTo>
                  <a:pt x="359295" y="1431544"/>
                </a:lnTo>
                <a:lnTo>
                  <a:pt x="349770" y="1426781"/>
                </a:lnTo>
                <a:lnTo>
                  <a:pt x="283095" y="1393444"/>
                </a:lnTo>
                <a:lnTo>
                  <a:pt x="283095" y="1426781"/>
                </a:lnTo>
                <a:lnTo>
                  <a:pt x="9525" y="1426781"/>
                </a:lnTo>
                <a:lnTo>
                  <a:pt x="9525" y="957110"/>
                </a:lnTo>
                <a:lnTo>
                  <a:pt x="283095" y="957110"/>
                </a:lnTo>
                <a:lnTo>
                  <a:pt x="283095" y="990447"/>
                </a:lnTo>
                <a:lnTo>
                  <a:pt x="349770" y="957110"/>
                </a:lnTo>
                <a:lnTo>
                  <a:pt x="359295" y="952347"/>
                </a:lnTo>
                <a:lnTo>
                  <a:pt x="349770" y="947585"/>
                </a:lnTo>
                <a:lnTo>
                  <a:pt x="283095" y="914247"/>
                </a:lnTo>
                <a:lnTo>
                  <a:pt x="283095" y="947585"/>
                </a:lnTo>
                <a:lnTo>
                  <a:pt x="9525" y="947585"/>
                </a:lnTo>
                <a:lnTo>
                  <a:pt x="9525" y="0"/>
                </a:lnTo>
                <a:lnTo>
                  <a:pt x="0" y="0"/>
                </a:lnTo>
                <a:lnTo>
                  <a:pt x="0" y="2871774"/>
                </a:lnTo>
                <a:lnTo>
                  <a:pt x="2120" y="2873908"/>
                </a:lnTo>
                <a:lnTo>
                  <a:pt x="283095" y="2873908"/>
                </a:lnTo>
                <a:lnTo>
                  <a:pt x="283095" y="2907246"/>
                </a:lnTo>
                <a:lnTo>
                  <a:pt x="349770" y="2873908"/>
                </a:lnTo>
                <a:lnTo>
                  <a:pt x="359295" y="2869146"/>
                </a:lnTo>
                <a:lnTo>
                  <a:pt x="349770" y="2864383"/>
                </a:lnTo>
                <a:lnTo>
                  <a:pt x="283095" y="2831046"/>
                </a:lnTo>
                <a:lnTo>
                  <a:pt x="283095" y="2864383"/>
                </a:lnTo>
                <a:lnTo>
                  <a:pt x="9525" y="2864383"/>
                </a:lnTo>
                <a:lnTo>
                  <a:pt x="9525" y="2394712"/>
                </a:lnTo>
                <a:lnTo>
                  <a:pt x="283095" y="2394712"/>
                </a:lnTo>
                <a:lnTo>
                  <a:pt x="283095" y="2428049"/>
                </a:lnTo>
                <a:lnTo>
                  <a:pt x="349770" y="2394712"/>
                </a:lnTo>
                <a:lnTo>
                  <a:pt x="359295" y="2389949"/>
                </a:lnTo>
                <a:lnTo>
                  <a:pt x="349770" y="2385187"/>
                </a:lnTo>
                <a:lnTo>
                  <a:pt x="283095" y="2351849"/>
                </a:lnTo>
                <a:lnTo>
                  <a:pt x="283095" y="2385187"/>
                </a:lnTo>
                <a:lnTo>
                  <a:pt x="9525" y="2385187"/>
                </a:lnTo>
                <a:lnTo>
                  <a:pt x="9525" y="1915515"/>
                </a:lnTo>
                <a:lnTo>
                  <a:pt x="287972" y="1915515"/>
                </a:lnTo>
                <a:lnTo>
                  <a:pt x="287972" y="1948853"/>
                </a:lnTo>
                <a:lnTo>
                  <a:pt x="354647" y="1915515"/>
                </a:lnTo>
                <a:lnTo>
                  <a:pt x="364172" y="191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64490" cy="513080"/>
          </a:xfrm>
          <a:custGeom>
            <a:avLst/>
            <a:gdLst/>
            <a:ahLst/>
            <a:cxnLst/>
            <a:rect l="l" t="t" r="r" b="b"/>
            <a:pathLst>
              <a:path w="364489" h="513080">
                <a:moveTo>
                  <a:pt x="287980" y="436378"/>
                </a:moveTo>
                <a:lnTo>
                  <a:pt x="287980" y="512578"/>
                </a:lnTo>
                <a:lnTo>
                  <a:pt x="354655" y="479240"/>
                </a:lnTo>
                <a:lnTo>
                  <a:pt x="300680" y="479240"/>
                </a:lnTo>
                <a:lnTo>
                  <a:pt x="300680" y="469715"/>
                </a:lnTo>
                <a:lnTo>
                  <a:pt x="354655" y="469715"/>
                </a:lnTo>
                <a:lnTo>
                  <a:pt x="287980" y="436378"/>
                </a:lnTo>
                <a:close/>
              </a:path>
              <a:path w="364489" h="513080">
                <a:moveTo>
                  <a:pt x="9525" y="0"/>
                </a:moveTo>
                <a:lnTo>
                  <a:pt x="0" y="0"/>
                </a:lnTo>
                <a:lnTo>
                  <a:pt x="0" y="477108"/>
                </a:lnTo>
                <a:lnTo>
                  <a:pt x="2132" y="479240"/>
                </a:lnTo>
                <a:lnTo>
                  <a:pt x="287980" y="479240"/>
                </a:lnTo>
                <a:lnTo>
                  <a:pt x="287980" y="474478"/>
                </a:lnTo>
                <a:lnTo>
                  <a:pt x="9525" y="474478"/>
                </a:lnTo>
                <a:lnTo>
                  <a:pt x="4762" y="469715"/>
                </a:lnTo>
                <a:lnTo>
                  <a:pt x="9525" y="469715"/>
                </a:lnTo>
                <a:lnTo>
                  <a:pt x="9525" y="0"/>
                </a:lnTo>
                <a:close/>
              </a:path>
              <a:path w="364489" h="513080">
                <a:moveTo>
                  <a:pt x="354655" y="469715"/>
                </a:moveTo>
                <a:lnTo>
                  <a:pt x="300680" y="469715"/>
                </a:lnTo>
                <a:lnTo>
                  <a:pt x="300680" y="479240"/>
                </a:lnTo>
                <a:lnTo>
                  <a:pt x="354655" y="479240"/>
                </a:lnTo>
                <a:lnTo>
                  <a:pt x="364180" y="474478"/>
                </a:lnTo>
                <a:lnTo>
                  <a:pt x="354655" y="469715"/>
                </a:lnTo>
                <a:close/>
              </a:path>
              <a:path w="364489" h="513080">
                <a:moveTo>
                  <a:pt x="9525" y="469715"/>
                </a:moveTo>
                <a:lnTo>
                  <a:pt x="4762" y="469715"/>
                </a:lnTo>
                <a:lnTo>
                  <a:pt x="9525" y="474478"/>
                </a:lnTo>
                <a:lnTo>
                  <a:pt x="9525" y="469715"/>
                </a:lnTo>
                <a:close/>
              </a:path>
              <a:path w="364489" h="513080">
                <a:moveTo>
                  <a:pt x="287980" y="469715"/>
                </a:moveTo>
                <a:lnTo>
                  <a:pt x="9525" y="469715"/>
                </a:lnTo>
                <a:lnTo>
                  <a:pt x="9525" y="474478"/>
                </a:lnTo>
                <a:lnTo>
                  <a:pt x="287980" y="474478"/>
                </a:lnTo>
                <a:lnTo>
                  <a:pt x="287980" y="46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712" y="1960197"/>
            <a:ext cx="5355964" cy="3959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43338" y="250088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0503" y="29733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3721" y="345490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3338" y="44089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3338" y="393344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235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Подбор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гиперпараметров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AutoML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598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3223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Воспроизводимость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версионирование.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MLFlow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3266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Перенос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алгоритмов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распределенную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среду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33515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Популярные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фреймворки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распределенной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среде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Регулярное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переобучение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3338" y="25801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ru-RU" sz="1400" dirty="0">
                <a:latin typeface="Calibri"/>
                <a:cs typeface="Calibri"/>
              </a:rPr>
              <a:t>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21" y="31805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3338" y="437845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43338" y="37779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118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A/B-тестирование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Стратегии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валидации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111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Анализ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1398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Интерпретируемость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Автоматическая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3338" y="25801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21" y="31805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3338" y="437845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243338" y="37779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55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артефактов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544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Пакетный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2141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Асинхронный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потоковый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Модель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как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сервис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385695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3338" y="2458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3721" y="293370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3338" y="38877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02019" y="2193324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43338" y="34091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21829" y="431243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61" y="4394708"/>
            <a:ext cx="145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Обновление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43338" y="4363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3" name="object 3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2172716"/>
            <a:ext cx="243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Инструменты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метрики.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Prometheus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696972"/>
            <a:ext cx="3369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Поиск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отклонений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данных/MLOps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218179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Построение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обратной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петли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1833" y="367926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0463" y="3760723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Алертинг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2015" y="1683727"/>
            <a:ext cx="424815" cy="2232025"/>
          </a:xfrm>
          <a:custGeom>
            <a:avLst/>
            <a:gdLst/>
            <a:ahLst/>
            <a:cxnLst/>
            <a:rect l="l" t="t" r="r" b="b"/>
            <a:pathLst>
              <a:path w="424814" h="2232025">
                <a:moveTo>
                  <a:pt x="424688" y="607314"/>
                </a:moveTo>
                <a:lnTo>
                  <a:pt x="415163" y="602551"/>
                </a:lnTo>
                <a:lnTo>
                  <a:pt x="348488" y="569214"/>
                </a:lnTo>
                <a:lnTo>
                  <a:pt x="348488" y="602551"/>
                </a:lnTo>
                <a:lnTo>
                  <a:pt x="9525" y="602551"/>
                </a:lnTo>
                <a:lnTo>
                  <a:pt x="9525" y="0"/>
                </a:lnTo>
                <a:lnTo>
                  <a:pt x="0" y="0"/>
                </a:lnTo>
                <a:lnTo>
                  <a:pt x="0" y="609955"/>
                </a:lnTo>
                <a:lnTo>
                  <a:pt x="0" y="1132319"/>
                </a:lnTo>
                <a:lnTo>
                  <a:pt x="0" y="1654670"/>
                </a:lnTo>
                <a:lnTo>
                  <a:pt x="0" y="2196173"/>
                </a:lnTo>
                <a:lnTo>
                  <a:pt x="2133" y="2198306"/>
                </a:lnTo>
                <a:lnTo>
                  <a:pt x="343611" y="2198306"/>
                </a:lnTo>
                <a:lnTo>
                  <a:pt x="343611" y="2231644"/>
                </a:lnTo>
                <a:lnTo>
                  <a:pt x="410286" y="2198306"/>
                </a:lnTo>
                <a:lnTo>
                  <a:pt x="419811" y="2193544"/>
                </a:lnTo>
                <a:lnTo>
                  <a:pt x="410286" y="2188781"/>
                </a:lnTo>
                <a:lnTo>
                  <a:pt x="343611" y="2155444"/>
                </a:lnTo>
                <a:lnTo>
                  <a:pt x="343611" y="2188781"/>
                </a:lnTo>
                <a:lnTo>
                  <a:pt x="9525" y="2188781"/>
                </a:lnTo>
                <a:lnTo>
                  <a:pt x="9525" y="1656803"/>
                </a:lnTo>
                <a:lnTo>
                  <a:pt x="348488" y="1656803"/>
                </a:lnTo>
                <a:lnTo>
                  <a:pt x="348488" y="1690141"/>
                </a:lnTo>
                <a:lnTo>
                  <a:pt x="415163" y="1656803"/>
                </a:lnTo>
                <a:lnTo>
                  <a:pt x="424688" y="1652041"/>
                </a:lnTo>
                <a:lnTo>
                  <a:pt x="415163" y="1647278"/>
                </a:lnTo>
                <a:lnTo>
                  <a:pt x="348488" y="1613941"/>
                </a:lnTo>
                <a:lnTo>
                  <a:pt x="348488" y="1647278"/>
                </a:lnTo>
                <a:lnTo>
                  <a:pt x="9525" y="1647278"/>
                </a:lnTo>
                <a:lnTo>
                  <a:pt x="9525" y="1134440"/>
                </a:lnTo>
                <a:lnTo>
                  <a:pt x="348488" y="1134440"/>
                </a:lnTo>
                <a:lnTo>
                  <a:pt x="348488" y="1167777"/>
                </a:lnTo>
                <a:lnTo>
                  <a:pt x="415163" y="1134440"/>
                </a:lnTo>
                <a:lnTo>
                  <a:pt x="424688" y="1129677"/>
                </a:lnTo>
                <a:lnTo>
                  <a:pt x="415163" y="1124915"/>
                </a:lnTo>
                <a:lnTo>
                  <a:pt x="348488" y="1091577"/>
                </a:lnTo>
                <a:lnTo>
                  <a:pt x="348488" y="1124915"/>
                </a:lnTo>
                <a:lnTo>
                  <a:pt x="9525" y="1124915"/>
                </a:lnTo>
                <a:lnTo>
                  <a:pt x="9525" y="612076"/>
                </a:lnTo>
                <a:lnTo>
                  <a:pt x="348488" y="612076"/>
                </a:lnTo>
                <a:lnTo>
                  <a:pt x="348488" y="645414"/>
                </a:lnTo>
                <a:lnTo>
                  <a:pt x="415163" y="612076"/>
                </a:lnTo>
                <a:lnTo>
                  <a:pt x="424688" y="607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5472" y="3712463"/>
            <a:ext cx="326135" cy="3291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233721" y="21381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3721" y="26715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7928" y="31988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3430" y="37322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 rot="20760000">
            <a:off x="7612225" y="3713262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684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8.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Курсовой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проект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187824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1959355"/>
            <a:ext cx="3039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темы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проектной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40061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480564"/>
            <a:ext cx="332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Консультация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проектам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домашним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заданиям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922973"/>
            <a:ext cx="3051175" cy="396240"/>
          </a:xfrm>
          <a:custGeom>
            <a:avLst/>
            <a:gdLst/>
            <a:ahLst/>
            <a:cxnLst/>
            <a:rect l="l" t="t" r="r" b="b"/>
            <a:pathLst>
              <a:path w="3051175" h="396239">
                <a:moveTo>
                  <a:pt x="2985029" y="0"/>
                </a:moveTo>
                <a:lnTo>
                  <a:pt x="66003" y="0"/>
                </a:lnTo>
                <a:lnTo>
                  <a:pt x="40311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3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1" y="390813"/>
                </a:lnTo>
                <a:lnTo>
                  <a:pt x="66003" y="395999"/>
                </a:lnTo>
                <a:lnTo>
                  <a:pt x="2985029" y="395999"/>
                </a:lnTo>
                <a:lnTo>
                  <a:pt x="3010721" y="390813"/>
                </a:lnTo>
                <a:lnTo>
                  <a:pt x="3031700" y="376668"/>
                </a:lnTo>
                <a:lnTo>
                  <a:pt x="3045845" y="355688"/>
                </a:lnTo>
                <a:lnTo>
                  <a:pt x="3051032" y="329998"/>
                </a:lnTo>
                <a:lnTo>
                  <a:pt x="3051032" y="66003"/>
                </a:lnTo>
                <a:lnTo>
                  <a:pt x="3045845" y="40311"/>
                </a:lnTo>
                <a:lnTo>
                  <a:pt x="3031700" y="19331"/>
                </a:lnTo>
                <a:lnTo>
                  <a:pt x="3010721" y="5186"/>
                </a:lnTo>
                <a:lnTo>
                  <a:pt x="29850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004820"/>
            <a:ext cx="1637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Защита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проектных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работ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02015" y="1683727"/>
            <a:ext cx="424815" cy="1475740"/>
          </a:xfrm>
          <a:custGeom>
            <a:avLst/>
            <a:gdLst/>
            <a:ahLst/>
            <a:cxnLst/>
            <a:rect l="l" t="t" r="r" b="b"/>
            <a:pathLst>
              <a:path w="424814" h="1475739">
                <a:moveTo>
                  <a:pt x="424688" y="392518"/>
                </a:moveTo>
                <a:lnTo>
                  <a:pt x="415163" y="387756"/>
                </a:lnTo>
                <a:lnTo>
                  <a:pt x="348488" y="354418"/>
                </a:lnTo>
                <a:lnTo>
                  <a:pt x="348488" y="387756"/>
                </a:lnTo>
                <a:lnTo>
                  <a:pt x="9525" y="387756"/>
                </a:lnTo>
                <a:lnTo>
                  <a:pt x="9525" y="0"/>
                </a:lnTo>
                <a:lnTo>
                  <a:pt x="0" y="0"/>
                </a:lnTo>
                <a:lnTo>
                  <a:pt x="0" y="395160"/>
                </a:lnTo>
                <a:lnTo>
                  <a:pt x="0" y="917524"/>
                </a:lnTo>
                <a:lnTo>
                  <a:pt x="0" y="1439875"/>
                </a:lnTo>
                <a:lnTo>
                  <a:pt x="2133" y="1442008"/>
                </a:lnTo>
                <a:lnTo>
                  <a:pt x="348488" y="1442008"/>
                </a:lnTo>
                <a:lnTo>
                  <a:pt x="348488" y="1475346"/>
                </a:lnTo>
                <a:lnTo>
                  <a:pt x="415163" y="1442008"/>
                </a:lnTo>
                <a:lnTo>
                  <a:pt x="424688" y="1437246"/>
                </a:lnTo>
                <a:lnTo>
                  <a:pt x="415163" y="1432483"/>
                </a:lnTo>
                <a:lnTo>
                  <a:pt x="348488" y="1399146"/>
                </a:lnTo>
                <a:lnTo>
                  <a:pt x="348488" y="1432483"/>
                </a:lnTo>
                <a:lnTo>
                  <a:pt x="9525" y="1432483"/>
                </a:lnTo>
                <a:lnTo>
                  <a:pt x="9525" y="919645"/>
                </a:lnTo>
                <a:lnTo>
                  <a:pt x="348488" y="919645"/>
                </a:lnTo>
                <a:lnTo>
                  <a:pt x="348488" y="952982"/>
                </a:lnTo>
                <a:lnTo>
                  <a:pt x="415163" y="919645"/>
                </a:lnTo>
                <a:lnTo>
                  <a:pt x="424688" y="914882"/>
                </a:lnTo>
                <a:lnTo>
                  <a:pt x="415163" y="910120"/>
                </a:lnTo>
                <a:lnTo>
                  <a:pt x="348488" y="876782"/>
                </a:lnTo>
                <a:lnTo>
                  <a:pt x="348488" y="910120"/>
                </a:lnTo>
                <a:lnTo>
                  <a:pt x="9525" y="910120"/>
                </a:lnTo>
                <a:lnTo>
                  <a:pt x="9525" y="397281"/>
                </a:lnTo>
                <a:lnTo>
                  <a:pt x="348488" y="397281"/>
                </a:lnTo>
                <a:lnTo>
                  <a:pt x="348488" y="430618"/>
                </a:lnTo>
                <a:lnTo>
                  <a:pt x="415163" y="397281"/>
                </a:lnTo>
                <a:lnTo>
                  <a:pt x="424688" y="392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3721" y="24551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7928" y="298246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534668"/>
            <a:ext cx="5574665" cy="17602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50"/>
              </a:spcBef>
            </a:pPr>
            <a:r>
              <a:rPr sz="3800" spc="-95" dirty="0">
                <a:solidFill>
                  <a:srgbClr val="FFFFFF"/>
                </a:solidFill>
              </a:rPr>
              <a:t>Заполните,</a:t>
            </a:r>
            <a:r>
              <a:rPr sz="3800" spc="-130" dirty="0">
                <a:solidFill>
                  <a:srgbClr val="FFFFFF"/>
                </a:solidFill>
              </a:rPr>
              <a:t> </a:t>
            </a:r>
            <a:r>
              <a:rPr sz="3800" spc="-45" dirty="0">
                <a:solidFill>
                  <a:srgbClr val="FFFFFF"/>
                </a:solidFill>
              </a:rPr>
              <a:t>пожалуйста, </a:t>
            </a:r>
            <a:r>
              <a:rPr sz="3800" spc="-55" dirty="0">
                <a:solidFill>
                  <a:srgbClr val="FFFFFF"/>
                </a:solidFill>
              </a:rPr>
              <a:t>опрос</a:t>
            </a:r>
            <a:r>
              <a:rPr sz="3800" spc="-22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занятии</a:t>
            </a:r>
            <a:endParaRPr sz="3800"/>
          </a:p>
          <a:p>
            <a:pPr marL="12700">
              <a:lnSpc>
                <a:spcPts val="4490"/>
              </a:lnSpc>
            </a:pPr>
            <a:r>
              <a:rPr sz="3800" spc="-50" dirty="0">
                <a:solidFill>
                  <a:srgbClr val="FFFFFF"/>
                </a:solidFill>
              </a:rPr>
              <a:t>по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ссылке</a:t>
            </a:r>
            <a:r>
              <a:rPr sz="3800" spc="-200" dirty="0">
                <a:solidFill>
                  <a:srgbClr val="FFFFFF"/>
                </a:solidFill>
              </a:rPr>
              <a:t> </a:t>
            </a:r>
            <a:r>
              <a:rPr sz="3800" spc="60" dirty="0">
                <a:solidFill>
                  <a:srgbClr val="FFFFFF"/>
                </a:solidFill>
              </a:rPr>
              <a:t>в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20" dirty="0">
                <a:solidFill>
                  <a:srgbClr val="FFFFFF"/>
                </a:solidFill>
              </a:rPr>
              <a:t>чате</a:t>
            </a:r>
            <a:endParaRPr sz="3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1522</Words>
  <Application>Microsoft Macintosh PowerPoint</Application>
  <PresentationFormat>On-screen Show (16:9)</PresentationFormat>
  <Paragraphs>411</Paragraphs>
  <Slides>46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Georgia</vt:lpstr>
      <vt:lpstr>Roboto</vt:lpstr>
      <vt:lpstr>Times New Roman</vt:lpstr>
      <vt:lpstr>Trebuchet MS</vt:lpstr>
      <vt:lpstr>Office Theme</vt:lpstr>
      <vt:lpstr>MLOps Облачная инфраструктура</vt:lpstr>
      <vt:lpstr>PowerPoint Presentation</vt:lpstr>
      <vt:lpstr>Правила вебинара</vt:lpstr>
      <vt:lpstr>MLOps Облачная инфраструктура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Процессы и компоненты   MLOps в облаке</vt:lpstr>
      <vt:lpstr>ML Lifecycle</vt:lpstr>
      <vt:lpstr>Какие компоненты могут понадобиться</vt:lpstr>
      <vt:lpstr>Сервисы облачных провайдеров</vt:lpstr>
      <vt:lpstr>Краткий обзор  базовых сервисов</vt:lpstr>
      <vt:lpstr>PowerPoint Presentation</vt:lpstr>
      <vt:lpstr>PowerPoint Presentation</vt:lpstr>
      <vt:lpstr>«Рабочая лошадка» - виртуалка</vt:lpstr>
      <vt:lpstr>Объектное хранилище</vt:lpstr>
      <vt:lpstr>Managed Database</vt:lpstr>
      <vt:lpstr>SPARK / DFS в облаке</vt:lpstr>
      <vt:lpstr>Контейнеры и Kubernetes (K8s)</vt:lpstr>
      <vt:lpstr>Yandex Cloud</vt:lpstr>
      <vt:lpstr>Сервисы Yandex Cloud</vt:lpstr>
      <vt:lpstr>Сервисы Yandex Cloud</vt:lpstr>
      <vt:lpstr>Yandex DataPlatform и Контейнерная разработка</vt:lpstr>
      <vt:lpstr>Практика</vt:lpstr>
      <vt:lpstr>Практика </vt:lpstr>
      <vt:lpstr>Вопросы?</vt:lpstr>
      <vt:lpstr>Знакомство с командой и программой курса</vt:lpstr>
      <vt:lpstr>Команда курса</vt:lpstr>
      <vt:lpstr>Команда курса</vt:lpstr>
      <vt:lpstr>О курсе MLOps</vt:lpstr>
      <vt:lpstr>Карта курса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Процесс обучения</vt:lpstr>
      <vt:lpstr>Заполните, пожалуйста, опрос о занятии по ссылке в чате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9</cp:revision>
  <dcterms:created xsi:type="dcterms:W3CDTF">2024-07-23T07:20:56Z</dcterms:created>
  <dcterms:modified xsi:type="dcterms:W3CDTF">2024-11-04T18:38:58Z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