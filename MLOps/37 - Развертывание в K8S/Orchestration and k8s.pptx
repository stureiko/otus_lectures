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5"/>
    <p:sldMasterId id="2147483718" r:id="rId6"/>
    <p:sldMasterId id="2147483719" r:id="rId7"/>
    <p:sldMasterId id="2147483720" r:id="rId8"/>
    <p:sldMasterId id="2147483721"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Lst>
  <p:sldSz cy="5143500" cx="9144000"/>
  <p:notesSz cx="6858000" cy="9144000"/>
  <p:embeddedFontLst>
    <p:embeddedFont>
      <p:font typeface="Roboto Black"/>
      <p:bold r:id="rId64"/>
      <p:boldItalic r:id="rId65"/>
    </p:embeddedFont>
    <p:embeddedFont>
      <p:font typeface="Roboto"/>
      <p:regular r:id="rId66"/>
      <p:bold r:id="rId67"/>
      <p:italic r:id="rId68"/>
      <p:boldItalic r:id="rId69"/>
    </p:embeddedFont>
    <p:embeddedFont>
      <p:font typeface="Roboto Medium"/>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5760">
          <p15:clr>
            <a:srgbClr val="747775"/>
          </p15:clr>
        </p15:guide>
        <p15:guide id="2" pos="5632">
          <p15:clr>
            <a:srgbClr val="747775"/>
          </p15:clr>
        </p15:guide>
        <p15:guide id="3" pos="4632">
          <p15:clr>
            <a:srgbClr val="747775"/>
          </p15:clr>
        </p15:guide>
        <p15:guide id="4" orient="horz" pos="3025">
          <p15:clr>
            <a:srgbClr val="747775"/>
          </p15:clr>
        </p15:guide>
        <p15:guide id="5" orient="horz" pos="1963">
          <p15:clr>
            <a:srgbClr val="747775"/>
          </p15:clr>
        </p15:guide>
        <p15:guide id="6" orient="horz" pos="3240">
          <p15:clr>
            <a:srgbClr val="747775"/>
          </p15:clr>
        </p15:guide>
        <p15:guide id="7" pos="454">
          <p15:clr>
            <a:srgbClr val="747775"/>
          </p15:clr>
        </p15:guide>
        <p15:guide id="8" orient="horz" pos="510">
          <p15:clr>
            <a:srgbClr val="747775"/>
          </p15:clr>
        </p15:guide>
        <p15:guide id="9" orient="horz" pos="96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7E1D209-6D39-4D6E-9036-57D33D6770C4}">
  <a:tblStyle styleId="{17E1D209-6D39-4D6E-9036-57D33D6770C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0"/>
        <p:guide pos="5632"/>
        <p:guide pos="4632"/>
        <p:guide pos="3025" orient="horz"/>
        <p:guide pos="1963" orient="horz"/>
        <p:guide pos="3240" orient="horz"/>
        <p:guide pos="454"/>
        <p:guide pos="510" orient="horz"/>
        <p:guide pos="96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0.xml"/><Relationship Id="rId42" Type="http://schemas.openxmlformats.org/officeDocument/2006/relationships/slide" Target="slides/slide32.xml"/><Relationship Id="rId41" Type="http://schemas.openxmlformats.org/officeDocument/2006/relationships/slide" Target="slides/slide31.xml"/><Relationship Id="rId44" Type="http://schemas.openxmlformats.org/officeDocument/2006/relationships/slide" Target="slides/slide34.xml"/><Relationship Id="rId43" Type="http://schemas.openxmlformats.org/officeDocument/2006/relationships/slide" Target="slides/slide33.xml"/><Relationship Id="rId46" Type="http://schemas.openxmlformats.org/officeDocument/2006/relationships/slide" Target="slides/slide36.xml"/><Relationship Id="rId45" Type="http://schemas.openxmlformats.org/officeDocument/2006/relationships/slide" Target="slides/slide3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8.xml"/><Relationship Id="rId47" Type="http://schemas.openxmlformats.org/officeDocument/2006/relationships/slide" Target="slides/slide37.xml"/><Relationship Id="rId49" Type="http://schemas.openxmlformats.org/officeDocument/2006/relationships/slide" Target="slides/slide39.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RobotoMedium-boldItalic.fntdata"/><Relationship Id="rId72" Type="http://schemas.openxmlformats.org/officeDocument/2006/relationships/font" Target="fonts/RobotoMedium-italic.fntdata"/><Relationship Id="rId31" Type="http://schemas.openxmlformats.org/officeDocument/2006/relationships/slide" Target="slides/slide21.xml"/><Relationship Id="rId30" Type="http://schemas.openxmlformats.org/officeDocument/2006/relationships/slide" Target="slides/slide20.xml"/><Relationship Id="rId33" Type="http://schemas.openxmlformats.org/officeDocument/2006/relationships/slide" Target="slides/slide23.xml"/><Relationship Id="rId32" Type="http://schemas.openxmlformats.org/officeDocument/2006/relationships/slide" Target="slides/slide22.xml"/><Relationship Id="rId35" Type="http://schemas.openxmlformats.org/officeDocument/2006/relationships/slide" Target="slides/slide25.xml"/><Relationship Id="rId34" Type="http://schemas.openxmlformats.org/officeDocument/2006/relationships/slide" Target="slides/slide24.xml"/><Relationship Id="rId71" Type="http://schemas.openxmlformats.org/officeDocument/2006/relationships/font" Target="fonts/RobotoMedium-bold.fntdata"/><Relationship Id="rId70" Type="http://schemas.openxmlformats.org/officeDocument/2006/relationships/font" Target="fonts/RobotoMedium-regular.fntdata"/><Relationship Id="rId37" Type="http://schemas.openxmlformats.org/officeDocument/2006/relationships/slide" Target="slides/slide27.xml"/><Relationship Id="rId36" Type="http://schemas.openxmlformats.org/officeDocument/2006/relationships/slide" Target="slides/slide26.xml"/><Relationship Id="rId39" Type="http://schemas.openxmlformats.org/officeDocument/2006/relationships/slide" Target="slides/slide29.xml"/><Relationship Id="rId38" Type="http://schemas.openxmlformats.org/officeDocument/2006/relationships/slide" Target="slides/slide28.xml"/><Relationship Id="rId62" Type="http://schemas.openxmlformats.org/officeDocument/2006/relationships/slide" Target="slides/slide52.xml"/><Relationship Id="rId61" Type="http://schemas.openxmlformats.org/officeDocument/2006/relationships/slide" Target="slides/slide51.xml"/><Relationship Id="rId20" Type="http://schemas.openxmlformats.org/officeDocument/2006/relationships/slide" Target="slides/slide10.xml"/><Relationship Id="rId64" Type="http://schemas.openxmlformats.org/officeDocument/2006/relationships/font" Target="fonts/RobotoBlack-bold.fntdata"/><Relationship Id="rId63" Type="http://schemas.openxmlformats.org/officeDocument/2006/relationships/slide" Target="slides/slide53.xml"/><Relationship Id="rId22" Type="http://schemas.openxmlformats.org/officeDocument/2006/relationships/slide" Target="slides/slide12.xml"/><Relationship Id="rId66" Type="http://schemas.openxmlformats.org/officeDocument/2006/relationships/font" Target="fonts/Roboto-regular.fntdata"/><Relationship Id="rId21" Type="http://schemas.openxmlformats.org/officeDocument/2006/relationships/slide" Target="slides/slide11.xml"/><Relationship Id="rId65" Type="http://schemas.openxmlformats.org/officeDocument/2006/relationships/font" Target="fonts/RobotoBlack-boldItalic.fntdata"/><Relationship Id="rId24" Type="http://schemas.openxmlformats.org/officeDocument/2006/relationships/slide" Target="slides/slide14.xml"/><Relationship Id="rId68" Type="http://schemas.openxmlformats.org/officeDocument/2006/relationships/font" Target="fonts/Roboto-italic.fntdata"/><Relationship Id="rId23" Type="http://schemas.openxmlformats.org/officeDocument/2006/relationships/slide" Target="slides/slide13.xml"/><Relationship Id="rId67" Type="http://schemas.openxmlformats.org/officeDocument/2006/relationships/font" Target="fonts/Roboto-bold.fntdata"/><Relationship Id="rId60" Type="http://schemas.openxmlformats.org/officeDocument/2006/relationships/slide" Target="slides/slide50.xml"/><Relationship Id="rId26" Type="http://schemas.openxmlformats.org/officeDocument/2006/relationships/slide" Target="slides/slide16.xml"/><Relationship Id="rId25" Type="http://schemas.openxmlformats.org/officeDocument/2006/relationships/slide" Target="slides/slide15.xml"/><Relationship Id="rId69" Type="http://schemas.openxmlformats.org/officeDocument/2006/relationships/font" Target="fonts/Roboto-boldItalic.fntdata"/><Relationship Id="rId28" Type="http://schemas.openxmlformats.org/officeDocument/2006/relationships/slide" Target="slides/slide18.xml"/><Relationship Id="rId27" Type="http://schemas.openxmlformats.org/officeDocument/2006/relationships/slide" Target="slides/slide17.xml"/><Relationship Id="rId29" Type="http://schemas.openxmlformats.org/officeDocument/2006/relationships/slide" Target="slides/slide19.xml"/><Relationship Id="rId51" Type="http://schemas.openxmlformats.org/officeDocument/2006/relationships/slide" Target="slides/slide41.xml"/><Relationship Id="rId50" Type="http://schemas.openxmlformats.org/officeDocument/2006/relationships/slide" Target="slides/slide40.xml"/><Relationship Id="rId53" Type="http://schemas.openxmlformats.org/officeDocument/2006/relationships/slide" Target="slides/slide43.xml"/><Relationship Id="rId52" Type="http://schemas.openxmlformats.org/officeDocument/2006/relationships/slide" Target="slides/slide42.xml"/><Relationship Id="rId11" Type="http://schemas.openxmlformats.org/officeDocument/2006/relationships/slide" Target="slides/slide1.xml"/><Relationship Id="rId55" Type="http://schemas.openxmlformats.org/officeDocument/2006/relationships/slide" Target="slides/slide45.xml"/><Relationship Id="rId10" Type="http://schemas.openxmlformats.org/officeDocument/2006/relationships/notesMaster" Target="notesMasters/notesMaster1.xml"/><Relationship Id="rId54" Type="http://schemas.openxmlformats.org/officeDocument/2006/relationships/slide" Target="slides/slide44.xml"/><Relationship Id="rId13" Type="http://schemas.openxmlformats.org/officeDocument/2006/relationships/slide" Target="slides/slide3.xml"/><Relationship Id="rId57" Type="http://schemas.openxmlformats.org/officeDocument/2006/relationships/slide" Target="slides/slide47.xml"/><Relationship Id="rId12" Type="http://schemas.openxmlformats.org/officeDocument/2006/relationships/slide" Target="slides/slide2.xml"/><Relationship Id="rId56" Type="http://schemas.openxmlformats.org/officeDocument/2006/relationships/slide" Target="slides/slide46.xml"/><Relationship Id="rId15" Type="http://schemas.openxmlformats.org/officeDocument/2006/relationships/slide" Target="slides/slide5.xml"/><Relationship Id="rId59" Type="http://schemas.openxmlformats.org/officeDocument/2006/relationships/slide" Target="slides/slide49.xml"/><Relationship Id="rId14" Type="http://schemas.openxmlformats.org/officeDocument/2006/relationships/slide" Target="slides/slide4.xml"/><Relationship Id="rId58" Type="http://schemas.openxmlformats.org/officeDocument/2006/relationships/slide" Target="slides/slide48.xml"/><Relationship Id="rId17" Type="http://schemas.openxmlformats.org/officeDocument/2006/relationships/slide" Target="slides/slide7.xml"/><Relationship Id="rId16" Type="http://schemas.openxmlformats.org/officeDocument/2006/relationships/slide" Target="slides/slide6.xml"/><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ubernetes.io/docs/concepts/configuration/configmap/" TargetMode="External"/><Relationship Id="rId3" Type="http://schemas.openxmlformats.org/officeDocument/2006/relationships/hyperlink" Target="https://kubernetes.io/docs/concepts/configuration/secret/" TargetMode="External"/><Relationship Id="rId4" Type="http://schemas.openxmlformats.org/officeDocument/2006/relationships/hyperlink" Target="https://kubernetes.io/docs/concepts/workloads/pods/sidecar-containers/"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0de07d9178_3_16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0de07d9178_3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fe89247b6b_0_9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fe89247b6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0bbfce3fec_0_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0bbfce3f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f159c0cd1f_1_1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2f159c0cd1f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f1080ced00_0_3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f1080ced0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de823becd0_0_5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de823becd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76cd17b01d_0_79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76cd17b01d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0e3be90139_5_5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0e3be90139_5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0de07d9178_3_23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30de07d9178_3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eb54736c03_0_8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eb54736c0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AutoNum type="arabicPeriod"/>
            </a:pPr>
            <a:r>
              <a:rPr lang="ru" sz="1200">
                <a:solidFill>
                  <a:schemeClr val="dk1"/>
                </a:solidFill>
              </a:rPr>
              <a:t>Мы работаем с контейнерами — р</a:t>
            </a:r>
            <a:r>
              <a:rPr lang="ru" sz="1200">
                <a:solidFill>
                  <a:schemeClr val="dk1"/>
                </a:solidFill>
              </a:rPr>
              <a:t>азработка ПО подразумевает не только написание кода. Она включает также работу с библиотеками, зависимостями и т. д. Чтобы сэкономить время и силы, все эти компоненты можно упаковать в изолированные вычислительные среды — контейнеры. Собственно, такой процесс называется контейнеризацией и применяется повсеместно в DevOps-практиках.</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ru" sz="1200">
                <a:solidFill>
                  <a:schemeClr val="dk1"/>
                </a:solidFill>
              </a:rPr>
              <a:t>Простое пояснение оркестрации — п</a:t>
            </a:r>
            <a:r>
              <a:rPr lang="ru" sz="1200">
                <a:solidFill>
                  <a:schemeClr val="dk1"/>
                </a:solidFill>
              </a:rPr>
              <a:t>роще говоря, это способ организовать слаженную работу большого количества контейнеров, словно оркестр, где каждый контейнер выполняет свою "партию", а оркестратор обеспечивает их совместную работу.</a:t>
            </a:r>
            <a:endParaRPr sz="1200">
              <a:solidFill>
                <a:schemeClr val="dk1"/>
              </a:solidFill>
            </a:endParaRPr>
          </a:p>
          <a:p>
            <a:pPr indent="0" lvl="0" marL="0" rtl="0" algn="l">
              <a:spcBef>
                <a:spcPts val="0"/>
              </a:spcBef>
              <a:spcAft>
                <a:spcPts val="0"/>
              </a:spcAft>
              <a:buNone/>
            </a:pPr>
            <a:r>
              <a:rPr lang="ru" sz="1200">
                <a:solidFill>
                  <a:schemeClr val="dk1"/>
                </a:solidFill>
              </a:rPr>
              <a:t>Пример</a:t>
            </a:r>
            <a:endParaRPr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ru">
                <a:solidFill>
                  <a:schemeClr val="dk1"/>
                </a:solidFill>
              </a:rPr>
              <a:t>Представьте оркестр:</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rPr>
              <a:t>Каждый музыкант (контейнер) играет свою партию.</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Без дирижёра будет хаос.</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Оркестратор (например, Kubernetes) управляет всеми музыкантами, чтобы музыка звучала слаженно.</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ru">
                <a:solidFill>
                  <a:schemeClr val="dk1"/>
                </a:solidFill>
              </a:rPr>
              <a:t>В разработке ПО:</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rPr>
              <a:t>У нас десятки контейнеров с разными сервисами (модель, база данных, API, фронтенд).</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Оркестрация автоматизирует запуск, масштабирование и работу этих контейнеров.</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Это нужно, чтобы приложение не «падало», обновлялось без сбоев и выдерживало нагрузку.</a:t>
            </a:r>
            <a:endParaRPr sz="1200">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76cd17b01d_0_1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76cd17b01d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SzPts val="1100"/>
              <a:buAutoNum type="arabicPeriod"/>
            </a:pPr>
            <a:r>
              <a:rPr lang="ru"/>
              <a:t>Проблема: без оркестратора разработчики вручную запускают контейнеры, перезапускают их при изменениях и следят, чтобы всё было в актуальном состоянии. Это долго и легко ошибиться.</a:t>
            </a:r>
            <a:endParaRPr/>
          </a:p>
          <a:p>
            <a:pPr indent="-298450" lvl="1" marL="914400" rtl="0" algn="l">
              <a:lnSpc>
                <a:spcPct val="115000"/>
              </a:lnSpc>
              <a:spcBef>
                <a:spcPts val="0"/>
              </a:spcBef>
              <a:spcAft>
                <a:spcPts val="0"/>
              </a:spcAft>
              <a:buSzPts val="1100"/>
              <a:buAutoNum type="alphaLcPeriod"/>
            </a:pPr>
            <a:r>
              <a:rPr lang="ru"/>
              <a:t>Решение: оркестрация автоматически запускает новые версии сервиса, удаляет устаревшие и следит, чтобы приложение всегда работало в нужном виде.</a:t>
            </a:r>
            <a:endParaRPr/>
          </a:p>
          <a:p>
            <a:pPr indent="-298450" lvl="0" marL="457200" rtl="0" algn="l">
              <a:lnSpc>
                <a:spcPct val="115000"/>
              </a:lnSpc>
              <a:spcBef>
                <a:spcPts val="0"/>
              </a:spcBef>
              <a:spcAft>
                <a:spcPts val="0"/>
              </a:spcAft>
              <a:buSzPts val="1100"/>
              <a:buAutoNum type="arabicPeriod"/>
            </a:pPr>
            <a:r>
              <a:rPr lang="ru"/>
              <a:t>Проблема: если у вас десятки контейнеров, сложно вручную отслеживать, кто сколько потребляет ресурсов, где узкое место или почему сервис начал тормозить. Часто информация разбросана и недоступна в едином виде.</a:t>
            </a:r>
            <a:endParaRPr/>
          </a:p>
          <a:p>
            <a:pPr indent="-298450" lvl="1" marL="914400" rtl="0" algn="l">
              <a:lnSpc>
                <a:spcPct val="115000"/>
              </a:lnSpc>
              <a:spcBef>
                <a:spcPts val="0"/>
              </a:spcBef>
              <a:spcAft>
                <a:spcPts val="0"/>
              </a:spcAft>
              <a:buSzPts val="1100"/>
              <a:buAutoNum type="alphaLcPeriod"/>
            </a:pPr>
            <a:r>
              <a:rPr lang="ru"/>
              <a:t>Решение: оркестратор собирает метрики (CPU, память, сетевые запросы и т.д.) со всех подов и сервисов и отправляет их в централизованное хранилище. Это даёт возможность подключить Grafana/Prometheus и анализировать работу системы в реальном времени.</a:t>
            </a:r>
            <a:endParaRPr/>
          </a:p>
          <a:p>
            <a:pPr indent="-298450" lvl="0" marL="457200" rtl="0" algn="l">
              <a:lnSpc>
                <a:spcPct val="115000"/>
              </a:lnSpc>
              <a:spcBef>
                <a:spcPts val="0"/>
              </a:spcBef>
              <a:spcAft>
                <a:spcPts val="0"/>
              </a:spcAft>
              <a:buClr>
                <a:schemeClr val="dk1"/>
              </a:buClr>
              <a:buSzPts val="1100"/>
              <a:buAutoNum type="arabicPeriod"/>
            </a:pPr>
            <a:r>
              <a:rPr lang="ru"/>
              <a:t>Проблема: у вас запустили модель рекомендаций, и внезапно пришло в 10 раз больше пользователей. Без оркестрации сервис ляжет под нагрузкой.</a:t>
            </a:r>
            <a:endParaRPr/>
          </a:p>
          <a:p>
            <a:pPr indent="-298450" lvl="1" marL="914400" rtl="0" algn="l">
              <a:lnSpc>
                <a:spcPct val="115000"/>
              </a:lnSpc>
              <a:spcBef>
                <a:spcPts val="0"/>
              </a:spcBef>
              <a:spcAft>
                <a:spcPts val="0"/>
              </a:spcAft>
              <a:buClr>
                <a:schemeClr val="dk1"/>
              </a:buClr>
              <a:buSzPts val="1100"/>
              <a:buAutoNum type="alphaLcPeriod"/>
            </a:pPr>
            <a:r>
              <a:rPr lang="ru"/>
              <a:t>Решение: оркестратор автоматически поднимает больше копий сервиса и равномерно распределяет нагрузку между ними.</a:t>
            </a:r>
            <a:endParaRPr/>
          </a:p>
          <a:p>
            <a:pPr indent="-298450" lvl="0" marL="457200" rtl="0" algn="l">
              <a:lnSpc>
                <a:spcPct val="115000"/>
              </a:lnSpc>
              <a:spcBef>
                <a:spcPts val="0"/>
              </a:spcBef>
              <a:spcAft>
                <a:spcPts val="0"/>
              </a:spcAft>
              <a:buClr>
                <a:schemeClr val="dk1"/>
              </a:buClr>
              <a:buSzPts val="1100"/>
              <a:buAutoNum type="arabicPeriod"/>
            </a:pPr>
            <a:r>
              <a:rPr lang="ru"/>
              <a:t>Проблема: когда сервисов десятки, они должны правильно «общаться» друг с другом: модель → база → API. Если адреса или порты меняются вручную, это превращается в хаос.</a:t>
            </a:r>
            <a:endParaRPr/>
          </a:p>
          <a:p>
            <a:pPr indent="-298450" lvl="1" marL="914400" rtl="0" algn="l">
              <a:lnSpc>
                <a:spcPct val="115000"/>
              </a:lnSpc>
              <a:spcBef>
                <a:spcPts val="0"/>
              </a:spcBef>
              <a:spcAft>
                <a:spcPts val="0"/>
              </a:spcAft>
              <a:buClr>
                <a:schemeClr val="dk1"/>
              </a:buClr>
              <a:buSzPts val="1100"/>
              <a:buAutoNum type="alphaLcPeriod"/>
            </a:pPr>
            <a:r>
              <a:rPr lang="ru"/>
              <a:t>Решение: оркестратор управляет внутренними сетями, назначает сервисам стабильные имена и маршруты, так что всё работает прозрачно и безопасно.</a:t>
            </a:r>
            <a:endParaRPr/>
          </a:p>
          <a:p>
            <a:pPr indent="-298450" lvl="0" marL="457200" rtl="0" algn="l">
              <a:lnSpc>
                <a:spcPct val="115000"/>
              </a:lnSpc>
              <a:spcBef>
                <a:spcPts val="0"/>
              </a:spcBef>
              <a:spcAft>
                <a:spcPts val="0"/>
              </a:spcAft>
              <a:buClr>
                <a:schemeClr val="dk1"/>
              </a:buClr>
              <a:buSzPts val="1100"/>
              <a:buAutoNum type="arabicPeriod"/>
            </a:pPr>
            <a:r>
              <a:rPr lang="ru"/>
              <a:t>Проблема: один сервер или контейнер вышел из строя — вся система недоступна.</a:t>
            </a:r>
            <a:endParaRPr/>
          </a:p>
          <a:p>
            <a:pPr indent="-298450" lvl="1" marL="914400" rtl="0" algn="l">
              <a:lnSpc>
                <a:spcPct val="115000"/>
              </a:lnSpc>
              <a:spcBef>
                <a:spcPts val="0"/>
              </a:spcBef>
              <a:spcAft>
                <a:spcPts val="0"/>
              </a:spcAft>
              <a:buClr>
                <a:schemeClr val="dk1"/>
              </a:buClr>
              <a:buSzPts val="1100"/>
              <a:buAutoNum type="alphaLcPeriod"/>
            </a:pPr>
            <a:r>
              <a:rPr lang="ru"/>
              <a:t>Решение: оркестратор автоматически переносит нагрузку на рабочие узлы и перезапускает сервисы. Пользователь этого даже не заметит.</a:t>
            </a:r>
            <a:br>
              <a:rPr lang="ru"/>
            </a:br>
            <a:endParaRPr/>
          </a:p>
          <a:p>
            <a:pPr indent="0" lvl="0" marL="0" rtl="0" algn="l">
              <a:spcBef>
                <a:spcPts val="120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76cd17b01d_0_3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76cd17b01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rPr>
              <a:t>Развертывание</a:t>
            </a:r>
            <a:r>
              <a:rPr b="1" lang="ru">
                <a:solidFill>
                  <a:schemeClr val="dk1"/>
                </a:solidFill>
              </a:rPr>
              <a:t> моделей и сервисов</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без оркестрации модель нужно вручную поднимать в контейнере, прописывать все зависимости и следить, чтобы она была доступна. Это долго и </a:t>
            </a:r>
            <a:r>
              <a:rPr lang="ru">
                <a:solidFill>
                  <a:schemeClr val="dk1"/>
                </a:solidFill>
              </a:rPr>
              <a:t>ненадежно</a:t>
            </a:r>
            <a:r>
              <a:rPr lang="ru">
                <a:solidFill>
                  <a:schemeClr val="dk1"/>
                </a:solidFill>
              </a:rPr>
              <a:t>.</a:t>
            </a:r>
            <a:br>
              <a:rPr lang="ru">
                <a:solidFill>
                  <a:schemeClr val="dk1"/>
                </a:solidFill>
              </a:rPr>
            </a:br>
            <a:r>
              <a:rPr lang="ru">
                <a:solidFill>
                  <a:schemeClr val="dk1"/>
                </a:solidFill>
              </a:rPr>
              <a:t>Оркестратор автоматически разворачивает контейнеры с моделью и сервисами, делая их доступными через API.</a:t>
            </a:r>
            <a:br>
              <a:rPr lang="ru">
                <a:solidFill>
                  <a:schemeClr val="dk1"/>
                </a:solidFill>
              </a:rPr>
            </a:br>
            <a:r>
              <a:rPr b="1" lang="ru">
                <a:solidFill>
                  <a:schemeClr val="dk1"/>
                </a:solidFill>
              </a:rPr>
              <a:t>Пример:</a:t>
            </a:r>
            <a:r>
              <a:rPr lang="ru">
                <a:solidFill>
                  <a:schemeClr val="dk1"/>
                </a:solidFill>
              </a:rPr>
              <a:t> ML-инженер обучил модель прогнозирования спроса → оркестратор сам разворачивает её как сервис для бизнес-приложений.</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Авт</a:t>
            </a:r>
            <a:r>
              <a:rPr b="1" lang="ru">
                <a:solidFill>
                  <a:schemeClr val="dk1"/>
                </a:solidFill>
              </a:rPr>
              <a:t>о</a:t>
            </a:r>
            <a:r>
              <a:rPr b="1" lang="ru">
                <a:solidFill>
                  <a:schemeClr val="dk1"/>
                </a:solidFill>
              </a:rPr>
              <a:t>масштабирование под нагрузку на сервис</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нагрузка на сервис меняется — днём больше запросов, ночью почти нет. Без автоматизации сервис может «лечь».</a:t>
            </a:r>
            <a:br>
              <a:rPr lang="ru">
                <a:solidFill>
                  <a:schemeClr val="dk1"/>
                </a:solidFill>
              </a:rPr>
            </a:br>
            <a:r>
              <a:rPr lang="ru">
                <a:solidFill>
                  <a:schemeClr val="dk1"/>
                </a:solidFill>
              </a:rPr>
              <a:t>Оркестратор динамически увеличивает или уменьшает число контейнеров в зависимости от нагрузки.</a:t>
            </a:r>
            <a:br>
              <a:rPr lang="ru">
                <a:solidFill>
                  <a:schemeClr val="dk1"/>
                </a:solidFill>
              </a:rPr>
            </a:br>
            <a:r>
              <a:rPr b="1" lang="ru">
                <a:solidFill>
                  <a:schemeClr val="dk1"/>
                </a:solidFill>
              </a:rPr>
              <a:t>Пример:</a:t>
            </a:r>
            <a:r>
              <a:rPr lang="ru">
                <a:solidFill>
                  <a:schemeClr val="dk1"/>
                </a:solidFill>
              </a:rPr>
              <a:t> вечером резко вырос поток запросов к рекомендательной системе → оркестратор поднимает дополнительные контейнеры, чтобы всё работало быстро.</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Балансировка нагрузки (A/B тестирование)</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при тестировании новой модели нельзя рисковать всем трафиком. Нужно часть пользователей направить на новую версию.</a:t>
            </a:r>
            <a:br>
              <a:rPr lang="ru">
                <a:solidFill>
                  <a:schemeClr val="dk1"/>
                </a:solidFill>
              </a:rPr>
            </a:br>
            <a:r>
              <a:rPr lang="ru">
                <a:solidFill>
                  <a:schemeClr val="dk1"/>
                </a:solidFill>
              </a:rPr>
              <a:t>Оркестратор распределяет запросы между версиями модели, позволяя провести A/B тест без ручных настроек.</a:t>
            </a:r>
            <a:br>
              <a:rPr lang="ru">
                <a:solidFill>
                  <a:schemeClr val="dk1"/>
                </a:solidFill>
              </a:rPr>
            </a:br>
            <a:r>
              <a:rPr b="1" lang="ru">
                <a:solidFill>
                  <a:schemeClr val="dk1"/>
                </a:solidFill>
              </a:rPr>
              <a:t>Пример:</a:t>
            </a:r>
            <a:r>
              <a:rPr lang="ru">
                <a:solidFill>
                  <a:schemeClr val="dk1"/>
                </a:solidFill>
              </a:rPr>
              <a:t> 90% пользователей видят старую модель, 10% — новую. Оркестратор автоматически делит трафик.</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Мониторинг и перезапуск при сбоях</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контейнеры иногда «падают» из-за ошибок или нехватки ресурсов. Если следить за ними вручную, легко упустить момент.</a:t>
            </a:r>
            <a:br>
              <a:rPr lang="ru">
                <a:solidFill>
                  <a:schemeClr val="dk1"/>
                </a:solidFill>
              </a:rPr>
            </a:br>
            <a:r>
              <a:rPr lang="ru">
                <a:solidFill>
                  <a:schemeClr val="dk1"/>
                </a:solidFill>
              </a:rPr>
              <a:t>Оркестратор сам мониторит состояние сервисов и перезапускает контейнеры при сбое.</a:t>
            </a:r>
            <a:br>
              <a:rPr lang="ru">
                <a:solidFill>
                  <a:schemeClr val="dk1"/>
                </a:solidFill>
              </a:rPr>
            </a:br>
            <a:r>
              <a:rPr b="1" lang="ru">
                <a:solidFill>
                  <a:schemeClr val="dk1"/>
                </a:solidFill>
              </a:rPr>
              <a:t>Пример:</a:t>
            </a:r>
            <a:r>
              <a:rPr lang="ru">
                <a:solidFill>
                  <a:schemeClr val="dk1"/>
                </a:solidFill>
              </a:rPr>
              <a:t> один под с моделью вышел из строя → оркестратор сразу поднимает новый, пользователи даже не заметили сбой.</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Безопасное сетевое взаимодействие</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если у вас много сервисов (модель, база, API, feature store), нужно контролировать, кто и с кем может обмениваться данными. Без этого возможны ошибки и дыры в безопасности.</a:t>
            </a:r>
            <a:br>
              <a:rPr lang="ru">
                <a:solidFill>
                  <a:schemeClr val="dk1"/>
                </a:solidFill>
              </a:rPr>
            </a:br>
            <a:r>
              <a:rPr lang="ru">
                <a:solidFill>
                  <a:schemeClr val="dk1"/>
                </a:solidFill>
              </a:rPr>
              <a:t>Оркестратор управляет сетевыми политиками, обеспечивает правильную маршрутизацию и закрывает лишние соединения.</a:t>
            </a:r>
            <a:br>
              <a:rPr lang="ru">
                <a:solidFill>
                  <a:schemeClr val="dk1"/>
                </a:solidFill>
              </a:rPr>
            </a:br>
            <a:r>
              <a:rPr b="1" lang="ru">
                <a:solidFill>
                  <a:schemeClr val="dk1"/>
                </a:solidFill>
              </a:rPr>
              <a:t>Пример:</a:t>
            </a:r>
            <a:r>
              <a:rPr lang="ru">
                <a:solidFill>
                  <a:schemeClr val="dk1"/>
                </a:solidFill>
              </a:rPr>
              <a:t> модель обращается только к feature store и БД, но не имеет доступа к админскому API.</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Обновление моделей без простоя</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выкатывать новые версии моделей «в лоб» опасно — можно прервать работу сервиса.</a:t>
            </a:r>
            <a:br>
              <a:rPr lang="ru">
                <a:solidFill>
                  <a:schemeClr val="dk1"/>
                </a:solidFill>
              </a:rPr>
            </a:br>
            <a:r>
              <a:rPr lang="ru">
                <a:solidFill>
                  <a:schemeClr val="dk1"/>
                </a:solidFill>
              </a:rPr>
              <a:t>Оркестратор поддерживает rolling update: новые контейнеры запускаются, а старые отключаются только после этого.</a:t>
            </a:r>
            <a:br>
              <a:rPr lang="ru">
                <a:solidFill>
                  <a:schemeClr val="dk1"/>
                </a:solidFill>
              </a:rPr>
            </a:br>
            <a:r>
              <a:rPr b="1" lang="ru">
                <a:solidFill>
                  <a:schemeClr val="dk1"/>
                </a:solidFill>
              </a:rPr>
              <a:t>Пример:</a:t>
            </a:r>
            <a:r>
              <a:rPr lang="ru">
                <a:solidFill>
                  <a:schemeClr val="dk1"/>
                </a:solidFill>
              </a:rPr>
              <a:t> новая версия модели цен прогнозов выходит без даунтайма: пользователи даже не замечают переход.</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Запуск фоновых задач</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в ML нужно регулярно запускать задачи предобработки данных, обучения или обновления фичей. Делать это вручную — дорого и </a:t>
            </a:r>
            <a:r>
              <a:rPr lang="ru">
                <a:solidFill>
                  <a:schemeClr val="dk1"/>
                </a:solidFill>
              </a:rPr>
              <a:t>ненадежно</a:t>
            </a:r>
            <a:r>
              <a:rPr lang="ru">
                <a:solidFill>
                  <a:schemeClr val="dk1"/>
                </a:solidFill>
              </a:rPr>
              <a:t>.</a:t>
            </a:r>
            <a:br>
              <a:rPr lang="ru">
                <a:solidFill>
                  <a:schemeClr val="dk1"/>
                </a:solidFill>
              </a:rPr>
            </a:br>
            <a:r>
              <a:rPr lang="ru">
                <a:solidFill>
                  <a:schemeClr val="dk1"/>
                </a:solidFill>
              </a:rPr>
              <a:t>Оркестратор умеет планировать и запускать такие задачи по расписанию.</a:t>
            </a:r>
            <a:br>
              <a:rPr lang="ru">
                <a:solidFill>
                  <a:schemeClr val="dk1"/>
                </a:solidFill>
              </a:rPr>
            </a:br>
            <a:r>
              <a:rPr b="1" lang="ru">
                <a:solidFill>
                  <a:schemeClr val="dk1"/>
                </a:solidFill>
              </a:rPr>
              <a:t>Пример:</a:t>
            </a:r>
            <a:r>
              <a:rPr lang="ru">
                <a:solidFill>
                  <a:schemeClr val="dk1"/>
                </a:solidFill>
              </a:rPr>
              <a:t> каждые 30 минут запускается job для пересчёта новых фич в feature store.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Разделение сред</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Проблема: без разделения окружений (dev, staging, prod) легко перепутать версии модели или случайно залить экспериментальную модель в прод.</a:t>
            </a:r>
            <a:br>
              <a:rPr lang="ru">
                <a:solidFill>
                  <a:schemeClr val="dk1"/>
                </a:solidFill>
              </a:rPr>
            </a:br>
            <a:r>
              <a:rPr lang="ru">
                <a:solidFill>
                  <a:schemeClr val="dk1"/>
                </a:solidFill>
              </a:rPr>
              <a:t>Оркестратор позволяет держать несколько независимых сред и одинаково управлять ими.</a:t>
            </a:r>
            <a:br>
              <a:rPr lang="ru">
                <a:solidFill>
                  <a:schemeClr val="dk1"/>
                </a:solidFill>
              </a:rPr>
            </a:br>
            <a:r>
              <a:rPr b="1" lang="ru">
                <a:solidFill>
                  <a:schemeClr val="dk1"/>
                </a:solidFill>
              </a:rPr>
              <a:t>Пример:</a:t>
            </a:r>
            <a:r>
              <a:rPr lang="ru">
                <a:solidFill>
                  <a:schemeClr val="dk1"/>
                </a:solidFill>
              </a:rPr>
              <a:t> модель сначала тестируется на dev-среде, затем на staging, и только после этого выкатывается в prod.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76cd17b01d_0_2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76cd17b01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rPr>
              <a:t>Вытекает из микросервисной парадигмы</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Современные системы строятся как набор независимых сервисов (модель, база данных, API, UI). Управлять ими вручную сложно, поэтому оркестрация стала естественным инструментом, который помогает держать всё вместе.</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Масштаб от 100 до 1000 контейнеров</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Даже у средней компании может быть сотни контейнеров: несколько моделей, сервисы предобработки, базы данных, мониторинг. Масштаб растёт быстро, и без автоматизации (оркестрации) этим невозможно управлять.</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Облачные провайдеры и контейнеры</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Облачные провайдеры (AWS, GCP, Azure и др.) предоставляют виртуальные серверы, которые идеально подходят для запуска контейнерных нагрузок. Единственное, что нужно — это служба контейнеризации (например, Docker). Поэтому облако и контейнеры стали «идеальной парой».</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Декларативный подход</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В оркестрации вы описываете </a:t>
            </a:r>
            <a:r>
              <a:rPr i="1" lang="ru">
                <a:solidFill>
                  <a:schemeClr val="dk1"/>
                </a:solidFill>
              </a:rPr>
              <a:t>что должно быть</a:t>
            </a:r>
            <a:r>
              <a:rPr lang="ru">
                <a:solidFill>
                  <a:schemeClr val="dk1"/>
                </a:solidFill>
              </a:rPr>
              <a:t> (например, “хочу 3 реплики сервиса с моделью”), а не </a:t>
            </a:r>
            <a:r>
              <a:rPr i="1" lang="ru">
                <a:solidFill>
                  <a:schemeClr val="dk1"/>
                </a:solidFill>
              </a:rPr>
              <a:t>как это делать</a:t>
            </a:r>
            <a:r>
              <a:rPr lang="ru">
                <a:solidFill>
                  <a:schemeClr val="dk1"/>
                </a:solidFill>
              </a:rPr>
              <a:t>. Система сама решает, где и как это развернуть. Это сильно упрощает жизнь инженерам.</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Открытый стандарт в виде k8s</a:t>
            </a:r>
            <a:endParaRPr b="1">
              <a:solidFill>
                <a:schemeClr val="dk1"/>
              </a:solidFill>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rPr>
              <a:t>Kubernetes стал де-факто индустриальным стандартом оркестрации. Сегодня его поддерживают все крупные компании и облачные провайдеры. Если вы умеете работать с Kubernetes, вы сможете применить эти навыки почти в любой компании.</a:t>
            </a:r>
            <a:endParaRPr>
              <a:solidFill>
                <a:schemeClr val="dk1"/>
              </a:solidFill>
            </a:endParaRPr>
          </a:p>
          <a:p>
            <a:pPr indent="0" lvl="0" marL="0" rtl="0" algn="l">
              <a:spcBef>
                <a:spcPts val="1200"/>
              </a:spcBef>
              <a:spcAft>
                <a:spcPts val="0"/>
              </a:spcAft>
              <a:buNone/>
            </a:pPr>
            <a:r>
              <a:t/>
            </a:r>
            <a:endParaRPr sz="1050">
              <a:solidFill>
                <a:srgbClr val="333333"/>
              </a:solidFill>
              <a:highlight>
                <a:srgbClr val="FBFBFB"/>
              </a:highlight>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76cd17b01d_0_6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76cd17b01d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rPr>
              <a:t>Kubernetes </a:t>
            </a:r>
            <a:r>
              <a:rPr lang="ru">
                <a:solidFill>
                  <a:schemeClr val="dk1"/>
                </a:solidFill>
              </a:rPr>
              <a:t>— Это «золотой стандарт» оркестрации. Почти все компании его используют. Сложный, но мощный: автомасштабирование, отказоустойчивость, управление состоянием.</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Red Hat OpenShift </a:t>
            </a:r>
            <a:r>
              <a:rPr lang="ru">
                <a:solidFill>
                  <a:schemeClr val="dk1"/>
                </a:solidFill>
              </a:rPr>
              <a:t>—</a:t>
            </a:r>
            <a:r>
              <a:rPr b="1" lang="ru">
                <a:solidFill>
                  <a:schemeClr val="dk1"/>
                </a:solidFill>
              </a:rPr>
              <a:t> </a:t>
            </a:r>
            <a:r>
              <a:rPr lang="ru">
                <a:solidFill>
                  <a:schemeClr val="dk1"/>
                </a:solidFill>
              </a:rPr>
              <a:t>Это всё тот же Kubernetes, но с «обвязкой» — готовыми инструментами для безопасности, CI/CD, мониторинга. Удобен для больших компаний, где нужно готовое enterprise-решение.</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Apache Mesos </a:t>
            </a:r>
            <a:r>
              <a:rPr lang="ru">
                <a:solidFill>
                  <a:schemeClr val="dk1"/>
                </a:solidFill>
              </a:rPr>
              <a:t>—</a:t>
            </a:r>
            <a:r>
              <a:rPr b="1" lang="ru">
                <a:solidFill>
                  <a:schemeClr val="dk1"/>
                </a:solidFill>
              </a:rPr>
              <a:t> </a:t>
            </a:r>
            <a:r>
              <a:rPr lang="ru">
                <a:solidFill>
                  <a:schemeClr val="dk1"/>
                </a:solidFill>
              </a:rPr>
              <a:t>Более универсальная система. Может управлять не только контейнерами, но и другими ресурсами (виртуалки, приложения). Подходит для разнородных больших инфраструктур, но используется реже, чем Kubernetes.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Amazon ECS </a:t>
            </a:r>
            <a:r>
              <a:rPr lang="ru">
                <a:solidFill>
                  <a:schemeClr val="dk1"/>
                </a:solidFill>
              </a:rPr>
              <a:t>—</a:t>
            </a:r>
            <a:r>
              <a:rPr b="1" lang="ru">
                <a:solidFill>
                  <a:schemeClr val="dk1"/>
                </a:solidFill>
              </a:rPr>
              <a:t> </a:t>
            </a:r>
            <a:r>
              <a:rPr lang="ru">
                <a:solidFill>
                  <a:schemeClr val="dk1"/>
                </a:solidFill>
              </a:rPr>
              <a:t>Managed-сервис от AWS. Не нужно самому управлять мастер-нодами — всё делает Amazon. Очень удобно, если вы полностью в экосистеме AWS. Но менее гибкий, чем Kubernetes.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Docker Swarm </a:t>
            </a:r>
            <a:r>
              <a:rPr lang="ru">
                <a:solidFill>
                  <a:schemeClr val="dk1"/>
                </a:solidFill>
              </a:rPr>
              <a:t>—</a:t>
            </a:r>
            <a:r>
              <a:rPr b="1" lang="ru">
                <a:solidFill>
                  <a:schemeClr val="dk1"/>
                </a:solidFill>
              </a:rPr>
              <a:t> </a:t>
            </a:r>
            <a:r>
              <a:rPr lang="ru">
                <a:solidFill>
                  <a:schemeClr val="dk1"/>
                </a:solidFill>
              </a:rPr>
              <a:t>Самый простой инструмент, встроенный прямо в Docker. Отлично подходит для старта и небольших проектов. Но для больших систем его возможностей не хватает, поэтому чаще выбирают Kubernetes.</a:t>
            </a:r>
            <a:endParaRPr>
              <a:solidFill>
                <a:schemeClr val="dk1"/>
              </a:solidFill>
            </a:endParaRPr>
          </a:p>
          <a:p>
            <a:pPr indent="0" lvl="0" marL="0" rtl="0" algn="l">
              <a:lnSpc>
                <a:spcPct val="115000"/>
              </a:lnSpc>
              <a:spcBef>
                <a:spcPts val="1400"/>
              </a:spcBef>
              <a:spcAft>
                <a:spcPts val="0"/>
              </a:spcAft>
              <a:buNone/>
            </a:pPr>
            <a:r>
              <a:rPr b="1" lang="ru" sz="1300">
                <a:solidFill>
                  <a:schemeClr val="dk1"/>
                </a:solidFill>
              </a:rPr>
              <a:t>Kubernetes</a:t>
            </a:r>
            <a:endParaRPr>
              <a:solidFill>
                <a:schemeClr val="dk1"/>
              </a:solidFill>
            </a:endParaRPr>
          </a:p>
          <a:p>
            <a:pPr indent="0" lvl="0" marL="0" rtl="0" algn="l">
              <a:lnSpc>
                <a:spcPct val="115000"/>
              </a:lnSpc>
              <a:spcBef>
                <a:spcPts val="1200"/>
              </a:spcBef>
              <a:spcAft>
                <a:spcPts val="0"/>
              </a:spcAft>
              <a:buNone/>
            </a:pPr>
            <a:r>
              <a:rPr lang="ru">
                <a:solidFill>
                  <a:schemeClr val="dk1"/>
                </a:solidFill>
              </a:rPr>
              <a:t>Kubernetes разработан компанией Google, а в настоящее время поддерживается Cloud Native Computing Foundation (CNCF). Эта система хорошо известна своей способностью автоматизировать развертывание, управление и, самое главное, масштабирование контейнеров. Если один из них выходит из строя, его место должен занять другой. Kubernetes справляется с этим автоматически, перезапуская, заменяя и уничтожая вышедшие из строя контейнеры, которые не реагируют на проверку работоспособности.</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Кроме того, система оркестрации следит за кластерами и решает, где запустить контейнеры, исходя из потребляемых в данный момент ресурсов. Это позволяет использовать Kubernetes для масштабирования, развертывания и общего управления приложениями.</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Кластер — это группа вычислительных узлов или рабочих машин, на которых запускаются контейнерные приложения. Минимальный состав кластера — главный узел и плоскость управления. На главном узле запущен под — развертываемое устройство в Kubernetes, в котором находится один или несколько контейнеров, использующие одни и те же ресурсы.</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В основе Kubernetes лежит декларативный подход к управлению приложениями. Разработчики определяют их желаемое состояние с помощью файлов манифеста. В этих файлах подробно описывают такие параметры, как требования к репликации, распределение ресурсов, сетевые конфигурации и т. д. Kubernetes постоянно сравнивает желаемое состояние приложения с текущим состоянием кластера, автоматически корректируя конфигурации для поддержания согласованности.</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К основным преимуществам Kubernetes можно отнести его высокую эффективность и производительность, а также снижение затрат на развертывание и поддержку инфраструктуры. Это проявляется, например, в том, что многие операции, которые раньше выполнялись вручную, Kubernetes автоматизирует. Вместе с тем, одним из основных недостатков этой системы оркестрации можно назвать сложность работы.</a:t>
            </a:r>
            <a:endParaRPr>
              <a:solidFill>
                <a:schemeClr val="dk1"/>
              </a:solidFill>
            </a:endParaRPr>
          </a:p>
          <a:p>
            <a:pPr indent="0" lvl="0" marL="0" rtl="0" algn="l">
              <a:lnSpc>
                <a:spcPct val="115000"/>
              </a:lnSpc>
              <a:spcBef>
                <a:spcPts val="1400"/>
              </a:spcBef>
              <a:spcAft>
                <a:spcPts val="0"/>
              </a:spcAft>
              <a:buNone/>
            </a:pPr>
            <a:r>
              <a:rPr b="1" lang="ru" sz="1300">
                <a:solidFill>
                  <a:schemeClr val="dk1"/>
                </a:solidFill>
              </a:rPr>
              <a:t>Docker Swarm</a:t>
            </a:r>
            <a:endParaRPr b="1" sz="1300">
              <a:solidFill>
                <a:schemeClr val="dk1"/>
              </a:solidFill>
            </a:endParaRPr>
          </a:p>
          <a:p>
            <a:pPr indent="0" lvl="0" marL="0" rtl="0" algn="l">
              <a:lnSpc>
                <a:spcPct val="115000"/>
              </a:lnSpc>
              <a:spcBef>
                <a:spcPts val="1200"/>
              </a:spcBef>
              <a:spcAft>
                <a:spcPts val="0"/>
              </a:spcAft>
              <a:buNone/>
            </a:pPr>
            <a:r>
              <a:rPr lang="ru">
                <a:solidFill>
                  <a:schemeClr val="dk1"/>
                </a:solidFill>
              </a:rPr>
              <a:t>Это встроенный инструмент для оркестрации контейнеров, который разработан специально для экосистемы Docker. Он интегрирован в движок Docker Engine, прост и удобен в использовании. Это делает его привлекательным выбором для команд, уже знакомых с Docker. Swarm хорошо подходит для небольших и средних проектов.</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Основное отличие Docker Swarm от Kubernetes заключается в сложности и функциональности. Kubernetes предлагает более мощные возможности для управления контейнерами, такие как автоматическое масштабирование и управление состоянием приложений, что делает его подходящим для крупных и сложных проектов. В то же время, Docker Swarm проще в использовании и настройке, что делает его идеальным выбором для небольших команд и проектов, где не требуется сложная инфраструктура. </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Кроме того, Kubernetes имеет более сложную архитектуру с разделением на управляющие и рабочие узлы, в то время как Docker Swarm использует более простую архитектуру, где все узлы могут выполнять как управляющие, так и рабочие функции.</a:t>
            </a:r>
            <a:endParaRPr>
              <a:solidFill>
                <a:schemeClr val="dk1"/>
              </a:solidFill>
            </a:endParaRPr>
          </a:p>
          <a:p>
            <a:pPr indent="0" lvl="0" marL="0" rtl="0" algn="l">
              <a:lnSpc>
                <a:spcPct val="115000"/>
              </a:lnSpc>
              <a:spcBef>
                <a:spcPts val="1400"/>
              </a:spcBef>
              <a:spcAft>
                <a:spcPts val="0"/>
              </a:spcAft>
              <a:buNone/>
            </a:pPr>
            <a:r>
              <a:rPr b="1" lang="ru" sz="1300">
                <a:solidFill>
                  <a:schemeClr val="dk1"/>
                </a:solidFill>
              </a:rPr>
              <a:t>Apache Mesos</a:t>
            </a:r>
            <a:endParaRPr b="1" sz="1300">
              <a:solidFill>
                <a:schemeClr val="dk1"/>
              </a:solidFill>
            </a:endParaRPr>
          </a:p>
          <a:p>
            <a:pPr indent="0" lvl="0" marL="0" rtl="0" algn="l">
              <a:lnSpc>
                <a:spcPct val="115000"/>
              </a:lnSpc>
              <a:spcBef>
                <a:spcPts val="1200"/>
              </a:spcBef>
              <a:spcAft>
                <a:spcPts val="0"/>
              </a:spcAft>
              <a:buNone/>
            </a:pPr>
            <a:r>
              <a:rPr lang="ru">
                <a:solidFill>
                  <a:schemeClr val="dk1"/>
                </a:solidFill>
              </a:rPr>
              <a:t>Apache Mesos — это система управления кластерами с открытым исходным кодом, предназначенная для оптимизации потребления ресурсов и управления приложениями. Она позволяет абстрагировать вычислительные ресурсы, такие как CPU и память, от физических машин. Это делает Mesos мощным инструментом для развертывания и управления приложениями в масштабах всего кластера.</a:t>
            </a:r>
            <a:endParaRPr>
              <a:solidFill>
                <a:schemeClr val="dk1"/>
              </a:solidFill>
            </a:endParaRPr>
          </a:p>
          <a:p>
            <a:pPr indent="0" lvl="0" marL="0" rtl="0" algn="l">
              <a:lnSpc>
                <a:spcPct val="115000"/>
              </a:lnSpc>
              <a:spcBef>
                <a:spcPts val="1200"/>
              </a:spcBef>
              <a:spcAft>
                <a:spcPts val="0"/>
              </a:spcAft>
              <a:buNone/>
            </a:pPr>
            <a:r>
              <a:rPr lang="ru">
                <a:solidFill>
                  <a:schemeClr val="dk1"/>
                </a:solidFill>
              </a:rPr>
              <a:t>Основное отличие Apache Mesos от Kubernetes заключается в их архитектуре и подходе к управлению ресурсами. Apache Mesos является более универсальной системой управления кластерами, которая может управлять не только контейнерами, но и другими типами ресурсов, такими как виртуальные машины и приложения, что делает его подходящим для более широкого спектра задач. Kubernetes же специализирован на оркестрации контейнеров и предлагает инструменты для управления их жизненным циклом, автоматического масштабирования и обеспечения высокой доступности.</a:t>
            </a:r>
            <a:endParaRPr>
              <a:solidFill>
                <a:schemeClr val="dk1"/>
              </a:solidFill>
            </a:endParaRPr>
          </a:p>
          <a:p>
            <a:pPr indent="0" lvl="0" marL="0" rtl="0" algn="l">
              <a:lnSpc>
                <a:spcPct val="115000"/>
              </a:lnSpc>
              <a:spcBef>
                <a:spcPts val="1200"/>
              </a:spcBef>
              <a:spcAft>
                <a:spcPts val="0"/>
              </a:spcAft>
              <a:buNone/>
            </a:pPr>
            <a:r>
              <a:rPr lang="ru">
                <a:solidFill>
                  <a:schemeClr val="dk1"/>
                </a:solidFill>
              </a:rPr>
              <a:t>Таким образом, Mesos лучше подходит для сложных и разнообразных вычислительных сред, тогда как Kubernetes оптимизирован для работы с контейнеризованными приложениями.</a:t>
            </a:r>
            <a:endParaRPr>
              <a:solidFill>
                <a:schemeClr val="dk1"/>
              </a:solidFill>
            </a:endParaRPr>
          </a:p>
          <a:p>
            <a:pPr indent="0" lvl="0" marL="0" rtl="0" algn="l">
              <a:lnSpc>
                <a:spcPct val="115000"/>
              </a:lnSpc>
              <a:spcBef>
                <a:spcPts val="1400"/>
              </a:spcBef>
              <a:spcAft>
                <a:spcPts val="0"/>
              </a:spcAft>
              <a:buNone/>
            </a:pPr>
            <a:r>
              <a:rPr b="1" lang="ru" sz="1300">
                <a:solidFill>
                  <a:schemeClr val="dk1"/>
                </a:solidFill>
              </a:rPr>
              <a:t>Amazon ECS</a:t>
            </a:r>
            <a:endParaRPr b="1" sz="1300">
              <a:solidFill>
                <a:schemeClr val="dk1"/>
              </a:solidFill>
            </a:endParaRPr>
          </a:p>
          <a:p>
            <a:pPr indent="0" lvl="0" marL="0" rtl="0" algn="l">
              <a:lnSpc>
                <a:spcPct val="115000"/>
              </a:lnSpc>
              <a:spcBef>
                <a:spcPts val="1200"/>
              </a:spcBef>
              <a:spcAft>
                <a:spcPts val="0"/>
              </a:spcAft>
              <a:buNone/>
            </a:pPr>
            <a:r>
              <a:rPr lang="ru">
                <a:solidFill>
                  <a:schemeClr val="dk1"/>
                </a:solidFill>
              </a:rPr>
              <a:t>Amazon ECS (Elastic Container Service) — полностью управляемый сервис оркестрации контейнеров, который позволяет пользователям запускать приложения на виртуальных машинах Amazon EC2 или использовать AWS Fargate. Сравнивая Amazon ECS с Kubernetes, можно выделить несколько ключевых различий. Kubernetes — это система с открытым исходным кодом. Она предоставляет более гибкие возможности для управления контейнерами, включая автомасштабирование, управление состоянием и сложные сетевые настройки. ECS предлагает более простую интеграцию с AWS. Это делает его предпочтительным в использовании для некоторых разработчиков.  ECS лучше подходит для пользователей, которые ищут простоту и интеграцию с AWS, тогда как Kubernetes предоставляет более мощные инструменты для сложных и масштабируемых приложений.</a:t>
            </a:r>
            <a:endParaRPr>
              <a:solidFill>
                <a:schemeClr val="dk1"/>
              </a:solidFill>
            </a:endParaRPr>
          </a:p>
          <a:p>
            <a:pPr indent="0" lvl="0" marL="0" rtl="0" algn="l">
              <a:lnSpc>
                <a:spcPct val="115000"/>
              </a:lnSpc>
              <a:spcBef>
                <a:spcPts val="1400"/>
              </a:spcBef>
              <a:spcAft>
                <a:spcPts val="0"/>
              </a:spcAft>
              <a:buNone/>
            </a:pPr>
            <a:r>
              <a:rPr b="1" lang="ru" sz="1300">
                <a:solidFill>
                  <a:schemeClr val="dk1"/>
                </a:solidFill>
              </a:rPr>
              <a:t>Red Hat OpenShift</a:t>
            </a:r>
            <a:endParaRPr b="1" sz="1300">
              <a:solidFill>
                <a:schemeClr val="dk1"/>
              </a:solidFill>
            </a:endParaRPr>
          </a:p>
          <a:p>
            <a:pPr indent="0" lvl="0" marL="0" rtl="0" algn="l">
              <a:lnSpc>
                <a:spcPct val="115000"/>
              </a:lnSpc>
              <a:spcBef>
                <a:spcPts val="1200"/>
              </a:spcBef>
              <a:spcAft>
                <a:spcPts val="0"/>
              </a:spcAft>
              <a:buNone/>
            </a:pPr>
            <a:r>
              <a:rPr lang="ru">
                <a:solidFill>
                  <a:schemeClr val="dk1"/>
                </a:solidFill>
              </a:rPr>
              <a:t>Red Hat OpenShift — платформа с открытым исходным кодом для разработки и развертывания приложений, основанная на Kubernetes. Она предоставляет расширенные возможности для управления контейнерами и автоматизации процессов разработки. Это делает ее идеальным решением для предприятий, которые стремятся ускорить создание и доставку облачных приложений. OpenShift включает множество встроенных инструментов и сервисов, таких как CI/CD, управление безопасностью и мониторинг. Это позволяет разработчикам сосредоточиться на создании приложений, а не управлении инфраструктурой.</a:t>
            </a:r>
            <a:endParaRPr>
              <a:solidFill>
                <a:schemeClr val="dk1"/>
              </a:solidFill>
            </a:endParaRPr>
          </a:p>
          <a:p>
            <a:pPr indent="0" lvl="0" marL="0" rtl="0" algn="l">
              <a:lnSpc>
                <a:spcPct val="115000"/>
              </a:lnSpc>
              <a:spcBef>
                <a:spcPts val="1200"/>
              </a:spcBef>
              <a:spcAft>
                <a:spcPts val="1200"/>
              </a:spcAft>
              <a:buNone/>
            </a:pPr>
            <a:r>
              <a:rPr lang="ru">
                <a:solidFill>
                  <a:schemeClr val="dk1"/>
                </a:solidFill>
              </a:rPr>
              <a:t>По традиции сравним Kubernetes и OpenShift. Kubernetes требует интеграции дополнительных компонентов для полноценного управления: сетевых настроек, балансировки нагрузки и мониторинга. OpenShift, в свою очередь, предлагает более комплексное решение, которое включает в себя все необходимые инструменты и сервисы для управления приложениями в одном пакете. Это делает OpenShift более удобным для пользователей, которые хотят получить готовое решение с минимальными усилиями по настройке.</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76cd17b01d_0_35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76cd17b01d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76cd17b01d_0_8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76cd17b01d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76cd17b01d_0_23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76cd17b01d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76cd17b01d_0_24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76cd17b01d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76cd17b01d_0_26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76cd17b01d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76cd17b01d_0_28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76cd17b01d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76cd17b01d_0_30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76cd17b01d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76cd17b01d_0_32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376cd17b01d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76cd17b01d_0_55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376cd17b01d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76cd17b01d_0_31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76cd17b01d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76cd17b01d_0_58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76cd17b01d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76cd17b01d_0_44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376cd17b01d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ru">
                <a:solidFill>
                  <a:schemeClr val="dk1"/>
                </a:solidFill>
              </a:rPr>
              <a:t>Про CNCF</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rPr>
              <a:t>Независимость от Google</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Kubernetes придумали в Google, но если бы он остался только «гугловским» проектом, компании-конкуренты могли бы не доверять.</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Передача CNCF сделала проект нейтральным — все игроки рынка (AWS, Microsoft, Red Hat, VMware и др.) начали активно участвовать.</a:t>
            </a:r>
            <a:br>
              <a:rPr lang="ru">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Масштабное сообщество</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CNCF развивает проекты через вклад сотен компаний и тысяч инженеров.</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Благодаря этому Kubernetes стал одним из самых успешных open-source проектов в истории.</a:t>
            </a:r>
            <a:br>
              <a:rPr lang="ru">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Гарантия долгосрочного развития</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CNCF обеспечивает процессы: регулярные релизы, тестирование, документацию, сертификацию.</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Это значит, что Kubernetes не «забросят», и он будет поддерживаться годами.</a:t>
            </a:r>
            <a:br>
              <a:rPr lang="ru">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Сертификация и экосистема</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CNCF управляет программами сертификации Kubernetes (CKA, CKAD, KCNA).</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Это позволяет инженерам подтверждать свои знания, а компаниям — нанимать специалистов с понятными стандартами.</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76cd17b01d_0_46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376cd17b01d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ru">
                <a:solidFill>
                  <a:schemeClr val="dk1"/>
                </a:solidFill>
                <a:latin typeface="Roboto"/>
                <a:ea typeface="Roboto"/>
                <a:cs typeface="Roboto"/>
                <a:sym typeface="Roboto"/>
              </a:rPr>
              <a:t>Kubernetes-кластер состоит из двух частей:</a:t>
            </a:r>
            <a:endParaRPr>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latin typeface="Roboto"/>
                <a:ea typeface="Roboto"/>
                <a:cs typeface="Roboto"/>
                <a:sym typeface="Roboto"/>
              </a:rPr>
              <a:t>Control Plane (панель управления)</a:t>
            </a:r>
            <a:r>
              <a:rPr lang="ru">
                <a:solidFill>
                  <a:schemeClr val="dk1"/>
                </a:solidFill>
                <a:latin typeface="Roboto"/>
                <a:ea typeface="Roboto"/>
                <a:cs typeface="Roboto"/>
                <a:sym typeface="Roboto"/>
              </a:rPr>
              <a:t> — «мозг» кластера, принимает решения и управляет состоянием.</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latin typeface="Roboto"/>
                <a:ea typeface="Roboto"/>
                <a:cs typeface="Roboto"/>
                <a:sym typeface="Roboto"/>
              </a:rPr>
              <a:t>Worker Nodes (рабочие узлы)</a:t>
            </a:r>
            <a:r>
              <a:rPr lang="ru">
                <a:solidFill>
                  <a:schemeClr val="dk1"/>
                </a:solidFill>
                <a:latin typeface="Roboto"/>
                <a:ea typeface="Roboto"/>
                <a:cs typeface="Roboto"/>
                <a:sym typeface="Roboto"/>
              </a:rPr>
              <a:t> — «рабочие руки», где запускаются контейнеры с приложениями.</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Control Plane</a:t>
            </a:r>
            <a:endParaRPr b="1">
              <a:solidFill>
                <a:schemeClr val="dk1"/>
              </a:solidFill>
              <a:latin typeface="Roboto"/>
              <a:ea typeface="Roboto"/>
              <a:cs typeface="Roboto"/>
              <a:sym typeface="Roboto"/>
            </a:endParaRPr>
          </a:p>
          <a:p>
            <a:pPr indent="-298450" lvl="0" marL="457200" rtl="0" algn="l">
              <a:lnSpc>
                <a:spcPct val="115000"/>
              </a:lnSpc>
              <a:spcBef>
                <a:spcPts val="140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API Server</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Сердце кластера: все команды (kubectl, контроллеры, пользователи) проходят через него.</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когда вы пишете kubectl apply -f deployment.yaml, запрос уходит именно в API Server.</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это как «администратор» или «регистратура» — принимает все заявки и раздаёт их по отделам.</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etcd (хранилище состояния)</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Хранит текущее состояние всего кластера: какие Pod-ы работают, какие Service запущены.</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если кластер перезагрузится, именно etcd знает, какие объекты нужно восстановить.</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база данных или «журнал учёта», где записано всё, что должно работать.</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Scheduler</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Решает, на какой Node запустить новый Pod.</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если вы запросили 2 CPU и 4 Гб памяти, Scheduler подберёт узел, где такие ресурсы есть.</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диспетчер авиарейсов — решает, на какой самолёт посадить пассажиров, чтобы всё было по плану.</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Controller Manager</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Следит за объектами и приводит их к желаемому состоянию.</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вы сказали «хочу 3 Pod-а». Если один упал, Controller Manager создаст новый.</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это «менеджер-планировщик», который проверяет, всё ли соответствует заявке.</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Cloud Controller Manager (опционально)</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Используется, если кластер работает в облаке (AWS, GCP, Azure).</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при создании LoadBalancer-сервиса Kubernetes сам попросит облако создать балансировщик.</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это как «связной» с облачным провайдером, который умеет заказывать у него ресурсы.</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Worker Nodes</a:t>
            </a:r>
            <a:endParaRPr b="1">
              <a:solidFill>
                <a:schemeClr val="dk1"/>
              </a:solidFill>
              <a:latin typeface="Roboto"/>
              <a:ea typeface="Roboto"/>
              <a:cs typeface="Roboto"/>
              <a:sym typeface="Roboto"/>
            </a:endParaRPr>
          </a:p>
          <a:p>
            <a:pPr indent="-298450" lvl="0" marL="457200" rtl="0" algn="l">
              <a:lnSpc>
                <a:spcPct val="115000"/>
              </a:lnSpc>
              <a:spcBef>
                <a:spcPts val="140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Kubelet</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Агент, который живёт на каждом узле и следит, чтобы контейнеры действительно запускались.</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Control Plane сказал «запусти Pod» — kubelet запускает контейнеры через runtime (например, containerd).</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это «бригадир на стройке» — следит, чтобы задачи действительно выполнялись</a:t>
            </a:r>
            <a:r>
              <a:rPr lang="ru">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kube-proxy</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Отвечает за сетевое взаимодействие внутри кластера и за доступ к Pod-ам.</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Пример: у вас есть сервис с 5 Pod-ами. kube-proxy распределяет запросы между ними.</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Аналогия: это «телефонная станция» или «маршрутизатор», который соединяет звонящего с нужным адресатом.</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ru">
                <a:solidFill>
                  <a:schemeClr val="dk1"/>
                </a:solidFill>
                <a:latin typeface="Roboto"/>
                <a:ea typeface="Roboto"/>
                <a:cs typeface="Roboto"/>
                <a:sym typeface="Roboto"/>
              </a:rPr>
              <a:t>Control Plane</a:t>
            </a:r>
            <a:r>
              <a:rPr lang="ru">
                <a:solidFill>
                  <a:schemeClr val="dk1"/>
                </a:solidFill>
                <a:latin typeface="Roboto"/>
                <a:ea typeface="Roboto"/>
                <a:cs typeface="Roboto"/>
                <a:sym typeface="Roboto"/>
              </a:rPr>
              <a:t> → принимает решения, хранит состояние, управляет кластером.</a:t>
            </a:r>
            <a:br>
              <a:rPr lang="ru">
                <a:solidFill>
                  <a:schemeClr val="dk1"/>
                </a:solidFill>
                <a:latin typeface="Roboto"/>
                <a:ea typeface="Roboto"/>
                <a:cs typeface="Roboto"/>
                <a:sym typeface="Roboto"/>
              </a:rPr>
            </a:br>
            <a:r>
              <a:rPr b="1" lang="ru">
                <a:solidFill>
                  <a:schemeClr val="dk1"/>
                </a:solidFill>
                <a:latin typeface="Roboto"/>
                <a:ea typeface="Roboto"/>
                <a:cs typeface="Roboto"/>
                <a:sym typeface="Roboto"/>
              </a:rPr>
              <a:t>Worker Nodes</a:t>
            </a:r>
            <a:r>
              <a:rPr lang="ru">
                <a:solidFill>
                  <a:schemeClr val="dk1"/>
                </a:solidFill>
                <a:latin typeface="Roboto"/>
                <a:ea typeface="Roboto"/>
                <a:cs typeface="Roboto"/>
                <a:sym typeface="Roboto"/>
              </a:rPr>
              <a:t> → выполняют работу: запускают контейнеры, обеспечивают их сетевое взаимодействие.</a:t>
            </a:r>
            <a:endParaRPr>
              <a:solidFill>
                <a:schemeClr val="dk1"/>
              </a:solidFill>
              <a:latin typeface="Roboto"/>
              <a:ea typeface="Roboto"/>
              <a:cs typeface="Roboto"/>
              <a:sym typeface="Roboto"/>
            </a:endParaRPr>
          </a:p>
          <a:p>
            <a:pPr indent="0" lvl="0" marL="0" rtl="0" algn="l">
              <a:lnSpc>
                <a:spcPct val="115000"/>
              </a:lnSpc>
              <a:spcBef>
                <a:spcPts val="1400"/>
              </a:spcBef>
              <a:spcAft>
                <a:spcPts val="400"/>
              </a:spcAft>
              <a:buNone/>
            </a:pPr>
            <a:r>
              <a:t/>
            </a:r>
            <a:endParaRPr>
              <a:solidFill>
                <a:schemeClr val="dk1"/>
              </a:solidFill>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76cd17b01d_0_47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376cd17b01d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76cd17b01d_0_59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376cd17b01d_0_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ru">
                <a:solidFill>
                  <a:schemeClr val="dk1"/>
                </a:solidFill>
                <a:latin typeface="Roboto"/>
                <a:ea typeface="Roboto"/>
                <a:cs typeface="Roboto"/>
                <a:sym typeface="Roboto"/>
              </a:rPr>
              <a:t>Pod</a:t>
            </a:r>
            <a:r>
              <a:rPr lang="ru">
                <a:solidFill>
                  <a:schemeClr val="dk1"/>
                </a:solidFill>
                <a:latin typeface="Roboto"/>
                <a:ea typeface="Roboto"/>
                <a:cs typeface="Roboto"/>
                <a:sym typeface="Roboto"/>
              </a:rPr>
              <a:t> — это не просто контейнер, а «обёртка» над контейнерами. Это минимальный объект, который Kubernetes умеет запускать и управлять. Внутри пода</a:t>
            </a:r>
            <a:endParaRPr>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latin typeface="Roboto"/>
                <a:ea typeface="Roboto"/>
                <a:cs typeface="Roboto"/>
                <a:sym typeface="Roboto"/>
              </a:rPr>
              <a:t>общий </a:t>
            </a:r>
            <a:r>
              <a:rPr b="1" lang="ru">
                <a:solidFill>
                  <a:schemeClr val="dk1"/>
                </a:solidFill>
                <a:latin typeface="Roboto"/>
                <a:ea typeface="Roboto"/>
                <a:cs typeface="Roboto"/>
                <a:sym typeface="Roboto"/>
              </a:rPr>
              <a:t>IP-адрес и порты</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lang="ru">
                <a:solidFill>
                  <a:schemeClr val="dk1"/>
                </a:solidFill>
                <a:latin typeface="Roboto"/>
                <a:ea typeface="Roboto"/>
                <a:cs typeface="Roboto"/>
                <a:sym typeface="Roboto"/>
              </a:rPr>
              <a:t>общие </a:t>
            </a:r>
            <a:r>
              <a:rPr b="1" lang="ru">
                <a:solidFill>
                  <a:schemeClr val="dk1"/>
                </a:solidFill>
                <a:latin typeface="Roboto"/>
                <a:ea typeface="Roboto"/>
                <a:cs typeface="Roboto"/>
                <a:sym typeface="Roboto"/>
              </a:rPr>
              <a:t>тома (Volumes)</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lang="ru">
                <a:solidFill>
                  <a:schemeClr val="dk1"/>
                </a:solidFill>
                <a:latin typeface="Roboto"/>
                <a:ea typeface="Roboto"/>
                <a:cs typeface="Roboto"/>
                <a:sym typeface="Roboto"/>
              </a:rPr>
              <a:t>общее </a:t>
            </a:r>
            <a:r>
              <a:rPr b="1" lang="ru">
                <a:solidFill>
                  <a:schemeClr val="dk1"/>
                </a:solidFill>
                <a:latin typeface="Roboto"/>
                <a:ea typeface="Roboto"/>
                <a:cs typeface="Roboto"/>
                <a:sym typeface="Roboto"/>
              </a:rPr>
              <a:t>пространство имён сети</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Kubernetes никогда не запускает контейнеры напрямую — всегда через Pod. Pod решает проблему: «Как объединить контейнеры, которые должны работать вместе?» Он даёт стабильный сетевой интерфейс и возможность монтировать хранилище. Например, если у вас ML-модель и контейнер с прокси/логгером, Kubernetes их объединит в один Pod, и они будут работать как единое целое</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Pod-ы используют контейнерные runtime (containerd, CRI-O и др.) для запуска контейнеров. Docker раньше был основным (до 2020 года), но Kubernetes работает через стандартный интерфейс CRI (Container Runtime Interface), поэтому может использовать разные runtime.</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Нюансы Pod</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Эфемерность</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Pod может «упасть» и быть пересоздан Kubernetes.</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Поэтому Pod-ы не надёжные сами по себе — для управления их жизненным циклом используют контроллеры (Deployment, ReplicaSet и т.д.).</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IP-адреса</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У каждого Pod — свой уникальный IP в кластере.</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Контейнеры внутри Pod-а используют один и тот же IP и порты.</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a:solidFill>
                  <a:schemeClr val="dk1"/>
                </a:solidFill>
                <a:latin typeface="Roboto"/>
                <a:ea typeface="Roboto"/>
                <a:cs typeface="Roboto"/>
                <a:sym typeface="Roboto"/>
              </a:rPr>
              <a:t>Хранение данных</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a:solidFill>
                  <a:schemeClr val="dk1"/>
                </a:solidFill>
                <a:latin typeface="Roboto"/>
                <a:ea typeface="Roboto"/>
                <a:cs typeface="Roboto"/>
                <a:sym typeface="Roboto"/>
              </a:rPr>
              <a:t>Данные внутри контейнера пропадают после удаления Pod-а.</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AutoNum type="alphaLcPeriod"/>
            </a:pPr>
            <a:r>
              <a:rPr lang="ru">
                <a:solidFill>
                  <a:schemeClr val="dk1"/>
                </a:solidFill>
                <a:latin typeface="Roboto"/>
                <a:ea typeface="Roboto"/>
                <a:cs typeface="Roboto"/>
                <a:sym typeface="Roboto"/>
              </a:rPr>
              <a:t>Для постоянного хранения используют </a:t>
            </a:r>
            <a:r>
              <a:rPr b="1" lang="ru">
                <a:solidFill>
                  <a:schemeClr val="dk1"/>
                </a:solidFill>
                <a:latin typeface="Roboto"/>
                <a:ea typeface="Roboto"/>
                <a:cs typeface="Roboto"/>
                <a:sym typeface="Roboto"/>
              </a:rPr>
              <a:t>Volumes</a:t>
            </a:r>
            <a:r>
              <a:rPr lang="ru">
                <a:solidFill>
                  <a:schemeClr val="dk1"/>
                </a:solidFill>
                <a:latin typeface="Roboto"/>
                <a:ea typeface="Roboto"/>
                <a:cs typeface="Roboto"/>
                <a:sym typeface="Roboto"/>
              </a:rPr>
              <a:t> (например, PV/PVC).</a:t>
            </a:r>
            <a:endParaRPr b="1">
              <a:solidFill>
                <a:schemeClr val="dk1"/>
              </a:solidFill>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76cd17b01d_0_62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1" name="Google Shape;591;g376cd17b01d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Service </a:t>
            </a:r>
            <a:r>
              <a:rPr lang="ru">
                <a:solidFill>
                  <a:schemeClr val="dk1"/>
                </a:solidFill>
                <a:latin typeface="Roboto"/>
                <a:ea typeface="Roboto"/>
                <a:cs typeface="Roboto"/>
                <a:sym typeface="Roboto"/>
              </a:rPr>
              <a:t>— это объект Kubernetes, который предоставляет стабильную точку доступа к набору Pod-ов. </a:t>
            </a:r>
            <a:r>
              <a:rPr lang="ru">
                <a:solidFill>
                  <a:schemeClr val="dk1"/>
                </a:solidFill>
              </a:rPr>
              <a:t>Service сам по себе не создаёт Pod-ы — он только маршрутизирует трафик</a:t>
            </a:r>
            <a:endParaRPr>
              <a:solidFill>
                <a:schemeClr val="dk1"/>
              </a:solidFill>
              <a:latin typeface="Roboto"/>
              <a:ea typeface="Roboto"/>
              <a:cs typeface="Roboto"/>
              <a:sym typeface="Roboto"/>
            </a:endParaRPr>
          </a:p>
          <a:p>
            <a:pPr indent="-298450" lvl="0" marL="457200" rtl="0" algn="l">
              <a:lnSpc>
                <a:spcPct val="115000"/>
              </a:lnSpc>
              <a:spcBef>
                <a:spcPts val="1400"/>
              </a:spcBef>
              <a:spcAft>
                <a:spcPts val="0"/>
              </a:spcAft>
              <a:buClr>
                <a:schemeClr val="dk1"/>
              </a:buClr>
              <a:buSzPts val="1100"/>
              <a:buFont typeface="Roboto"/>
              <a:buChar char="●"/>
            </a:pPr>
            <a:r>
              <a:rPr lang="ru">
                <a:solidFill>
                  <a:schemeClr val="dk1"/>
                </a:solidFill>
                <a:latin typeface="Roboto"/>
                <a:ea typeface="Roboto"/>
                <a:cs typeface="Roboto"/>
                <a:sym typeface="Roboto"/>
              </a:rPr>
              <a:t>Pod-ы — эфемерные: их IP постоянно меняется, они могут умирать и </a:t>
            </a:r>
            <a:r>
              <a:rPr lang="ru">
                <a:solidFill>
                  <a:schemeClr val="dk1"/>
                </a:solidFill>
                <a:latin typeface="Roboto"/>
                <a:ea typeface="Roboto"/>
                <a:cs typeface="Roboto"/>
                <a:sym typeface="Roboto"/>
              </a:rPr>
              <a:t>пересоздаваться</a:t>
            </a:r>
            <a:r>
              <a:rPr lang="ru">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Service решает эту проблему: </a:t>
            </a:r>
            <a:r>
              <a:rPr lang="ru">
                <a:solidFill>
                  <a:schemeClr val="dk1"/>
                </a:solidFill>
                <a:latin typeface="Roboto"/>
                <a:ea typeface="Roboto"/>
                <a:cs typeface="Roboto"/>
                <a:sym typeface="Roboto"/>
              </a:rPr>
              <a:t>дает</a:t>
            </a:r>
            <a:r>
              <a:rPr lang="ru">
                <a:solidFill>
                  <a:schemeClr val="dk1"/>
                </a:solidFill>
                <a:latin typeface="Roboto"/>
                <a:ea typeface="Roboto"/>
                <a:cs typeface="Roboto"/>
                <a:sym typeface="Roboto"/>
              </a:rPr>
              <a:t> постоянный виртуальный IP/DNS-имя и распределяет трафик по живым Pod-ам.</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Представьте, что у вас есть несколько Pod-ов с моделью — Service даёт пользователю один адрес (model-svc), а внутри распределяет запросы по репликам.</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rPr>
              <a:t>Цели Service</a:t>
            </a:r>
            <a:endParaRPr b="1">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lang="ru">
                <a:solidFill>
                  <a:schemeClr val="dk1"/>
                </a:solidFill>
              </a:rPr>
              <a:t>Обеспечить доступность: даже если Pod перезапускается, клиенту не нужно знать новый IP.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ru">
                <a:solidFill>
                  <a:schemeClr val="dk1"/>
                </a:solidFill>
              </a:rPr>
              <a:t>Делать балансировку нагрузки между Pod-ами.</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ru">
                <a:solidFill>
                  <a:schemeClr val="dk1"/>
                </a:solidFill>
              </a:rPr>
              <a:t>Обеспечить связь между сервисами внутри кластера (например, model-svc ↔ feature-store-svc).</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ru">
                <a:solidFill>
                  <a:schemeClr val="dk1"/>
                </a:solidFill>
              </a:rPr>
              <a:t>В облаке может автоматически создавать LoadBalancer для внешнего доступа</a:t>
            </a:r>
            <a:br>
              <a:rPr lang="ru">
                <a:solidFill>
                  <a:schemeClr val="dk1"/>
                </a:solidFill>
              </a:rPr>
            </a:br>
            <a:endParaRPr>
              <a:solidFill>
                <a:schemeClr val="dk1"/>
              </a:solidFill>
            </a:endParaRPr>
          </a:p>
          <a:p>
            <a:pPr indent="0" lvl="0" marL="0" rtl="0" algn="l">
              <a:lnSpc>
                <a:spcPct val="115000"/>
              </a:lnSpc>
              <a:spcBef>
                <a:spcPts val="1200"/>
              </a:spcBef>
              <a:spcAft>
                <a:spcPts val="0"/>
              </a:spcAft>
              <a:buNone/>
            </a:pPr>
            <a:r>
              <a:rPr lang="ru">
                <a:solidFill>
                  <a:schemeClr val="dk1"/>
                </a:solidFill>
              </a:rPr>
              <a:t>Сервис ищет Pod-ы по label-ам (например, app=model). Если появился новый Pod с таким label — он автоматически попадает под Service.</a:t>
            </a:r>
            <a:endParaRPr>
              <a:solidFill>
                <a:schemeClr val="dk1"/>
              </a:solidFill>
            </a:endParaRPr>
          </a:p>
          <a:p>
            <a:pPr indent="0" lvl="0" marL="0" rtl="0" algn="l">
              <a:lnSpc>
                <a:spcPct val="115000"/>
              </a:lnSpc>
              <a:spcBef>
                <a:spcPts val="1200"/>
              </a:spcBef>
              <a:spcAft>
                <a:spcPts val="0"/>
              </a:spcAft>
              <a:buNone/>
            </a:pPr>
            <a:r>
              <a:rPr lang="ru">
                <a:solidFill>
                  <a:schemeClr val="dk1"/>
                </a:solidFill>
              </a:rPr>
              <a:t>Существуют разные типы:</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rPr>
              <a:t>ClusterIP (по умолчанию, доступ внутри кластера)</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NodePort (доступ через порт на ноде)</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ru">
                <a:solidFill>
                  <a:schemeClr val="dk1"/>
                </a:solidFill>
              </a:rPr>
              <a:t>LoadBalancer (интеграция с облачным балансировщиком).</a:t>
            </a:r>
            <a:br>
              <a:rPr lang="ru">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b="1">
              <a:solidFill>
                <a:schemeClr val="dk1"/>
              </a:solidFill>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376cd17b01d_0_63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376cd17b01d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ru" sz="1000">
                <a:solidFill>
                  <a:schemeClr val="dk1"/>
                </a:solidFill>
                <a:latin typeface="Roboto"/>
                <a:ea typeface="Roboto"/>
                <a:cs typeface="Roboto"/>
                <a:sym typeface="Roboto"/>
              </a:rPr>
              <a:t>Volume</a:t>
            </a:r>
            <a:r>
              <a:rPr lang="ru" sz="1000">
                <a:solidFill>
                  <a:schemeClr val="dk1"/>
                </a:solidFill>
                <a:latin typeface="Roboto"/>
                <a:ea typeface="Roboto"/>
                <a:cs typeface="Roboto"/>
                <a:sym typeface="Roboto"/>
              </a:rPr>
              <a:t> — это способ дать Pod-ам доступ к данным, которые не исчезнут при перезапуске контейнеров.</a:t>
            </a:r>
            <a:endParaRPr sz="1000">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sz="1000">
                <a:solidFill>
                  <a:schemeClr val="dk1"/>
                </a:solidFill>
                <a:latin typeface="Roboto"/>
                <a:ea typeface="Roboto"/>
                <a:cs typeface="Roboto"/>
                <a:sym typeface="Roboto"/>
              </a:rPr>
              <a:t>Основные типы Volumes</a:t>
            </a:r>
            <a:endParaRPr b="1" sz="1000">
              <a:solidFill>
                <a:schemeClr val="dk1"/>
              </a:solidFill>
              <a:latin typeface="Roboto"/>
              <a:ea typeface="Roboto"/>
              <a:cs typeface="Roboto"/>
              <a:sym typeface="Roboto"/>
            </a:endParaRPr>
          </a:p>
          <a:p>
            <a:pPr indent="-292100" lvl="0" marL="457200" rtl="0" algn="l">
              <a:lnSpc>
                <a:spcPct val="115000"/>
              </a:lnSpc>
              <a:spcBef>
                <a:spcPts val="1200"/>
              </a:spcBef>
              <a:spcAft>
                <a:spcPts val="0"/>
              </a:spcAft>
              <a:buClr>
                <a:schemeClr val="dk1"/>
              </a:buClr>
              <a:buSzPts val="1000"/>
              <a:buFont typeface="Roboto"/>
              <a:buAutoNum type="arabicPeriod"/>
            </a:pPr>
            <a:r>
              <a:rPr lang="ru" sz="1000">
                <a:solidFill>
                  <a:schemeClr val="dk1"/>
                </a:solidFill>
                <a:latin typeface="Roboto"/>
                <a:ea typeface="Roboto"/>
                <a:cs typeface="Roboto"/>
                <a:sym typeface="Roboto"/>
              </a:rPr>
              <a:t>Эфемерные (живут вместе с Pod):</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emptyDir — временная папка, исчезает после удаления Pod-а.</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configMap и secret — для передачи настроек и секретов.</a:t>
            </a:r>
            <a:br>
              <a:rPr lang="ru" sz="1000">
                <a:solidFill>
                  <a:schemeClr val="dk1"/>
                </a:solidFill>
                <a:latin typeface="Roboto"/>
                <a:ea typeface="Roboto"/>
                <a:cs typeface="Roboto"/>
                <a:sym typeface="Roboto"/>
              </a:rPr>
            </a:b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AutoNum type="arabicPeriod"/>
            </a:pPr>
            <a:r>
              <a:rPr lang="ru" sz="1000">
                <a:solidFill>
                  <a:schemeClr val="dk1"/>
                </a:solidFill>
                <a:latin typeface="Roboto"/>
                <a:ea typeface="Roboto"/>
                <a:cs typeface="Roboto"/>
                <a:sym typeface="Roboto"/>
              </a:rPr>
              <a:t>Постоянные (Persistent Volumes):</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Хранят данные независимо от жизни Pod-а.</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Char char="○"/>
            </a:pPr>
            <a:r>
              <a:rPr lang="ru" sz="1000">
                <a:solidFill>
                  <a:schemeClr val="dk1"/>
                </a:solidFill>
                <a:latin typeface="Roboto"/>
                <a:ea typeface="Roboto"/>
                <a:cs typeface="Roboto"/>
                <a:sym typeface="Roboto"/>
              </a:rPr>
              <a:t>Подключаются к Pod-ам через специальный механизм </a:t>
            </a:r>
            <a:r>
              <a:rPr b="1" lang="ru" sz="1000">
                <a:solidFill>
                  <a:schemeClr val="dk1"/>
                </a:solidFill>
                <a:latin typeface="Roboto"/>
                <a:ea typeface="Roboto"/>
                <a:cs typeface="Roboto"/>
                <a:sym typeface="Roboto"/>
              </a:rPr>
              <a:t>PV и PVC</a:t>
            </a:r>
            <a:r>
              <a:rPr lang="ru" sz="1000">
                <a:solidFill>
                  <a:schemeClr val="dk1"/>
                </a:solidFill>
                <a:latin typeface="Roboto"/>
                <a:ea typeface="Roboto"/>
                <a:cs typeface="Roboto"/>
                <a:sym typeface="Roboto"/>
              </a:rPr>
              <a:t>.</a:t>
            </a:r>
            <a:br>
              <a:rPr lang="ru" sz="1000">
                <a:solidFill>
                  <a:schemeClr val="dk1"/>
                </a:solidFill>
                <a:latin typeface="Roboto"/>
                <a:ea typeface="Roboto"/>
                <a:cs typeface="Roboto"/>
                <a:sym typeface="Roboto"/>
              </a:rPr>
            </a:br>
            <a:endParaRPr sz="10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ru" sz="1000">
                <a:solidFill>
                  <a:schemeClr val="dk1"/>
                </a:solidFill>
                <a:latin typeface="Roboto"/>
                <a:ea typeface="Roboto"/>
                <a:cs typeface="Roboto"/>
                <a:sym typeface="Roboto"/>
              </a:rPr>
              <a:t>PVC и PV</a:t>
            </a:r>
            <a:endParaRPr b="1" sz="1000">
              <a:solidFill>
                <a:schemeClr val="dk1"/>
              </a:solidFill>
              <a:latin typeface="Roboto"/>
              <a:ea typeface="Roboto"/>
              <a:cs typeface="Roboto"/>
              <a:sym typeface="Roboto"/>
            </a:endParaRPr>
          </a:p>
          <a:p>
            <a:pPr indent="-292100" lvl="0" marL="457200" rtl="0" algn="l">
              <a:lnSpc>
                <a:spcPct val="115000"/>
              </a:lnSpc>
              <a:spcBef>
                <a:spcPts val="1200"/>
              </a:spcBef>
              <a:spcAft>
                <a:spcPts val="0"/>
              </a:spcAft>
              <a:buClr>
                <a:schemeClr val="dk1"/>
              </a:buClr>
              <a:buSzPts val="1000"/>
              <a:buFont typeface="Roboto"/>
              <a:buChar char="●"/>
            </a:pPr>
            <a:r>
              <a:rPr b="1" lang="ru" sz="1000">
                <a:solidFill>
                  <a:schemeClr val="dk1"/>
                </a:solidFill>
                <a:latin typeface="Roboto"/>
                <a:ea typeface="Roboto"/>
                <a:cs typeface="Roboto"/>
                <a:sym typeface="Roboto"/>
              </a:rPr>
              <a:t>PersistentVolume (PV)</a:t>
            </a:r>
            <a:endParaRPr b="1"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Это реальный диск или файловая система в кластере.</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Может быть NFS, EBS в AWS, Ceph, локальный SSD и т.д.</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Настраивается администратором или автоматически через StorageClass.</a:t>
            </a:r>
            <a:br>
              <a:rPr lang="ru" sz="1000">
                <a:solidFill>
                  <a:schemeClr val="dk1"/>
                </a:solidFill>
                <a:latin typeface="Roboto"/>
                <a:ea typeface="Roboto"/>
                <a:cs typeface="Roboto"/>
                <a:sym typeface="Roboto"/>
              </a:rPr>
            </a:b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chemeClr val="dk1"/>
              </a:buClr>
              <a:buSzPts val="1000"/>
              <a:buFont typeface="Roboto"/>
              <a:buChar char="●"/>
            </a:pPr>
            <a:r>
              <a:rPr b="1" lang="ru" sz="1000">
                <a:solidFill>
                  <a:schemeClr val="dk1"/>
                </a:solidFill>
                <a:latin typeface="Roboto"/>
                <a:ea typeface="Roboto"/>
                <a:cs typeface="Roboto"/>
                <a:sym typeface="Roboto"/>
              </a:rPr>
              <a:t>PersistentVolumeClaim (PVC)</a:t>
            </a:r>
            <a:endParaRPr b="1"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Это «заявка от приложения»: Pod просит том с параметрами (размер, режим доступа).</a:t>
            </a:r>
            <a:endParaRPr sz="1000">
              <a:solidFill>
                <a:schemeClr val="dk1"/>
              </a:solidFill>
              <a:latin typeface="Roboto"/>
              <a:ea typeface="Roboto"/>
              <a:cs typeface="Roboto"/>
              <a:sym typeface="Roboto"/>
            </a:endParaRPr>
          </a:p>
          <a:p>
            <a:pPr indent="-292100" lvl="1" marL="914400" rtl="0" algn="l">
              <a:lnSpc>
                <a:spcPct val="115000"/>
              </a:lnSpc>
              <a:spcBef>
                <a:spcPts val="0"/>
              </a:spcBef>
              <a:spcAft>
                <a:spcPts val="0"/>
              </a:spcAft>
              <a:buClr>
                <a:schemeClr val="dk1"/>
              </a:buClr>
              <a:buSzPts val="1000"/>
              <a:buFont typeface="Roboto"/>
              <a:buChar char="○"/>
            </a:pPr>
            <a:r>
              <a:rPr lang="ru" sz="1000">
                <a:solidFill>
                  <a:schemeClr val="dk1"/>
                </a:solidFill>
                <a:latin typeface="Roboto"/>
                <a:ea typeface="Roboto"/>
                <a:cs typeface="Roboto"/>
                <a:sym typeface="Roboto"/>
              </a:rPr>
              <a:t>Kubernetes ищет подходящий PV и «привязывает» его к PVC.</a:t>
            </a:r>
            <a:br>
              <a:rPr lang="ru" sz="1000">
                <a:solidFill>
                  <a:schemeClr val="dk1"/>
                </a:solidFill>
                <a:latin typeface="Roboto"/>
                <a:ea typeface="Roboto"/>
                <a:cs typeface="Roboto"/>
                <a:sym typeface="Roboto"/>
              </a:rPr>
            </a:br>
            <a:endParaRPr sz="1000">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rgbClr val="222222"/>
                </a:solidFill>
                <a:latin typeface="Roboto"/>
                <a:ea typeface="Roboto"/>
                <a:cs typeface="Roboto"/>
                <a:sym typeface="Roboto"/>
              </a:rPr>
              <a:t>use for different purposes, such as:</a:t>
            </a:r>
            <a:endParaRPr>
              <a:solidFill>
                <a:schemeClr val="dk1"/>
              </a:solidFill>
              <a:latin typeface="Roboto"/>
              <a:ea typeface="Roboto"/>
              <a:cs typeface="Roboto"/>
              <a:sym typeface="Roboto"/>
            </a:endParaRPr>
          </a:p>
          <a:p>
            <a:pPr indent="-292100" lvl="0" marL="457200" rtl="0" algn="l">
              <a:lnSpc>
                <a:spcPct val="115000"/>
              </a:lnSpc>
              <a:spcBef>
                <a:spcPts val="120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populating a configuration file based on a </a:t>
            </a:r>
            <a:r>
              <a:rPr lang="ru" sz="1000">
                <a:solidFill>
                  <a:schemeClr val="dk1"/>
                </a:solidFill>
                <a:uFill>
                  <a:noFill/>
                </a:uFill>
                <a:latin typeface="Roboto"/>
                <a:ea typeface="Roboto"/>
                <a:cs typeface="Roboto"/>
                <a:sym typeface="Roboto"/>
                <a:hlinkClick r:id="rId2">
                  <a:extLst>
                    <a:ext uri="{A12FA001-AC4F-418D-AE19-62706E023703}">
                      <ahyp:hlinkClr val="tx"/>
                    </a:ext>
                  </a:extLst>
                </a:hlinkClick>
              </a:rPr>
              <a:t>ConfigMap</a:t>
            </a:r>
            <a:r>
              <a:rPr lang="ru" sz="1000">
                <a:solidFill>
                  <a:srgbClr val="222222"/>
                </a:solidFill>
                <a:latin typeface="Roboto"/>
                <a:ea typeface="Roboto"/>
                <a:cs typeface="Roboto"/>
                <a:sym typeface="Roboto"/>
              </a:rPr>
              <a:t> or a </a:t>
            </a:r>
            <a:r>
              <a:rPr lang="ru" sz="1000">
                <a:solidFill>
                  <a:schemeClr val="dk1"/>
                </a:solidFill>
                <a:uFill>
                  <a:noFill/>
                </a:uFill>
                <a:latin typeface="Roboto"/>
                <a:ea typeface="Roboto"/>
                <a:cs typeface="Roboto"/>
                <a:sym typeface="Roboto"/>
                <a:hlinkClick r:id="rId3">
                  <a:extLst>
                    <a:ext uri="{A12FA001-AC4F-418D-AE19-62706E023703}">
                      <ahyp:hlinkClr val="tx"/>
                    </a:ext>
                  </a:extLst>
                </a:hlinkClick>
              </a:rPr>
              <a:t>Secret</a:t>
            </a:r>
            <a:endParaRPr sz="1000">
              <a:solidFill>
                <a:schemeClr val="dk1"/>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providing some temporary scratch space for a pod</a:t>
            </a:r>
            <a:endParaRPr sz="1000">
              <a:solidFill>
                <a:srgbClr val="222222"/>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sharing a filesystem between two different containers in the same pod</a:t>
            </a:r>
            <a:endParaRPr sz="1000">
              <a:solidFill>
                <a:srgbClr val="222222"/>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sharing a filesystem between two different pods (even if those Pods run on different nodes)</a:t>
            </a:r>
            <a:endParaRPr sz="1000">
              <a:solidFill>
                <a:srgbClr val="222222"/>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durably storing data so that it stays available even if the Pod restarts or is replaced</a:t>
            </a:r>
            <a:endParaRPr sz="1000">
              <a:solidFill>
                <a:srgbClr val="222222"/>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passing configuration information to an app running in a container, based on details of the Pod the container is in (for example: telling a </a:t>
            </a:r>
            <a:r>
              <a:rPr lang="ru" sz="1000">
                <a:solidFill>
                  <a:schemeClr val="dk1"/>
                </a:solidFill>
                <a:uFill>
                  <a:noFill/>
                </a:uFill>
                <a:latin typeface="Roboto"/>
                <a:ea typeface="Roboto"/>
                <a:cs typeface="Roboto"/>
                <a:sym typeface="Roboto"/>
                <a:hlinkClick r:id="rId4">
                  <a:extLst>
                    <a:ext uri="{A12FA001-AC4F-418D-AE19-62706E023703}">
                      <ahyp:hlinkClr val="tx"/>
                    </a:ext>
                  </a:extLst>
                </a:hlinkClick>
              </a:rPr>
              <a:t>sidecar container</a:t>
            </a:r>
            <a:r>
              <a:rPr lang="ru" sz="1000">
                <a:solidFill>
                  <a:srgbClr val="222222"/>
                </a:solidFill>
                <a:latin typeface="Roboto"/>
                <a:ea typeface="Roboto"/>
                <a:cs typeface="Roboto"/>
                <a:sym typeface="Roboto"/>
              </a:rPr>
              <a:t> what namespace the Pod is running in)</a:t>
            </a:r>
            <a:endParaRPr sz="1000">
              <a:solidFill>
                <a:srgbClr val="222222"/>
              </a:solidFill>
              <a:latin typeface="Roboto"/>
              <a:ea typeface="Roboto"/>
              <a:cs typeface="Roboto"/>
              <a:sym typeface="Roboto"/>
            </a:endParaRPr>
          </a:p>
          <a:p>
            <a:pPr indent="-292100" lvl="0" marL="457200" rtl="0" algn="l">
              <a:lnSpc>
                <a:spcPct val="115000"/>
              </a:lnSpc>
              <a:spcBef>
                <a:spcPts val="0"/>
              </a:spcBef>
              <a:spcAft>
                <a:spcPts val="0"/>
              </a:spcAft>
              <a:buClr>
                <a:srgbClr val="222222"/>
              </a:buClr>
              <a:buSzPts val="1000"/>
              <a:buFont typeface="Roboto"/>
              <a:buChar char="●"/>
            </a:pPr>
            <a:r>
              <a:rPr lang="ru" sz="1000">
                <a:solidFill>
                  <a:srgbClr val="222222"/>
                </a:solidFill>
                <a:latin typeface="Roboto"/>
                <a:ea typeface="Roboto"/>
                <a:cs typeface="Roboto"/>
                <a:sym typeface="Roboto"/>
              </a:rPr>
              <a:t>providing read-only access to data in a different container image</a:t>
            </a:r>
            <a:endParaRPr sz="1000">
              <a:solidFill>
                <a:srgbClr val="222222"/>
              </a:solidFill>
              <a:latin typeface="Roboto"/>
              <a:ea typeface="Roboto"/>
              <a:cs typeface="Roboto"/>
              <a:sym typeface="Roboto"/>
            </a:endParaRPr>
          </a:p>
          <a:p>
            <a:pPr indent="0" lvl="0" marL="0" rtl="0" algn="l">
              <a:lnSpc>
                <a:spcPct val="115000"/>
              </a:lnSpc>
              <a:spcBef>
                <a:spcPts val="1200"/>
              </a:spcBef>
              <a:spcAft>
                <a:spcPts val="1200"/>
              </a:spcAft>
              <a:buNone/>
            </a:pPr>
            <a:r>
              <a:t/>
            </a:r>
            <a:endParaRPr sz="1000">
              <a:solidFill>
                <a:schemeClr val="dk1"/>
              </a:solidFill>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76cd17b01d_0_64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76cd17b01d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ru">
                <a:solidFill>
                  <a:schemeClr val="dk1"/>
                </a:solidFill>
                <a:latin typeface="Roboto"/>
                <a:ea typeface="Roboto"/>
                <a:cs typeface="Roboto"/>
                <a:sym typeface="Roboto"/>
              </a:rPr>
              <a:t>Namespace</a:t>
            </a:r>
            <a:r>
              <a:rPr lang="ru">
                <a:solidFill>
                  <a:schemeClr val="dk1"/>
                </a:solidFill>
                <a:latin typeface="Roboto"/>
                <a:ea typeface="Roboto"/>
                <a:cs typeface="Roboto"/>
                <a:sym typeface="Roboto"/>
              </a:rPr>
              <a:t> — это логическая «папка» внутри Kubernetes-кластера.</a:t>
            </a:r>
            <a:endParaRPr>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Ресурсы (Pod, Service, Deployment и т. д.) должны иметь уникальные имена внутри Namespace, но не обязательно во всём кластере.</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Namespace нельзя вложить друг в друга, и объект может принадлежать только одному Namespace.</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Зачем нужны</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Удобно разделять среды: dev, staging, prod.</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Удобно разделять ресурсы между командами/проектами.</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Можно накладывать ограничения (CPU, память) и сетевые политики отдельно на Namespace.</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Нюансы</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В маленьких кластерах (1–2 команды) можно обойтись и без Namespace.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Но когда проект растёт, Namespace становится важным инструментом для организации работы.</a:t>
            </a:r>
            <a:endParaRPr>
              <a:solidFill>
                <a:schemeClr val="dk1"/>
              </a:solidFill>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376cd17b01d_0_65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376cd17b01d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ru">
                <a:solidFill>
                  <a:schemeClr val="dk1"/>
                </a:solidFill>
                <a:latin typeface="Roboto"/>
                <a:ea typeface="Roboto"/>
                <a:cs typeface="Roboto"/>
                <a:sym typeface="Roboto"/>
              </a:rPr>
              <a:t>Контроллеры в Kubernetes — это процессы, которые следят за состоянием кластера и автоматически приводят его к желаемому состоянию</a:t>
            </a:r>
            <a:endParaRPr>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Вы описываете в манифесте что хотите (например: «3 Pod-а с моделью»).</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Контроллер проверяет что есть сейчас.</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Если реальность отличается от желаемого состояния → контроллер создаёт/удаляет/перезапускает объекты.</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Контроллеров в k8s много. На слайде основные примеры</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ReplicaSet</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Что делает:</a:t>
            </a:r>
            <a:r>
              <a:rPr lang="ru">
                <a:solidFill>
                  <a:schemeClr val="dk1"/>
                </a:solidFill>
                <a:latin typeface="Roboto"/>
                <a:ea typeface="Roboto"/>
                <a:cs typeface="Roboto"/>
                <a:sym typeface="Roboto"/>
              </a:rPr>
              <a:t> следит, чтобы всегда работало заданное число Pod-ов.</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Проблема:</a:t>
            </a:r>
            <a:r>
              <a:rPr lang="ru">
                <a:solidFill>
                  <a:schemeClr val="dk1"/>
                </a:solidFill>
                <a:latin typeface="Roboto"/>
                <a:ea typeface="Roboto"/>
                <a:cs typeface="Roboto"/>
                <a:sym typeface="Roboto"/>
              </a:rPr>
              <a:t> Pod-ы могут упасть; ReplicaSet автоматически создаёт новые.</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Нюансы:</a:t>
            </a:r>
            <a:r>
              <a:rPr lang="ru">
                <a:solidFill>
                  <a:schemeClr val="dk1"/>
                </a:solidFill>
                <a:latin typeface="Roboto"/>
                <a:ea typeface="Roboto"/>
                <a:cs typeface="Roboto"/>
                <a:sym typeface="Roboto"/>
              </a:rPr>
              <a:t> обычно не используют напрямую, а через Deployment.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Пример:</a:t>
            </a:r>
            <a:r>
              <a:rPr lang="ru">
                <a:solidFill>
                  <a:schemeClr val="dk1"/>
                </a:solidFill>
                <a:latin typeface="Roboto"/>
                <a:ea typeface="Roboto"/>
                <a:cs typeface="Roboto"/>
                <a:sym typeface="Roboto"/>
              </a:rPr>
              <a:t> держать 3 реплики модели инференса, чтобы сервис всегда был доступен.</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Deployment</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Что делает:</a:t>
            </a:r>
            <a:r>
              <a:rPr lang="ru">
                <a:solidFill>
                  <a:schemeClr val="dk1"/>
                </a:solidFill>
                <a:latin typeface="Roboto"/>
                <a:ea typeface="Roboto"/>
                <a:cs typeface="Roboto"/>
                <a:sym typeface="Roboto"/>
              </a:rPr>
              <a:t> управляет ReplicaSet, позволяет обновлять Pod-ы без даунтайма (rolling update).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Проблема:</a:t>
            </a:r>
            <a:r>
              <a:rPr lang="ru">
                <a:solidFill>
                  <a:schemeClr val="dk1"/>
                </a:solidFill>
                <a:latin typeface="Roboto"/>
                <a:ea typeface="Roboto"/>
                <a:cs typeface="Roboto"/>
                <a:sym typeface="Roboto"/>
              </a:rPr>
              <a:t> вручную обновлять Pod-ы небезопасно и неудобно.</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Нюансы:</a:t>
            </a:r>
            <a:r>
              <a:rPr lang="ru">
                <a:solidFill>
                  <a:schemeClr val="dk1"/>
                </a:solidFill>
                <a:latin typeface="Roboto"/>
                <a:ea typeface="Roboto"/>
                <a:cs typeface="Roboto"/>
                <a:sym typeface="Roboto"/>
              </a:rPr>
              <a:t> поддерживает масштабирование и откаты (rollback).</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Пример:</a:t>
            </a:r>
            <a:r>
              <a:rPr lang="ru">
                <a:solidFill>
                  <a:schemeClr val="dk1"/>
                </a:solidFill>
                <a:latin typeface="Roboto"/>
                <a:ea typeface="Roboto"/>
                <a:cs typeface="Roboto"/>
                <a:sym typeface="Roboto"/>
              </a:rPr>
              <a:t> выкатить новую версию ML API без остановки сервиса.</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StatefulSe</a:t>
            </a:r>
            <a:r>
              <a:rPr b="1" lang="ru">
                <a:solidFill>
                  <a:schemeClr val="dk1"/>
                </a:solidFill>
                <a:latin typeface="Roboto"/>
                <a:ea typeface="Roboto"/>
                <a:cs typeface="Roboto"/>
                <a:sym typeface="Roboto"/>
              </a:rPr>
              <a:t>t</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Что делает:</a:t>
            </a:r>
            <a:r>
              <a:rPr lang="ru">
                <a:solidFill>
                  <a:schemeClr val="dk1"/>
                </a:solidFill>
                <a:latin typeface="Roboto"/>
                <a:ea typeface="Roboto"/>
                <a:cs typeface="Roboto"/>
                <a:sym typeface="Roboto"/>
              </a:rPr>
              <a:t> управляет Pod-ами, которым нужна </a:t>
            </a:r>
            <a:r>
              <a:rPr b="1" lang="ru">
                <a:solidFill>
                  <a:schemeClr val="dk1"/>
                </a:solidFill>
                <a:latin typeface="Roboto"/>
                <a:ea typeface="Roboto"/>
                <a:cs typeface="Roboto"/>
                <a:sym typeface="Roboto"/>
              </a:rPr>
              <a:t>фиксированная идентичность</a:t>
            </a:r>
            <a:r>
              <a:rPr lang="ru">
                <a:solidFill>
                  <a:schemeClr val="dk1"/>
                </a:solidFill>
                <a:latin typeface="Roboto"/>
                <a:ea typeface="Roboto"/>
                <a:cs typeface="Roboto"/>
                <a:sym typeface="Roboto"/>
              </a:rPr>
              <a:t> (имя, тома).</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Проблема:</a:t>
            </a:r>
            <a:r>
              <a:rPr lang="ru">
                <a:solidFill>
                  <a:schemeClr val="dk1"/>
                </a:solidFill>
                <a:latin typeface="Roboto"/>
                <a:ea typeface="Roboto"/>
                <a:cs typeface="Roboto"/>
                <a:sym typeface="Roboto"/>
              </a:rPr>
              <a:t> базы данных и stateful-приложения не могут работать на эфемерных Pod-ах.</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b="1" lang="ru">
                <a:solidFill>
                  <a:schemeClr val="dk1"/>
                </a:solidFill>
                <a:latin typeface="Roboto"/>
                <a:ea typeface="Roboto"/>
                <a:cs typeface="Roboto"/>
                <a:sym typeface="Roboto"/>
              </a:rPr>
              <a:t>Нюансы:</a:t>
            </a:r>
            <a:endParaRPr b="1">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Pod-ы получают уникальные имена (pod-0, pod-1),</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PV привязывается к Pod-у и сохраняется при его пересоздании.</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Пример:</a:t>
            </a:r>
            <a:r>
              <a:rPr lang="ru">
                <a:solidFill>
                  <a:schemeClr val="dk1"/>
                </a:solidFill>
                <a:latin typeface="Roboto"/>
                <a:ea typeface="Roboto"/>
                <a:cs typeface="Roboto"/>
                <a:sym typeface="Roboto"/>
              </a:rPr>
              <a:t> PostgreSQL, Kafka, Redis, ML feature store.</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DaemonSet</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Что делает:</a:t>
            </a:r>
            <a:r>
              <a:rPr lang="ru">
                <a:solidFill>
                  <a:schemeClr val="dk1"/>
                </a:solidFill>
                <a:latin typeface="Roboto"/>
                <a:ea typeface="Roboto"/>
                <a:cs typeface="Roboto"/>
                <a:sym typeface="Roboto"/>
              </a:rPr>
              <a:t> гарантирует, что Pod будет запущен </a:t>
            </a:r>
            <a:r>
              <a:rPr b="1" lang="ru">
                <a:solidFill>
                  <a:schemeClr val="dk1"/>
                </a:solidFill>
                <a:latin typeface="Roboto"/>
                <a:ea typeface="Roboto"/>
                <a:cs typeface="Roboto"/>
                <a:sym typeface="Roboto"/>
              </a:rPr>
              <a:t>на каждом узле (Node)</a:t>
            </a:r>
            <a:r>
              <a:rPr lang="ru">
                <a:solidFill>
                  <a:schemeClr val="dk1"/>
                </a:solidFill>
                <a:latin typeface="Roboto"/>
                <a:ea typeface="Roboto"/>
                <a:cs typeface="Roboto"/>
                <a:sym typeface="Roboto"/>
              </a:rPr>
              <a:t> кластера.</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Что такое Node:</a:t>
            </a:r>
            <a:r>
              <a:rPr lang="ru">
                <a:solidFill>
                  <a:schemeClr val="dk1"/>
                </a:solidFill>
                <a:latin typeface="Roboto"/>
                <a:ea typeface="Roboto"/>
                <a:cs typeface="Roboto"/>
                <a:sym typeface="Roboto"/>
              </a:rPr>
              <a:t> это рабочая машина в кластере (физический сервер или виртуалка), на которой запускаются Pod-ы.</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Проблема:</a:t>
            </a:r>
            <a:r>
              <a:rPr lang="ru">
                <a:solidFill>
                  <a:schemeClr val="dk1"/>
                </a:solidFill>
                <a:latin typeface="Roboto"/>
                <a:ea typeface="Roboto"/>
                <a:cs typeface="Roboto"/>
                <a:sym typeface="Roboto"/>
              </a:rPr>
              <a:t> нужно, чтобы определённые сервисы работали на всех узлах (например, сбор метрик).</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Нюансы:</a:t>
            </a:r>
            <a:r>
              <a:rPr lang="ru">
                <a:solidFill>
                  <a:schemeClr val="dk1"/>
                </a:solidFill>
                <a:latin typeface="Roboto"/>
                <a:ea typeface="Roboto"/>
                <a:cs typeface="Roboto"/>
                <a:sym typeface="Roboto"/>
              </a:rPr>
              <a:t> при добавлении нового Node Pod из DaemonSet автоматически разворачивается и там.</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Пример:</a:t>
            </a:r>
            <a:r>
              <a:rPr lang="ru">
                <a:solidFill>
                  <a:schemeClr val="dk1"/>
                </a:solidFill>
                <a:latin typeface="Roboto"/>
                <a:ea typeface="Roboto"/>
                <a:cs typeface="Roboto"/>
                <a:sym typeface="Roboto"/>
              </a:rPr>
              <a:t> агенты мониторинга (Prometheus Node Exporter), лог-сборщики (Fluentd).</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Job</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Что делает:</a:t>
            </a:r>
            <a:r>
              <a:rPr lang="ru">
                <a:solidFill>
                  <a:schemeClr val="dk1"/>
                </a:solidFill>
                <a:latin typeface="Roboto"/>
                <a:ea typeface="Roboto"/>
                <a:cs typeface="Roboto"/>
                <a:sym typeface="Roboto"/>
              </a:rPr>
              <a:t> запускает Pod до завершения задачи.</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Проблема:</a:t>
            </a:r>
            <a:r>
              <a:rPr lang="ru">
                <a:solidFill>
                  <a:schemeClr val="dk1"/>
                </a:solidFill>
                <a:latin typeface="Roboto"/>
                <a:ea typeface="Roboto"/>
                <a:cs typeface="Roboto"/>
                <a:sym typeface="Roboto"/>
              </a:rPr>
              <a:t> нужны разовые вычисления, а не постоянно работающий сервис.</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Нюансы:</a:t>
            </a:r>
            <a:r>
              <a:rPr lang="ru">
                <a:solidFill>
                  <a:schemeClr val="dk1"/>
                </a:solidFill>
                <a:latin typeface="Roboto"/>
                <a:ea typeface="Roboto"/>
                <a:cs typeface="Roboto"/>
                <a:sym typeface="Roboto"/>
              </a:rPr>
              <a:t> гарантирует выполнение задачи даже при сбое (перезапустит Pod).</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Пример:</a:t>
            </a:r>
            <a:r>
              <a:rPr lang="ru">
                <a:solidFill>
                  <a:schemeClr val="dk1"/>
                </a:solidFill>
                <a:latin typeface="Roboto"/>
                <a:ea typeface="Roboto"/>
                <a:cs typeface="Roboto"/>
                <a:sym typeface="Roboto"/>
              </a:rPr>
              <a:t> переобучение модели, подготовка датасета, батч-инференс.</a:t>
            </a:r>
            <a:endParaRPr>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br>
              <a:rPr lang="ru">
                <a:solidFill>
                  <a:schemeClr val="dk1"/>
                </a:solidFill>
                <a:latin typeface="Roboto"/>
                <a:ea typeface="Roboto"/>
                <a:cs typeface="Roboto"/>
                <a:sym typeface="Roboto"/>
              </a:rPr>
            </a:b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376cd17b01d_0_72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376cd17b01d_0_7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ru">
                <a:solidFill>
                  <a:srgbClr val="333333"/>
                </a:solidFill>
                <a:latin typeface="Roboto"/>
                <a:ea typeface="Roboto"/>
                <a:cs typeface="Roboto"/>
                <a:sym typeface="Roboto"/>
              </a:rPr>
              <a:t>YAML-манифесты — это декларативные файлы, в которых описывается желаемое состояние объектов Kubernetes (Pods, Services, Deployments и т.д.).</a:t>
            </a:r>
            <a:endParaRPr>
              <a:solidFill>
                <a:srgbClr val="333333"/>
              </a:solidFill>
              <a:latin typeface="Roboto"/>
              <a:ea typeface="Roboto"/>
              <a:cs typeface="Roboto"/>
              <a:sym typeface="Roboto"/>
            </a:endParaRPr>
          </a:p>
          <a:p>
            <a:pPr indent="-298450" lvl="0" marL="457200" rtl="0" algn="l">
              <a:lnSpc>
                <a:spcPct val="115000"/>
              </a:lnSpc>
              <a:spcBef>
                <a:spcPts val="1200"/>
              </a:spcBef>
              <a:spcAft>
                <a:spcPts val="0"/>
              </a:spcAft>
              <a:buClr>
                <a:srgbClr val="333333"/>
              </a:buClr>
              <a:buSzPts val="1100"/>
              <a:buFont typeface="Roboto"/>
              <a:buChar char="●"/>
            </a:pPr>
            <a:r>
              <a:rPr lang="ru">
                <a:solidFill>
                  <a:srgbClr val="333333"/>
                </a:solidFill>
                <a:latin typeface="Roboto"/>
                <a:ea typeface="Roboto"/>
                <a:cs typeface="Roboto"/>
                <a:sym typeface="Roboto"/>
              </a:rPr>
              <a:t>Вы пишете манифест → применяете его командой kubectl apply -f file.yaml → Kubernetes приводит кластер в соответствие с этим описанием</a:t>
            </a:r>
            <a:endParaRPr>
              <a:solidFill>
                <a:srgbClr val="333333"/>
              </a:solidFill>
              <a:latin typeface="Roboto"/>
              <a:ea typeface="Roboto"/>
              <a:cs typeface="Roboto"/>
              <a:sym typeface="Roboto"/>
            </a:endParaRPr>
          </a:p>
          <a:p>
            <a:pPr indent="-298450" lvl="0" marL="457200" rtl="0" algn="l">
              <a:lnSpc>
                <a:spcPct val="115000"/>
              </a:lnSpc>
              <a:spcBef>
                <a:spcPts val="0"/>
              </a:spcBef>
              <a:spcAft>
                <a:spcPts val="0"/>
              </a:spcAft>
              <a:buClr>
                <a:srgbClr val="333333"/>
              </a:buClr>
              <a:buSzPts val="1100"/>
              <a:buFont typeface="Roboto"/>
              <a:buChar char="●"/>
            </a:pPr>
            <a:r>
              <a:rPr lang="ru">
                <a:solidFill>
                  <a:srgbClr val="333333"/>
                </a:solidFill>
                <a:latin typeface="Roboto"/>
                <a:ea typeface="Roboto"/>
                <a:cs typeface="Roboto"/>
                <a:sym typeface="Roboto"/>
              </a:rPr>
              <a:t>YAML-манифесты хороши для начала, но если у вас десятки или сотни сервисов, управлять большим количеством файлов становится неудобно</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76cd17b01d_0_74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376cd17b01d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Helm — это пакетный менеджер для Kubernetes. Helm Charts — набор манифестов, объединённых в один шаблон с переменными, которые можно переиспользовать.</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b="1" lang="ru">
                <a:solidFill>
                  <a:schemeClr val="dk1"/>
                </a:solidFill>
                <a:latin typeface="Roboto"/>
                <a:ea typeface="Roboto"/>
                <a:cs typeface="Roboto"/>
                <a:sym typeface="Roboto"/>
              </a:rPr>
              <a:t>Как используются:</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Позволяют управлять сложными приложениями (например, PostgreSQL, Prometheus, ArgoCD).</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Вы задаёте параметры в values.yaml, а Helm сам подставляет их в шаблоны и деплоит в кластер.</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76cd17b01d_0_67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76cd17b01d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76cd17b01d_0_68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376cd17b01d_0_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ru">
                <a:solidFill>
                  <a:schemeClr val="dk1"/>
                </a:solidFill>
                <a:latin typeface="Roboto"/>
                <a:ea typeface="Roboto"/>
                <a:cs typeface="Roboto"/>
                <a:sym typeface="Roboto"/>
              </a:rPr>
              <a:t>Основные Flavors</a:t>
            </a:r>
            <a:endParaRPr b="1">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Minikube</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Запускает кластер Kubernetes локально на ноутбуке/ПК.</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Поддерживает разные драйверы виртуализации (VirtualBox, Docker, Podman и др.).</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lang="ru">
                <a:solidFill>
                  <a:schemeClr val="dk1"/>
                </a:solidFill>
                <a:latin typeface="Roboto"/>
                <a:ea typeface="Roboto"/>
                <a:cs typeface="Roboto"/>
                <a:sym typeface="Roboto"/>
              </a:rPr>
              <a:t>Простой в установке и использовании → идеально подходит для </a:t>
            </a:r>
            <a:r>
              <a:rPr b="1" lang="ru">
                <a:solidFill>
                  <a:schemeClr val="dk1"/>
                </a:solidFill>
                <a:latin typeface="Roboto"/>
                <a:ea typeface="Roboto"/>
                <a:cs typeface="Roboto"/>
                <a:sym typeface="Roboto"/>
              </a:rPr>
              <a:t>обучения</a:t>
            </a:r>
            <a:r>
              <a:rPr lang="ru">
                <a:solidFill>
                  <a:schemeClr val="dk1"/>
                </a:solidFill>
                <a:latin typeface="Roboto"/>
                <a:ea typeface="Roboto"/>
                <a:cs typeface="Roboto"/>
                <a:sym typeface="Roboto"/>
              </a:rPr>
              <a:t> и быстрых экспериментов.</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 👉 Мы будем использовать именно </a:t>
            </a:r>
            <a:r>
              <a:rPr b="1" lang="ru">
                <a:solidFill>
                  <a:schemeClr val="dk1"/>
                </a:solidFill>
                <a:latin typeface="Roboto"/>
                <a:ea typeface="Roboto"/>
                <a:cs typeface="Roboto"/>
                <a:sym typeface="Roboto"/>
              </a:rPr>
              <a:t>Minikube</a:t>
            </a:r>
            <a:r>
              <a:rPr lang="ru">
                <a:solidFill>
                  <a:schemeClr val="dk1"/>
                </a:solidFill>
                <a:latin typeface="Roboto"/>
                <a:ea typeface="Roboto"/>
                <a:cs typeface="Roboto"/>
                <a:sym typeface="Roboto"/>
              </a:rPr>
              <a:t> для практики на вебинаре.</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kind (Kubernetes in Docker)</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latin typeface="Roboto"/>
                <a:ea typeface="Roboto"/>
                <a:cs typeface="Roboto"/>
                <a:sym typeface="Roboto"/>
              </a:rPr>
              <a:t>Запускает кластер Kubernetes </a:t>
            </a:r>
            <a:r>
              <a:rPr b="1" lang="ru">
                <a:solidFill>
                  <a:schemeClr val="dk1"/>
                </a:solidFill>
                <a:latin typeface="Roboto"/>
                <a:ea typeface="Roboto"/>
                <a:cs typeface="Roboto"/>
                <a:sym typeface="Roboto"/>
              </a:rPr>
              <a:t>внутри Docker-контейнеров</a:t>
            </a:r>
            <a:r>
              <a:rPr lang="ru">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Лёгкий и быстрый, часто используется для CI/CD пайплайнов (например, прогон тестов в GitHub Actions).</a:t>
            </a:r>
            <a:r>
              <a:rPr lang="ru">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ru">
                <a:solidFill>
                  <a:schemeClr val="dk1"/>
                </a:solidFill>
                <a:latin typeface="Roboto"/>
                <a:ea typeface="Roboto"/>
                <a:cs typeface="Roboto"/>
                <a:sym typeface="Roboto"/>
              </a:rPr>
              <a:t>👉 Хорош для разработчиков и автоматического тестирования.</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k0s</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Лёгкий и минималистичный дистрибутив Kubernetes.</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Удобен для edge-сценариев (IoT, распределённые вычисления).</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MicroK8s</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Дистрибутив от Canonical (разработчики Ubuntu).</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Ставится одной командой, часто используется для локальной разработки и edge.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Есть встроенные аддоны (например, monitoring, dashboard).</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t/>
            </a:r>
            <a:endParaRPr b="1">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Production Flavors</a:t>
            </a:r>
            <a:endParaRPr b="1">
              <a:solidFill>
                <a:schemeClr val="dk1"/>
              </a:solidFill>
              <a:latin typeface="Roboto"/>
              <a:ea typeface="Roboto"/>
              <a:cs typeface="Roboto"/>
              <a:sym typeface="Roboto"/>
            </a:endParaRPr>
          </a:p>
          <a:p>
            <a:pPr indent="0" lvl="0" marL="0" rtl="0" algn="l">
              <a:lnSpc>
                <a:spcPct val="115000"/>
              </a:lnSpc>
              <a:spcBef>
                <a:spcPts val="1200"/>
              </a:spcBef>
              <a:spcAft>
                <a:spcPts val="0"/>
              </a:spcAft>
              <a:buClr>
                <a:schemeClr val="dk1"/>
              </a:buClr>
              <a:buSzPts val="1100"/>
              <a:buFont typeface="Arial"/>
              <a:buNone/>
            </a:pPr>
            <a:r>
              <a:rPr lang="ru">
                <a:solidFill>
                  <a:schemeClr val="dk1"/>
                </a:solidFill>
                <a:latin typeface="Roboto"/>
                <a:ea typeface="Roboto"/>
                <a:cs typeface="Roboto"/>
                <a:sym typeface="Roboto"/>
              </a:rPr>
              <a:t>В реальном продакшене редко используют Minikube или kind. Чаще применяют:</a:t>
            </a:r>
            <a:endParaRPr>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Vanilla Kubernetes</a:t>
            </a:r>
            <a:r>
              <a:rPr lang="ru">
                <a:solidFill>
                  <a:schemeClr val="dk1"/>
                </a:solidFill>
                <a:latin typeface="Roboto"/>
                <a:ea typeface="Roboto"/>
                <a:cs typeface="Roboto"/>
                <a:sym typeface="Roboto"/>
              </a:rPr>
              <a:t> (самостоятельная установка, часто через kubeadm).</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Managed Kubernetes в облаках </a:t>
            </a:r>
            <a:r>
              <a:rPr lang="ru">
                <a:solidFill>
                  <a:schemeClr val="dk1"/>
                </a:solidFill>
                <a:latin typeface="Roboto"/>
                <a:ea typeface="Roboto"/>
                <a:cs typeface="Roboto"/>
                <a:sym typeface="Roboto"/>
              </a:rPr>
              <a:t>(о</a:t>
            </a:r>
            <a:r>
              <a:rPr lang="ru">
                <a:solidFill>
                  <a:schemeClr val="dk1"/>
                </a:solidFill>
                <a:latin typeface="Roboto"/>
                <a:ea typeface="Roboto"/>
                <a:cs typeface="Roboto"/>
                <a:sym typeface="Roboto"/>
              </a:rPr>
              <a:t>ни снимают с инженеров часть забот: апгрейды, отказоустойчивость, интеграцию с облаком</a:t>
            </a:r>
            <a:r>
              <a:rPr lang="ru">
                <a:solidFill>
                  <a:schemeClr val="dk1"/>
                </a:solidFill>
                <a:latin typeface="Roboto"/>
                <a:ea typeface="Roboto"/>
                <a:cs typeface="Roboto"/>
                <a:sym typeface="Roboto"/>
              </a:rPr>
              <a:t>):</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AWS EKS</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Google GKE</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Azure AKS</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Yandex Managed Service for Kubernetes.</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b="1">
              <a:solidFill>
                <a:schemeClr val="dk1"/>
              </a:solidFill>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76cd17b01d_0_50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376cd17b01d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Argo</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latin typeface="Roboto"/>
                <a:ea typeface="Roboto"/>
                <a:cs typeface="Roboto"/>
                <a:sym typeface="Roboto"/>
              </a:rPr>
              <a:t>Набор инструментов для GitOps и управления workflow.</a:t>
            </a:r>
            <a:br>
              <a:rPr lang="ru">
                <a:solidFill>
                  <a:schemeClr val="dk1"/>
                </a:solidFill>
                <a:latin typeface="Roboto"/>
                <a:ea typeface="Roboto"/>
                <a:cs typeface="Roboto"/>
                <a:sym typeface="Roboto"/>
              </a:rPr>
            </a:br>
            <a:r>
              <a:rPr lang="ru">
                <a:solidFill>
                  <a:schemeClr val="dk1"/>
                </a:solidFill>
                <a:latin typeface="Roboto"/>
                <a:ea typeface="Roboto"/>
                <a:cs typeface="Roboto"/>
                <a:sym typeface="Roboto"/>
              </a:rPr>
              <a:t>Позволяет автоматизировать деплой приложений, запускать пайплайны ML/CI/CD — “отслеживает” изменения в GitLab/GitHub (CI/CD) и автоматически применяет их в Kubernetes-кластере.</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ArgoCD</a:t>
            </a:r>
            <a:r>
              <a:rPr lang="ru">
                <a:solidFill>
                  <a:schemeClr val="dk1"/>
                </a:solidFill>
                <a:latin typeface="Roboto"/>
                <a:ea typeface="Roboto"/>
                <a:cs typeface="Roboto"/>
                <a:sym typeface="Roboto"/>
              </a:rPr>
              <a:t> → автоматический деплой приложения в кластер при изменении кода в Git.</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Char char="○"/>
            </a:pPr>
            <a:r>
              <a:rPr b="1" lang="ru">
                <a:solidFill>
                  <a:schemeClr val="dk1"/>
                </a:solidFill>
                <a:latin typeface="Roboto"/>
                <a:ea typeface="Roboto"/>
                <a:cs typeface="Roboto"/>
                <a:sym typeface="Roboto"/>
              </a:rPr>
              <a:t>Argo Workflows</a:t>
            </a:r>
            <a:r>
              <a:rPr lang="ru">
                <a:solidFill>
                  <a:schemeClr val="dk1"/>
                </a:solidFill>
                <a:latin typeface="Roboto"/>
                <a:ea typeface="Roboto"/>
                <a:cs typeface="Roboto"/>
                <a:sym typeface="Roboto"/>
              </a:rPr>
              <a:t> → запуск ML-пайплайна (например, обучение модели, тесты, деплой).</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ru">
                <a:solidFill>
                  <a:schemeClr val="dk1"/>
                </a:solidFill>
                <a:latin typeface="Roboto"/>
                <a:ea typeface="Roboto"/>
                <a:cs typeface="Roboto"/>
                <a:sym typeface="Roboto"/>
              </a:rPr>
              <a:t>Vault (HashiCorp Vault)</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lang="ru">
                <a:solidFill>
                  <a:schemeClr val="dk1"/>
                </a:solidFill>
                <a:latin typeface="Roboto"/>
                <a:ea typeface="Roboto"/>
                <a:cs typeface="Roboto"/>
                <a:sym typeface="Roboto"/>
              </a:rPr>
              <a:t>Система управления секретами и конфиденциальными данными (пароли, API-ключи, сертификаты).</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Безопасно хранит и раздаёт доступ приложениям внутри Kubernetes.</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Приложение в k8s берёт пароль к БД не из yaml, а из Vault.</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Обновление ключей без перезапуска приложения.</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b="1" lang="ru">
                <a:solidFill>
                  <a:schemeClr val="dk1"/>
                </a:solidFill>
                <a:latin typeface="Roboto"/>
                <a:ea typeface="Roboto"/>
                <a:cs typeface="Roboto"/>
                <a:sym typeface="Roboto"/>
              </a:rPr>
              <a:t>Lens</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Char char="●"/>
            </a:pPr>
            <a:r>
              <a:rPr b="1" lang="ru">
                <a:solidFill>
                  <a:schemeClr val="dk1"/>
                </a:solidFill>
                <a:latin typeface="Roboto"/>
                <a:ea typeface="Roboto"/>
                <a:cs typeface="Roboto"/>
                <a:sym typeface="Roboto"/>
              </a:rPr>
              <a:t>GUI </a:t>
            </a:r>
            <a:r>
              <a:rPr lang="ru">
                <a:solidFill>
                  <a:schemeClr val="dk1"/>
                </a:solidFill>
                <a:latin typeface="Roboto"/>
                <a:ea typeface="Roboto"/>
                <a:cs typeface="Roboto"/>
                <a:sym typeface="Roboto"/>
              </a:rPr>
              <a:t>для управления Kubernetes-кластером.</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Удобная альтернатива kubectl для тех, кто только начинает.</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Показывает ресурсы, поды, логи, метрики в реальном времени.</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Студент зашёл в Lens → видит свои поды и их статус.</a:t>
            </a:r>
            <a:endParaRPr>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Можно быстро найти под с ошибкой и открыть его логи без командной строки.</a:t>
            </a:r>
            <a:br>
              <a:rPr lang="ru">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latin typeface="Roboto"/>
              <a:ea typeface="Roboto"/>
              <a:cs typeface="Roboto"/>
              <a:sym typeface="Roboto"/>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76cd17b01d_0_75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76cd17b01d_0_7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ru">
                <a:solidFill>
                  <a:schemeClr val="dk1"/>
                </a:solidFill>
                <a:latin typeface="Roboto"/>
                <a:ea typeface="Roboto"/>
                <a:cs typeface="Roboto"/>
                <a:sym typeface="Roboto"/>
              </a:rPr>
              <a:t>Нюансы работы</a:t>
            </a:r>
            <a:endParaRPr b="1">
              <a:solidFill>
                <a:schemeClr val="dk1"/>
              </a:solidFill>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a:solidFill>
                  <a:schemeClr val="dk1"/>
                </a:solidFill>
                <a:latin typeface="Roboto"/>
                <a:ea typeface="Roboto"/>
                <a:cs typeface="Roboto"/>
                <a:sym typeface="Roboto"/>
              </a:rPr>
              <a:t>kubectl работает через kubeconfig (обычно ~/.kube/config), где хранится информация о кластере и токены доступа.</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Есть разные contexts — можно переключаться между кластерами (kubectl config use-context).</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У kubectl есть плагины (например, kubectl neat, kubectl tree).</a:t>
            </a:r>
            <a:endParaRPr>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a:solidFill>
                  <a:schemeClr val="dk1"/>
                </a:solidFill>
                <a:latin typeface="Roboto"/>
                <a:ea typeface="Roboto"/>
                <a:cs typeface="Roboto"/>
                <a:sym typeface="Roboto"/>
              </a:rPr>
              <a:t>Есть возможность exec внутрь пода и работать как в обычном контейнере.</a:t>
            </a:r>
            <a:endParaRPr b="1">
              <a:solidFill>
                <a:schemeClr val="dk1"/>
              </a:solidFill>
              <a:latin typeface="Roboto"/>
              <a:ea typeface="Roboto"/>
              <a:cs typeface="Roboto"/>
              <a:sym typeface="Roboto"/>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376cd17b01d_0_51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376cd17b01d_0_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76cd17b01d_0_34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76cd17b01d_0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76cd17b01d_0_56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376cd17b01d_0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76cd17b01d_0_37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76cd17b01d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76cd17b01d_0_52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g376cd17b01d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ru">
                <a:solidFill>
                  <a:schemeClr val="dk1"/>
                </a:solidFill>
              </a:rPr>
              <a:t>Запуск кластера</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Установить и запустить Minikube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Проверить статус кластера</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Работа с Pod и манифестами</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Написать простой pod.yaml с Nginx</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Применить манифест: kubectl apply -f pod.yaml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Проверить Pod: kubectl get pods, kubectl describe pod</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Знакомство с kubectl</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Основные команды (get, describe, logs, exec)</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Пример: зайти в Pod и проверить Nginx работает</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Service и доступ к Pod</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Написать service.yaml (тип ClusterIP → NodePort)</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Пробросить порты kubectl port-forward</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Открыть в браузере страницу Nginx</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Helm Charts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Установить Helm</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Поднять приложение через Helm (например, helm install myapp bitnami/redis или Nginx)</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Показать разницу между Helm и “голым” YAML</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Namespaces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Создать dev и qa namespace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Развернуть приложение в разные 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Посмотреть разницу kubectl get pods --all-namespaces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ru">
                <a:solidFill>
                  <a:schemeClr val="dk1"/>
                </a:solidFill>
              </a:rPr>
              <a:t>Интеграция с Lens</a:t>
            </a:r>
            <a:endParaRPr b="1">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Подключить Minikube к Lens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ru">
                <a:solidFill>
                  <a:schemeClr val="dk1"/>
                </a:solidFill>
              </a:rPr>
              <a:t>Показать визуально Pods, Services, Events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76cd17b01d_0_54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76cd17b01d_0_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76cd17b01d_0_36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4" name="Google Shape;724;g376cd17b01d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76cd17b01d_0_34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76cd17b01d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76cd17b01d_0_42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76cd17b01d_0_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76cd17b01d_0_80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76cd17b01d_0_8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76cd17b01d_0_40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1" name="Google Shape;761;g376cd17b01d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76cd17b01d_0_33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76cd17b01d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76cd17b01d_0_38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 name="Google Shape;777;g376cd17b01d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g376cd17b01d_0_40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9" name="Google Shape;789;g376cd17b01d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4.jp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5.jpg"/><Relationship Id="rId3" Type="http://schemas.openxmlformats.org/officeDocument/2006/relationships/image" Target="../media/image15.jp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8.jp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7.jp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8.jp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лок текст + картинка" type="title">
  <p:cSld name="TITLE">
    <p:spTree>
      <p:nvGrpSpPr>
        <p:cNvPr id="9" name="Shape 9"/>
        <p:cNvGrpSpPr/>
        <p:nvPr/>
      </p:nvGrpSpPr>
      <p:grpSpPr>
        <a:xfrm>
          <a:off x="0" y="0"/>
          <a:ext cx="0" cy="0"/>
          <a:chOff x="0" y="0"/>
          <a:chExt cx="0" cy="0"/>
        </a:xfrm>
      </p:grpSpPr>
      <p:sp>
        <p:nvSpPr>
          <p:cNvPr id="10" name="Google Shape;10;p2"/>
          <p:cNvSpPr txBox="1"/>
          <p:nvPr>
            <p:ph type="title"/>
          </p:nvPr>
        </p:nvSpPr>
        <p:spPr>
          <a:xfrm>
            <a:off x="495300" y="1493850"/>
            <a:ext cx="4424100" cy="2155800"/>
          </a:xfrm>
          <a:prstGeom prst="rect">
            <a:avLst/>
          </a:prstGeom>
        </p:spPr>
        <p:txBody>
          <a:bodyPr anchorCtr="0" anchor="t" bIns="91425" lIns="91425" spcFirstLastPara="1" rIns="91425" wrap="square" tIns="91425">
            <a:spAutoFit/>
          </a:bodyPr>
          <a:lstStyle>
            <a:lvl1pPr lvl="0" rtl="0">
              <a:lnSpc>
                <a:spcPct val="90000"/>
              </a:lnSpc>
              <a:spcBef>
                <a:spcPts val="0"/>
              </a:spcBef>
              <a:spcAft>
                <a:spcPts val="0"/>
              </a:spcAft>
              <a:buSzPts val="3500"/>
              <a:buNone/>
              <a:defRPr sz="3500"/>
            </a:lvl1pPr>
            <a:lvl2pPr lvl="1" rtl="0">
              <a:lnSpc>
                <a:spcPct val="90000"/>
              </a:lnSpc>
              <a:spcBef>
                <a:spcPts val="0"/>
              </a:spcBef>
              <a:spcAft>
                <a:spcPts val="0"/>
              </a:spcAft>
              <a:buSzPts val="6000"/>
              <a:buNone/>
              <a:defRPr sz="6000"/>
            </a:lvl2pPr>
            <a:lvl3pPr lvl="2" rtl="0">
              <a:lnSpc>
                <a:spcPct val="90000"/>
              </a:lnSpc>
              <a:spcBef>
                <a:spcPts val="0"/>
              </a:spcBef>
              <a:spcAft>
                <a:spcPts val="0"/>
              </a:spcAft>
              <a:buSzPts val="6000"/>
              <a:buNone/>
              <a:defRPr sz="6000"/>
            </a:lvl3pPr>
            <a:lvl4pPr lvl="3" rtl="0">
              <a:lnSpc>
                <a:spcPct val="90000"/>
              </a:lnSpc>
              <a:spcBef>
                <a:spcPts val="0"/>
              </a:spcBef>
              <a:spcAft>
                <a:spcPts val="0"/>
              </a:spcAft>
              <a:buSzPts val="6000"/>
              <a:buNone/>
              <a:defRPr sz="6000"/>
            </a:lvl4pPr>
            <a:lvl5pPr lvl="4" rtl="0">
              <a:lnSpc>
                <a:spcPct val="90000"/>
              </a:lnSpc>
              <a:spcBef>
                <a:spcPts val="0"/>
              </a:spcBef>
              <a:spcAft>
                <a:spcPts val="0"/>
              </a:spcAft>
              <a:buSzPts val="6000"/>
              <a:buNone/>
              <a:defRPr sz="6000"/>
            </a:lvl5pPr>
            <a:lvl6pPr lvl="5" rtl="0">
              <a:lnSpc>
                <a:spcPct val="90000"/>
              </a:lnSpc>
              <a:spcBef>
                <a:spcPts val="0"/>
              </a:spcBef>
              <a:spcAft>
                <a:spcPts val="0"/>
              </a:spcAft>
              <a:buSzPts val="6000"/>
              <a:buNone/>
              <a:defRPr sz="6000"/>
            </a:lvl6pPr>
            <a:lvl7pPr lvl="6" rtl="0">
              <a:lnSpc>
                <a:spcPct val="90000"/>
              </a:lnSpc>
              <a:spcBef>
                <a:spcPts val="0"/>
              </a:spcBef>
              <a:spcAft>
                <a:spcPts val="0"/>
              </a:spcAft>
              <a:buSzPts val="6000"/>
              <a:buNone/>
              <a:defRPr sz="6000"/>
            </a:lvl7pPr>
            <a:lvl8pPr lvl="7" rtl="0">
              <a:lnSpc>
                <a:spcPct val="90000"/>
              </a:lnSpc>
              <a:spcBef>
                <a:spcPts val="0"/>
              </a:spcBef>
              <a:spcAft>
                <a:spcPts val="0"/>
              </a:spcAft>
              <a:buSzPts val="6000"/>
              <a:buNone/>
              <a:defRPr sz="6000"/>
            </a:lvl8pPr>
            <a:lvl9pPr lvl="8" rtl="0">
              <a:lnSpc>
                <a:spcPct val="90000"/>
              </a:lnSpc>
              <a:spcBef>
                <a:spcPts val="0"/>
              </a:spcBef>
              <a:spcAft>
                <a:spcPts val="0"/>
              </a:spcAft>
              <a:buSzPts val="6000"/>
              <a:buNone/>
              <a:defRPr sz="6000"/>
            </a:lvl9pPr>
          </a:lstStyle>
          <a:p/>
        </p:txBody>
      </p:sp>
      <p:pic>
        <p:nvPicPr>
          <p:cNvPr id="11" name="Google Shape;11;p2"/>
          <p:cNvPicPr preferRelativeResize="0"/>
          <p:nvPr/>
        </p:nvPicPr>
        <p:blipFill>
          <a:blip r:embed="rId2">
            <a:alphaModFix/>
          </a:blip>
          <a:stretch>
            <a:fillRect/>
          </a:stretch>
        </p:blipFill>
        <p:spPr>
          <a:xfrm>
            <a:off x="5283625" y="843000"/>
            <a:ext cx="3457500" cy="3457500"/>
          </a:xfrm>
          <a:prstGeom prst="rect">
            <a:avLst/>
          </a:prstGeom>
          <a:noFill/>
          <a:ln>
            <a:noFill/>
          </a:ln>
        </p:spPr>
      </p:pic>
    </p:spTree>
  </p:cSld>
  <p:clrMapOvr>
    <a:masterClrMapping/>
  </p:clrMapOvr>
  <p:extLst>
    <p:ext uri="{DCECCB84-F9BA-43D5-87BE-67443E8EF086}">
      <p15:sldGuideLst>
        <p15:guide id="1" orient="horz" pos="124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Цитата, фон градиент" type="secHead">
  <p:cSld name="SECTION_HEADER">
    <p:bg>
      <p:bgPr>
        <a:blipFill>
          <a:blip r:embed="rId2">
            <a:alphaModFix/>
          </a:blip>
          <a:stretch>
            <a:fillRect/>
          </a:stretch>
        </a:blipFill>
      </p:bgPr>
    </p:bg>
    <p:spTree>
      <p:nvGrpSpPr>
        <p:cNvPr id="12" name="Shape 12"/>
        <p:cNvGrpSpPr/>
        <p:nvPr/>
      </p:nvGrpSpPr>
      <p:grpSpPr>
        <a:xfrm>
          <a:off x="0" y="0"/>
          <a:ext cx="0" cy="0"/>
          <a:chOff x="0" y="0"/>
          <a:chExt cx="0" cy="0"/>
        </a:xfrm>
      </p:grpSpPr>
      <p:sp>
        <p:nvSpPr>
          <p:cNvPr id="13" name="Google Shape;13;p3"/>
          <p:cNvSpPr txBox="1"/>
          <p:nvPr>
            <p:ph type="title"/>
          </p:nvPr>
        </p:nvSpPr>
        <p:spPr>
          <a:xfrm>
            <a:off x="604350" y="1999200"/>
            <a:ext cx="7935300" cy="1145100"/>
          </a:xfrm>
          <a:prstGeom prst="rect">
            <a:avLst/>
          </a:prstGeom>
        </p:spPr>
        <p:txBody>
          <a:bodyPr anchorCtr="0" anchor="ctr" bIns="91425" lIns="91425" spcFirstLastPara="1" rIns="91425" wrap="square" tIns="91425">
            <a:spAutoFit/>
          </a:bodyPr>
          <a:lstStyle>
            <a:lvl1pPr lvl="0">
              <a:spcBef>
                <a:spcPts val="0"/>
              </a:spcBef>
              <a:spcAft>
                <a:spcPts val="0"/>
              </a:spcAft>
              <a:buClr>
                <a:schemeClr val="lt1"/>
              </a:buClr>
              <a:buSzPts val="4500"/>
              <a:buNone/>
              <a:defRPr sz="4500">
                <a:solidFill>
                  <a:schemeClr val="lt1"/>
                </a:solidFill>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4" name="Google Shape;1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этапы процесса">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7" name="Google Shape;17;p4"/>
          <p:cNvPicPr preferRelativeResize="0"/>
          <p:nvPr/>
        </p:nvPicPr>
        <p:blipFill>
          <a:blip r:embed="rId2">
            <a:alphaModFix/>
          </a:blip>
          <a:stretch>
            <a:fillRect/>
          </a:stretch>
        </p:blipFill>
        <p:spPr>
          <a:xfrm>
            <a:off x="922851" y="1821363"/>
            <a:ext cx="1643210" cy="755249"/>
          </a:xfrm>
          <a:prstGeom prst="rect">
            <a:avLst/>
          </a:prstGeom>
          <a:noFill/>
          <a:ln>
            <a:noFill/>
          </a:ln>
          <a:effectLst>
            <a:outerShdw blurRad="142875" rotWithShape="0" algn="bl" dir="5400000" dist="28575">
              <a:srgbClr val="000000">
                <a:alpha val="41000"/>
              </a:srgbClr>
            </a:outerShdw>
          </a:effectLst>
        </p:spPr>
      </p:pic>
      <p:pic>
        <p:nvPicPr>
          <p:cNvPr id="18" name="Google Shape;18;p4"/>
          <p:cNvPicPr preferRelativeResize="0"/>
          <p:nvPr/>
        </p:nvPicPr>
        <p:blipFill>
          <a:blip r:embed="rId3">
            <a:alphaModFix/>
          </a:blip>
          <a:stretch>
            <a:fillRect/>
          </a:stretch>
        </p:blipFill>
        <p:spPr>
          <a:xfrm>
            <a:off x="2768289" y="1821362"/>
            <a:ext cx="1643210" cy="755249"/>
          </a:xfrm>
          <a:prstGeom prst="rect">
            <a:avLst/>
          </a:prstGeom>
          <a:noFill/>
          <a:ln>
            <a:noFill/>
          </a:ln>
          <a:effectLst>
            <a:outerShdw blurRad="142875" rotWithShape="0" algn="bl" dir="5400000" dist="28575">
              <a:srgbClr val="000000">
                <a:alpha val="41000"/>
              </a:srgbClr>
            </a:outerShdw>
          </a:effectLst>
        </p:spPr>
      </p:pic>
      <p:pic>
        <p:nvPicPr>
          <p:cNvPr id="19" name="Google Shape;19;p4"/>
          <p:cNvPicPr preferRelativeResize="0"/>
          <p:nvPr/>
        </p:nvPicPr>
        <p:blipFill>
          <a:blip r:embed="rId4">
            <a:alphaModFix/>
          </a:blip>
          <a:stretch>
            <a:fillRect/>
          </a:stretch>
        </p:blipFill>
        <p:spPr>
          <a:xfrm>
            <a:off x="4527615" y="1821362"/>
            <a:ext cx="1643210" cy="755249"/>
          </a:xfrm>
          <a:prstGeom prst="rect">
            <a:avLst/>
          </a:prstGeom>
          <a:noFill/>
          <a:ln>
            <a:noFill/>
          </a:ln>
          <a:effectLst>
            <a:outerShdw blurRad="142875" rotWithShape="0" algn="bl" dir="5400000" dist="28575">
              <a:srgbClr val="000000">
                <a:alpha val="41000"/>
              </a:srgbClr>
            </a:outerShdw>
          </a:effectLst>
        </p:spPr>
      </p:pic>
      <p:pic>
        <p:nvPicPr>
          <p:cNvPr id="20" name="Google Shape;20;p4"/>
          <p:cNvPicPr preferRelativeResize="0"/>
          <p:nvPr/>
        </p:nvPicPr>
        <p:blipFill>
          <a:blip r:embed="rId5">
            <a:alphaModFix/>
          </a:blip>
          <a:stretch>
            <a:fillRect/>
          </a:stretch>
        </p:blipFill>
        <p:spPr>
          <a:xfrm>
            <a:off x="6347001" y="1821362"/>
            <a:ext cx="1643210" cy="755249"/>
          </a:xfrm>
          <a:prstGeom prst="rect">
            <a:avLst/>
          </a:prstGeom>
          <a:noFill/>
          <a:ln>
            <a:noFill/>
          </a:ln>
          <a:effectLst>
            <a:outerShdw blurRad="142875" rotWithShape="0" algn="bl" dir="5400000" dist="28575">
              <a:srgbClr val="000000">
                <a:alpha val="41000"/>
              </a:srgbClr>
            </a:outerShdw>
          </a:effectLst>
        </p:spPr>
      </p:pic>
      <p:sp>
        <p:nvSpPr>
          <p:cNvPr id="21" name="Google Shape;21;p4"/>
          <p:cNvSpPr txBox="1"/>
          <p:nvPr/>
        </p:nvSpPr>
        <p:spPr>
          <a:xfrm>
            <a:off x="1213006" y="1944853"/>
            <a:ext cx="106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EEEEEE"/>
                </a:solidFill>
                <a:latin typeface="Roboto"/>
                <a:ea typeface="Roboto"/>
                <a:cs typeface="Roboto"/>
                <a:sym typeface="Roboto"/>
              </a:rPr>
              <a:t>Этап 1</a:t>
            </a:r>
            <a:endParaRPr b="1" sz="1500">
              <a:solidFill>
                <a:srgbClr val="EEEEEE"/>
              </a:solidFill>
              <a:latin typeface="Roboto"/>
              <a:ea typeface="Roboto"/>
              <a:cs typeface="Roboto"/>
              <a:sym typeface="Roboto"/>
            </a:endParaRPr>
          </a:p>
        </p:txBody>
      </p:sp>
      <p:sp>
        <p:nvSpPr>
          <p:cNvPr id="22" name="Google Shape;22;p4"/>
          <p:cNvSpPr txBox="1"/>
          <p:nvPr/>
        </p:nvSpPr>
        <p:spPr>
          <a:xfrm>
            <a:off x="3058443" y="1944853"/>
            <a:ext cx="106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EEEEEE"/>
                </a:solidFill>
                <a:latin typeface="Roboto"/>
                <a:ea typeface="Roboto"/>
                <a:cs typeface="Roboto"/>
                <a:sym typeface="Roboto"/>
              </a:rPr>
              <a:t>Этап 2</a:t>
            </a:r>
            <a:endParaRPr b="1" sz="1500">
              <a:solidFill>
                <a:srgbClr val="EEEEEE"/>
              </a:solidFill>
              <a:latin typeface="Roboto"/>
              <a:ea typeface="Roboto"/>
              <a:cs typeface="Roboto"/>
              <a:sym typeface="Roboto"/>
            </a:endParaRPr>
          </a:p>
        </p:txBody>
      </p:sp>
      <p:sp>
        <p:nvSpPr>
          <p:cNvPr id="23" name="Google Shape;23;p4"/>
          <p:cNvSpPr txBox="1"/>
          <p:nvPr/>
        </p:nvSpPr>
        <p:spPr>
          <a:xfrm>
            <a:off x="4817770" y="1944853"/>
            <a:ext cx="106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EEEEEE"/>
                </a:solidFill>
                <a:latin typeface="Roboto"/>
                <a:ea typeface="Roboto"/>
                <a:cs typeface="Roboto"/>
                <a:sym typeface="Roboto"/>
              </a:rPr>
              <a:t>Этап 3</a:t>
            </a:r>
            <a:endParaRPr b="1" sz="1500">
              <a:solidFill>
                <a:srgbClr val="EEEEEE"/>
              </a:solidFill>
              <a:latin typeface="Roboto"/>
              <a:ea typeface="Roboto"/>
              <a:cs typeface="Roboto"/>
              <a:sym typeface="Roboto"/>
            </a:endParaRPr>
          </a:p>
        </p:txBody>
      </p:sp>
      <p:sp>
        <p:nvSpPr>
          <p:cNvPr id="24" name="Google Shape;24;p4"/>
          <p:cNvSpPr txBox="1"/>
          <p:nvPr/>
        </p:nvSpPr>
        <p:spPr>
          <a:xfrm>
            <a:off x="6637156" y="1944853"/>
            <a:ext cx="1062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EEEEEE"/>
                </a:solidFill>
                <a:latin typeface="Roboto"/>
                <a:ea typeface="Roboto"/>
                <a:cs typeface="Roboto"/>
                <a:sym typeface="Roboto"/>
              </a:rPr>
              <a:t>Этап 4</a:t>
            </a:r>
            <a:endParaRPr b="1" sz="1500">
              <a:solidFill>
                <a:srgbClr val="EEEEEE"/>
              </a:solidFill>
              <a:latin typeface="Roboto"/>
              <a:ea typeface="Roboto"/>
              <a:cs typeface="Roboto"/>
              <a:sym typeface="Roboto"/>
            </a:endParaRPr>
          </a:p>
        </p:txBody>
      </p:sp>
      <p:sp>
        <p:nvSpPr>
          <p:cNvPr id="25" name="Google Shape;25;p4"/>
          <p:cNvSpPr txBox="1"/>
          <p:nvPr/>
        </p:nvSpPr>
        <p:spPr>
          <a:xfrm>
            <a:off x="982906" y="3241600"/>
            <a:ext cx="1523100" cy="109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Описание данных в виде набора сущностей, отношений между ними, атрибутов сущностей, </a:t>
            </a:r>
            <a:r>
              <a:rPr lang="ru" sz="900">
                <a:solidFill>
                  <a:srgbClr val="000000"/>
                </a:solidFill>
                <a:latin typeface="Roboto"/>
                <a:ea typeface="Roboto"/>
                <a:cs typeface="Roboto"/>
                <a:sym typeface="Roboto"/>
              </a:rPr>
              <a:t> </a:t>
            </a:r>
            <a:r>
              <a:rPr i="0" lang="ru" sz="900" u="none" cap="none" strike="noStrike">
                <a:solidFill>
                  <a:srgbClr val="000000"/>
                </a:solidFill>
                <a:latin typeface="Roboto"/>
                <a:ea typeface="Roboto"/>
                <a:cs typeface="Roboto"/>
                <a:sym typeface="Roboto"/>
              </a:rPr>
              <a:t>их типов данных, соглашений </a:t>
            </a:r>
            <a:endParaRPr i="0" sz="9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об именовании и правил проверки целостностей </a:t>
            </a:r>
            <a:endParaRPr sz="900">
              <a:solidFill>
                <a:srgbClr val="000000"/>
              </a:solidFill>
              <a:latin typeface="Roboto"/>
              <a:ea typeface="Roboto"/>
              <a:cs typeface="Roboto"/>
              <a:sym typeface="Roboto"/>
            </a:endParaRPr>
          </a:p>
        </p:txBody>
      </p:sp>
      <p:sp>
        <p:nvSpPr>
          <p:cNvPr id="26" name="Google Shape;26;p4"/>
          <p:cNvSpPr txBox="1"/>
          <p:nvPr/>
        </p:nvSpPr>
        <p:spPr>
          <a:xfrm>
            <a:off x="2828343" y="3241600"/>
            <a:ext cx="1523100" cy="109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Описание данных в виде набора сущностей, отношений между ними, атрибутов сущностей, </a:t>
            </a:r>
            <a:r>
              <a:rPr lang="ru" sz="900">
                <a:solidFill>
                  <a:srgbClr val="000000"/>
                </a:solidFill>
                <a:latin typeface="Roboto"/>
                <a:ea typeface="Roboto"/>
                <a:cs typeface="Roboto"/>
                <a:sym typeface="Roboto"/>
              </a:rPr>
              <a:t> </a:t>
            </a:r>
            <a:r>
              <a:rPr i="0" lang="ru" sz="900" u="none" cap="none" strike="noStrike">
                <a:solidFill>
                  <a:srgbClr val="000000"/>
                </a:solidFill>
                <a:latin typeface="Roboto"/>
                <a:ea typeface="Roboto"/>
                <a:cs typeface="Roboto"/>
                <a:sym typeface="Roboto"/>
              </a:rPr>
              <a:t>их типов данных, соглашений </a:t>
            </a:r>
            <a:endParaRPr i="0" sz="9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об именовании и правил проверки целостностей </a:t>
            </a:r>
            <a:endParaRPr sz="900">
              <a:solidFill>
                <a:srgbClr val="000000"/>
              </a:solidFill>
              <a:latin typeface="Roboto"/>
              <a:ea typeface="Roboto"/>
              <a:cs typeface="Roboto"/>
              <a:sym typeface="Roboto"/>
            </a:endParaRPr>
          </a:p>
        </p:txBody>
      </p:sp>
      <p:sp>
        <p:nvSpPr>
          <p:cNvPr id="27" name="Google Shape;27;p4"/>
          <p:cNvSpPr txBox="1"/>
          <p:nvPr/>
        </p:nvSpPr>
        <p:spPr>
          <a:xfrm>
            <a:off x="4587670" y="3241600"/>
            <a:ext cx="1523100" cy="109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Описание данных в виде набора сущностей, отношений между ними, атрибутов сущностей, </a:t>
            </a:r>
            <a:r>
              <a:rPr lang="ru" sz="900">
                <a:solidFill>
                  <a:srgbClr val="000000"/>
                </a:solidFill>
                <a:latin typeface="Roboto"/>
                <a:ea typeface="Roboto"/>
                <a:cs typeface="Roboto"/>
                <a:sym typeface="Roboto"/>
              </a:rPr>
              <a:t> </a:t>
            </a:r>
            <a:r>
              <a:rPr i="0" lang="ru" sz="900" u="none" cap="none" strike="noStrike">
                <a:solidFill>
                  <a:srgbClr val="000000"/>
                </a:solidFill>
                <a:latin typeface="Roboto"/>
                <a:ea typeface="Roboto"/>
                <a:cs typeface="Roboto"/>
                <a:sym typeface="Roboto"/>
              </a:rPr>
              <a:t>их типов данных, соглашений </a:t>
            </a:r>
            <a:endParaRPr i="0" sz="9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об именовании и правил проверки целостностей </a:t>
            </a:r>
            <a:endParaRPr sz="900">
              <a:solidFill>
                <a:srgbClr val="000000"/>
              </a:solidFill>
              <a:latin typeface="Roboto"/>
              <a:ea typeface="Roboto"/>
              <a:cs typeface="Roboto"/>
              <a:sym typeface="Roboto"/>
            </a:endParaRPr>
          </a:p>
        </p:txBody>
      </p:sp>
      <p:sp>
        <p:nvSpPr>
          <p:cNvPr id="28" name="Google Shape;28;p4"/>
          <p:cNvSpPr txBox="1"/>
          <p:nvPr/>
        </p:nvSpPr>
        <p:spPr>
          <a:xfrm>
            <a:off x="6407056" y="3241600"/>
            <a:ext cx="1523100" cy="10944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Описание данных в виде набора сущностей, отношений между ними, атрибутов сущностей, </a:t>
            </a:r>
            <a:r>
              <a:rPr lang="ru" sz="900">
                <a:solidFill>
                  <a:srgbClr val="000000"/>
                </a:solidFill>
                <a:latin typeface="Roboto"/>
                <a:ea typeface="Roboto"/>
                <a:cs typeface="Roboto"/>
                <a:sym typeface="Roboto"/>
              </a:rPr>
              <a:t> </a:t>
            </a:r>
            <a:r>
              <a:rPr i="0" lang="ru" sz="900" u="none" cap="none" strike="noStrike">
                <a:solidFill>
                  <a:srgbClr val="000000"/>
                </a:solidFill>
                <a:latin typeface="Roboto"/>
                <a:ea typeface="Roboto"/>
                <a:cs typeface="Roboto"/>
                <a:sym typeface="Roboto"/>
              </a:rPr>
              <a:t>их типов данных, соглашений </a:t>
            </a:r>
            <a:endParaRPr i="0" sz="900" u="none" cap="none" strike="noStrike">
              <a:solidFill>
                <a:srgbClr val="000000"/>
              </a:solidFill>
              <a:latin typeface="Roboto"/>
              <a:ea typeface="Roboto"/>
              <a:cs typeface="Roboto"/>
              <a:sym typeface="Roboto"/>
            </a:endParaRPr>
          </a:p>
          <a:p>
            <a:pPr indent="0" lvl="0" marL="0" marR="0" rtl="0" algn="l">
              <a:lnSpc>
                <a:spcPct val="115000"/>
              </a:lnSpc>
              <a:spcBef>
                <a:spcPts val="0"/>
              </a:spcBef>
              <a:spcAft>
                <a:spcPts val="0"/>
              </a:spcAft>
              <a:buClr>
                <a:srgbClr val="1A1A1A"/>
              </a:buClr>
              <a:buSzPts val="1900"/>
              <a:buFont typeface="Roboto"/>
              <a:buNone/>
            </a:pPr>
            <a:r>
              <a:rPr i="0" lang="ru" sz="900" u="none" cap="none" strike="noStrike">
                <a:solidFill>
                  <a:srgbClr val="000000"/>
                </a:solidFill>
                <a:latin typeface="Roboto"/>
                <a:ea typeface="Roboto"/>
                <a:cs typeface="Roboto"/>
                <a:sym typeface="Roboto"/>
              </a:rPr>
              <a:t>об именовании и правил проверки целостностей </a:t>
            </a:r>
            <a:endParaRPr sz="900">
              <a:solidFill>
                <a:srgbClr val="000000"/>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писок в 2 колонки ">
  <p:cSld name="CUSTOM_8">
    <p:spTree>
      <p:nvGrpSpPr>
        <p:cNvPr id="29" name="Shape 29"/>
        <p:cNvGrpSpPr/>
        <p:nvPr/>
      </p:nvGrpSpPr>
      <p:grpSpPr>
        <a:xfrm>
          <a:off x="0" y="0"/>
          <a:ext cx="0" cy="0"/>
          <a:chOff x="0" y="0"/>
          <a:chExt cx="0" cy="0"/>
        </a:xfrm>
      </p:grpSpPr>
      <p:sp>
        <p:nvSpPr>
          <p:cNvPr id="30" name="Google Shape;30;p5"/>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aphicFrame>
        <p:nvGraphicFramePr>
          <p:cNvPr id="31" name="Google Shape;31;p5"/>
          <p:cNvGraphicFramePr/>
          <p:nvPr/>
        </p:nvGraphicFramePr>
        <p:xfrm>
          <a:off x="655650" y="1745800"/>
          <a:ext cx="3000000" cy="3000000"/>
        </p:xfrm>
        <a:graphic>
          <a:graphicData uri="http://schemas.openxmlformats.org/drawingml/2006/table">
            <a:tbl>
              <a:tblPr>
                <a:noFill/>
                <a:tableStyleId>{17E1D209-6D39-4D6E-9036-57D33D6770C4}</a:tableStyleId>
              </a:tblPr>
              <a:tblGrid>
                <a:gridCol w="3800400"/>
                <a:gridCol w="4410000"/>
              </a:tblGrid>
              <a:tr h="479150">
                <a:tc>
                  <a:txBody>
                    <a:bodyPr/>
                    <a:lstStyle/>
                    <a:p>
                      <a:pPr indent="0" lvl="0" marL="0" rtl="0" algn="l">
                        <a:spcBef>
                          <a:spcPts val="0"/>
                        </a:spcBef>
                        <a:spcAft>
                          <a:spcPts val="1000"/>
                        </a:spcAft>
                        <a:buNone/>
                      </a:pPr>
                      <a:r>
                        <a:rPr b="1" lang="ru" sz="1700">
                          <a:solidFill>
                            <a:srgbClr val="9857F3"/>
                          </a:solidFill>
                          <a:latin typeface="Roboto"/>
                          <a:ea typeface="Roboto"/>
                          <a:cs typeface="Roboto"/>
                          <a:sym typeface="Roboto"/>
                        </a:rPr>
                        <a:t>1. Описание эксперимента</a:t>
                      </a:r>
                      <a:r>
                        <a:rPr b="1" lang="ru" sz="1700">
                          <a:solidFill>
                            <a:srgbClr val="000000"/>
                          </a:solidFill>
                          <a:latin typeface="Roboto"/>
                          <a:ea typeface="Roboto"/>
                          <a:cs typeface="Roboto"/>
                          <a:sym typeface="Roboto"/>
                        </a:rPr>
                        <a:t> </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spcBef>
                          <a:spcPts val="0"/>
                        </a:spcBef>
                        <a:spcAft>
                          <a:spcPts val="1000"/>
                        </a:spcAft>
                        <a:buNone/>
                      </a:pPr>
                      <a:r>
                        <a:rPr b="1" lang="ru" sz="1700">
                          <a:solidFill>
                            <a:srgbClr val="9857F3"/>
                          </a:solidFill>
                          <a:latin typeface="Roboto"/>
                          <a:ea typeface="Roboto"/>
                          <a:cs typeface="Roboto"/>
                          <a:sym typeface="Roboto"/>
                        </a:rPr>
                        <a:t>2. Технические детали</a:t>
                      </a:r>
                      <a:endParaRPr b="1" sz="1700">
                        <a:solidFill>
                          <a:srgbClr val="9857F3"/>
                        </a:solidFill>
                        <a:latin typeface="Roboto"/>
                        <a:ea typeface="Roboto"/>
                        <a:cs typeface="Roboto"/>
                        <a:sym typeface="Roboto"/>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1016175">
                <a:tc>
                  <a:txBody>
                    <a:bodyPr/>
                    <a:lstStyle/>
                    <a:p>
                      <a:pPr indent="-323850" lvl="0" marL="457200" rtl="0" algn="l">
                        <a:lnSpc>
                          <a:spcPct val="115000"/>
                        </a:lnSpc>
                        <a:spcBef>
                          <a:spcPts val="0"/>
                        </a:spcBef>
                        <a:spcAft>
                          <a:spcPts val="0"/>
                        </a:spcAft>
                        <a:buClr>
                          <a:srgbClr val="000000"/>
                        </a:buClr>
                        <a:buSzPts val="1500"/>
                        <a:buFont typeface="Roboto"/>
                        <a:buChar char="●"/>
                      </a:pPr>
                      <a:r>
                        <a:rPr lang="ru" sz="1500">
                          <a:solidFill>
                            <a:srgbClr val="000000"/>
                          </a:solidFill>
                          <a:latin typeface="Roboto"/>
                          <a:ea typeface="Roboto"/>
                          <a:cs typeface="Roboto"/>
                          <a:sym typeface="Roboto"/>
                        </a:rPr>
                        <a:t>   Гипотеза</a:t>
                      </a:r>
                      <a:endParaRPr sz="1500">
                        <a:solidFill>
                          <a:srgbClr val="000000"/>
                        </a:solidFill>
                        <a:latin typeface="Roboto"/>
                        <a:ea typeface="Roboto"/>
                        <a:cs typeface="Roboto"/>
                        <a:sym typeface="Roboto"/>
                      </a:endParaRPr>
                    </a:p>
                    <a:p>
                      <a:pPr indent="-323850" lvl="0" marL="457200" rtl="0" algn="l">
                        <a:lnSpc>
                          <a:spcPct val="115000"/>
                        </a:lnSpc>
                        <a:spcBef>
                          <a:spcPts val="0"/>
                        </a:spcBef>
                        <a:spcAft>
                          <a:spcPts val="0"/>
                        </a:spcAft>
                        <a:buClr>
                          <a:srgbClr val="000000"/>
                        </a:buClr>
                        <a:buSzPts val="1500"/>
                        <a:buFont typeface="Roboto"/>
                        <a:buChar char="●"/>
                      </a:pPr>
                      <a:r>
                        <a:rPr lang="ru" sz="1500">
                          <a:solidFill>
                            <a:srgbClr val="000000"/>
                          </a:solidFill>
                          <a:latin typeface="Roboto"/>
                          <a:ea typeface="Roboto"/>
                          <a:cs typeface="Roboto"/>
                          <a:sym typeface="Roboto"/>
                        </a:rPr>
                        <a:t>   Целевая аудитория</a:t>
                      </a:r>
                      <a:endParaRPr sz="1500">
                        <a:solidFill>
                          <a:srgbClr val="000000"/>
                        </a:solidFill>
                        <a:latin typeface="Roboto"/>
                        <a:ea typeface="Roboto"/>
                        <a:cs typeface="Roboto"/>
                        <a:sym typeface="Roboto"/>
                      </a:endParaRPr>
                    </a:p>
                    <a:p>
                      <a:pPr indent="-323850" lvl="0" marL="457200" rtl="0" algn="l">
                        <a:lnSpc>
                          <a:spcPct val="115000"/>
                        </a:lnSpc>
                        <a:spcBef>
                          <a:spcPts val="0"/>
                        </a:spcBef>
                        <a:spcAft>
                          <a:spcPts val="0"/>
                        </a:spcAft>
                        <a:buClr>
                          <a:srgbClr val="000000"/>
                        </a:buClr>
                        <a:buSzPts val="1500"/>
                        <a:buFont typeface="Roboto"/>
                        <a:buChar char="●"/>
                      </a:pPr>
                      <a:r>
                        <a:rPr lang="ru" sz="1500">
                          <a:solidFill>
                            <a:srgbClr val="000000"/>
                          </a:solidFill>
                          <a:latin typeface="Roboto"/>
                          <a:ea typeface="Roboto"/>
                          <a:cs typeface="Roboto"/>
                          <a:sym typeface="Roboto"/>
                        </a:rPr>
                        <a:t>   Ожидаемый результат</a:t>
                      </a:r>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317500" lvl="0" marL="457200" rtl="0" algn="l">
                        <a:lnSpc>
                          <a:spcPct val="115000"/>
                        </a:lnSpc>
                        <a:spcBef>
                          <a:spcPts val="0"/>
                        </a:spcBef>
                        <a:spcAft>
                          <a:spcPts val="0"/>
                        </a:spcAft>
                        <a:buClr>
                          <a:srgbClr val="000000"/>
                        </a:buClr>
                        <a:buSzPts val="1400"/>
                        <a:buFont typeface="Roboto"/>
                        <a:buChar char="●"/>
                      </a:pPr>
                      <a:r>
                        <a:rPr lang="ru" sz="1700">
                          <a:solidFill>
                            <a:srgbClr val="000000"/>
                          </a:solidFill>
                          <a:latin typeface="Roboto"/>
                          <a:ea typeface="Roboto"/>
                          <a:cs typeface="Roboto"/>
                          <a:sym typeface="Roboto"/>
                        </a:rPr>
                        <a:t> </a:t>
                      </a:r>
                      <a:r>
                        <a:rPr lang="ru" sz="1500">
                          <a:solidFill>
                            <a:srgbClr val="000000"/>
                          </a:solidFill>
                          <a:latin typeface="Roboto"/>
                          <a:ea typeface="Roboto"/>
                          <a:cs typeface="Roboto"/>
                          <a:sym typeface="Roboto"/>
                        </a:rPr>
                        <a:t>Реализация</a:t>
                      </a:r>
                      <a:endParaRPr sz="1500">
                        <a:solidFill>
                          <a:srgbClr val="000000"/>
                        </a:solidFill>
                        <a:latin typeface="Roboto"/>
                        <a:ea typeface="Roboto"/>
                        <a:cs typeface="Roboto"/>
                        <a:sym typeface="Roboto"/>
                      </a:endParaRPr>
                    </a:p>
                    <a:p>
                      <a:pPr indent="-323850" lvl="0" marL="457200" rtl="0" algn="l">
                        <a:lnSpc>
                          <a:spcPct val="115000"/>
                        </a:lnSpc>
                        <a:spcBef>
                          <a:spcPts val="0"/>
                        </a:spcBef>
                        <a:spcAft>
                          <a:spcPts val="0"/>
                        </a:spcAft>
                        <a:buClr>
                          <a:srgbClr val="000000"/>
                        </a:buClr>
                        <a:buSzPts val="1500"/>
                        <a:buFont typeface="Roboto"/>
                        <a:buChar char="●"/>
                      </a:pPr>
                      <a:r>
                        <a:rPr lang="ru" sz="1500">
                          <a:solidFill>
                            <a:srgbClr val="000000"/>
                          </a:solidFill>
                          <a:latin typeface="Roboto"/>
                          <a:ea typeface="Roboto"/>
                          <a:cs typeface="Roboto"/>
                          <a:sym typeface="Roboto"/>
                        </a:rPr>
                        <a:t> Настройки</a:t>
                      </a:r>
                      <a:endParaRPr sz="1500">
                        <a:solidFill>
                          <a:srgbClr val="000000"/>
                        </a:solidFill>
                        <a:latin typeface="Roboto"/>
                        <a:ea typeface="Roboto"/>
                        <a:cs typeface="Roboto"/>
                        <a:sym typeface="Roboto"/>
                      </a:endParaRPr>
                    </a:p>
                    <a:p>
                      <a:pPr indent="-323850" lvl="0" marL="457200" rtl="0" algn="l">
                        <a:lnSpc>
                          <a:spcPct val="115000"/>
                        </a:lnSpc>
                        <a:spcBef>
                          <a:spcPts val="0"/>
                        </a:spcBef>
                        <a:spcAft>
                          <a:spcPts val="0"/>
                        </a:spcAft>
                        <a:buClr>
                          <a:srgbClr val="000000"/>
                        </a:buClr>
                        <a:buSzPts val="1500"/>
                        <a:buFont typeface="Roboto"/>
                        <a:buChar char="●"/>
                      </a:pPr>
                      <a:r>
                        <a:rPr lang="ru" sz="1500">
                          <a:solidFill>
                            <a:srgbClr val="000000"/>
                          </a:solidFill>
                          <a:latin typeface="Roboto"/>
                          <a:ea typeface="Roboto"/>
                          <a:cs typeface="Roboto"/>
                          <a:sym typeface="Roboto"/>
                        </a:rPr>
                        <a:t> Метрики</a:t>
                      </a:r>
                      <a:endParaRPr sz="1500">
                        <a:solidFill>
                          <a:srgbClr val="000000"/>
                        </a:solidFill>
                        <a:latin typeface="Roboto"/>
                        <a:ea typeface="Roboto"/>
                        <a:cs typeface="Roboto"/>
                        <a:sym typeface="Roboto"/>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сылка на источник" type="twoColTx">
  <p:cSld name="TITLE_AND_TWO_COLUMNS">
    <p:spTree>
      <p:nvGrpSpPr>
        <p:cNvPr id="32" name="Shape 32"/>
        <p:cNvGrpSpPr/>
        <p:nvPr/>
      </p:nvGrpSpPr>
      <p:grpSpPr>
        <a:xfrm>
          <a:off x="0" y="0"/>
          <a:ext cx="0" cy="0"/>
          <a:chOff x="0" y="0"/>
          <a:chExt cx="0" cy="0"/>
        </a:xfrm>
      </p:grpSpPr>
      <p:sp>
        <p:nvSpPr>
          <p:cNvPr id="33" name="Google Shape;33;p6"/>
          <p:cNvSpPr txBox="1"/>
          <p:nvPr/>
        </p:nvSpPr>
        <p:spPr>
          <a:xfrm>
            <a:off x="556300" y="4554000"/>
            <a:ext cx="42399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dk1"/>
                </a:solidFill>
                <a:latin typeface="Roboto"/>
                <a:ea typeface="Roboto"/>
                <a:cs typeface="Roboto"/>
                <a:sym typeface="Roboto"/>
              </a:rPr>
              <a:t>добавьте ссылку на источник</a:t>
            </a:r>
            <a:endParaRPr sz="1100">
              <a:solidFill>
                <a:srgbClr val="013D85"/>
              </a:solidFill>
              <a:latin typeface="Roboto"/>
              <a:ea typeface="Roboto"/>
              <a:cs typeface="Roboto"/>
              <a:sym typeface="Roboto"/>
            </a:endParaRPr>
          </a:p>
        </p:txBody>
      </p:sp>
    </p:spTree>
  </p:cSld>
  <p:clrMapOvr>
    <a:masterClrMapping/>
  </p:clrMapOvr>
  <p:extLst>
    <p:ext uri="{DCECCB84-F9BA-43D5-87BE-67443E8EF086}">
      <p15:sldGuideLst>
        <p15:guide id="1" pos="397">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подтемой">
  <p:cSld name="MAIN_POINT">
    <p:spTree>
      <p:nvGrpSpPr>
        <p:cNvPr id="34" name="Shape 34"/>
        <p:cNvGrpSpPr/>
        <p:nvPr/>
      </p:nvGrpSpPr>
      <p:grpSpPr>
        <a:xfrm>
          <a:off x="0" y="0"/>
          <a:ext cx="0" cy="0"/>
          <a:chOff x="0" y="0"/>
          <a:chExt cx="0" cy="0"/>
        </a:xfrm>
      </p:grpSpPr>
      <p:sp>
        <p:nvSpPr>
          <p:cNvPr id="35" name="Google Shape;35;p7"/>
          <p:cNvSpPr txBox="1"/>
          <p:nvPr>
            <p:ph type="title"/>
          </p:nvPr>
        </p:nvSpPr>
        <p:spPr>
          <a:xfrm>
            <a:off x="651425" y="396394"/>
            <a:ext cx="7706100" cy="4090800"/>
          </a:xfrm>
          <a:prstGeom prst="rect">
            <a:avLst/>
          </a:prstGeom>
        </p:spPr>
        <p:txBody>
          <a:bodyPr anchorCtr="0" anchor="ctr" bIns="91425" lIns="91425" spcFirstLastPara="1" rIns="91425" wrap="square" tIns="91425">
            <a:spAutoFit/>
          </a:bodyPr>
          <a:lstStyle>
            <a:lvl1pPr lvl="0" rtl="0">
              <a:spcBef>
                <a:spcPts val="0"/>
              </a:spcBef>
              <a:spcAft>
                <a:spcPts val="0"/>
              </a:spcAft>
              <a:buSzPts val="4600"/>
              <a:buNone/>
              <a:defRPr sz="4600"/>
            </a:lvl1pPr>
            <a:lvl2pPr lvl="1" rtl="0">
              <a:spcBef>
                <a:spcPts val="0"/>
              </a:spcBef>
              <a:spcAft>
                <a:spcPts val="0"/>
              </a:spcAft>
              <a:buSzPts val="5000"/>
              <a:buNone/>
              <a:defRPr sz="5000"/>
            </a:lvl2pPr>
            <a:lvl3pPr lvl="2" rtl="0">
              <a:spcBef>
                <a:spcPts val="0"/>
              </a:spcBef>
              <a:spcAft>
                <a:spcPts val="0"/>
              </a:spcAft>
              <a:buSzPts val="5000"/>
              <a:buNone/>
              <a:defRPr sz="5000"/>
            </a:lvl3pPr>
            <a:lvl4pPr lvl="3" rtl="0">
              <a:spcBef>
                <a:spcPts val="0"/>
              </a:spcBef>
              <a:spcAft>
                <a:spcPts val="0"/>
              </a:spcAft>
              <a:buSzPts val="5000"/>
              <a:buNone/>
              <a:defRPr sz="5000"/>
            </a:lvl4pPr>
            <a:lvl5pPr lvl="4" rtl="0">
              <a:spcBef>
                <a:spcPts val="0"/>
              </a:spcBef>
              <a:spcAft>
                <a:spcPts val="0"/>
              </a:spcAft>
              <a:buSzPts val="5000"/>
              <a:buNone/>
              <a:defRPr sz="5000"/>
            </a:lvl5pPr>
            <a:lvl6pPr lvl="5" rtl="0">
              <a:spcBef>
                <a:spcPts val="0"/>
              </a:spcBef>
              <a:spcAft>
                <a:spcPts val="0"/>
              </a:spcAft>
              <a:buSzPts val="5000"/>
              <a:buNone/>
              <a:defRPr sz="5000"/>
            </a:lvl6pPr>
            <a:lvl7pPr lvl="6" rtl="0">
              <a:spcBef>
                <a:spcPts val="0"/>
              </a:spcBef>
              <a:spcAft>
                <a:spcPts val="0"/>
              </a:spcAft>
              <a:buSzPts val="5000"/>
              <a:buNone/>
              <a:defRPr sz="5000"/>
            </a:lvl7pPr>
            <a:lvl8pPr lvl="7" rtl="0">
              <a:spcBef>
                <a:spcPts val="0"/>
              </a:spcBef>
              <a:spcAft>
                <a:spcPts val="0"/>
              </a:spcAft>
              <a:buSzPts val="5000"/>
              <a:buNone/>
              <a:defRPr sz="5000"/>
            </a:lvl8pPr>
            <a:lvl9pPr lvl="8" rtl="0">
              <a:spcBef>
                <a:spcPts val="0"/>
              </a:spcBef>
              <a:spcAft>
                <a:spcPts val="0"/>
              </a:spcAft>
              <a:buSzPts val="5000"/>
              <a:buNone/>
              <a:defRPr sz="50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аблица ">
  <p:cSld name="CUSTOM_1">
    <p:spTree>
      <p:nvGrpSpPr>
        <p:cNvPr id="36" name="Shape 36"/>
        <p:cNvGrpSpPr/>
        <p:nvPr/>
      </p:nvGrpSpPr>
      <p:grpSpPr>
        <a:xfrm>
          <a:off x="0" y="0"/>
          <a:ext cx="0" cy="0"/>
          <a:chOff x="0" y="0"/>
          <a:chExt cx="0" cy="0"/>
        </a:xfrm>
      </p:grpSpPr>
      <p:sp>
        <p:nvSpPr>
          <p:cNvPr id="37" name="Google Shape;37;p8"/>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aphicFrame>
        <p:nvGraphicFramePr>
          <p:cNvPr id="38" name="Google Shape;38;p8"/>
          <p:cNvGraphicFramePr/>
          <p:nvPr/>
        </p:nvGraphicFramePr>
        <p:xfrm>
          <a:off x="608700" y="1593650"/>
          <a:ext cx="3000000" cy="3000000"/>
        </p:xfrm>
        <a:graphic>
          <a:graphicData uri="http://schemas.openxmlformats.org/drawingml/2006/table">
            <a:tbl>
              <a:tblPr>
                <a:noFill/>
                <a:tableStyleId>{17E1D209-6D39-4D6E-9036-57D33D6770C4}</a:tableStyleId>
              </a:tblPr>
              <a:tblGrid>
                <a:gridCol w="395875"/>
                <a:gridCol w="2403400"/>
                <a:gridCol w="2684725"/>
                <a:gridCol w="2477150"/>
              </a:tblGrid>
              <a:tr h="706100">
                <a:tc>
                  <a:txBody>
                    <a:bodyPr/>
                    <a:lstStyle/>
                    <a:p>
                      <a:pPr indent="0" lvl="0" marL="0" rtl="0" algn="l">
                        <a:spcBef>
                          <a:spcPts val="0"/>
                        </a:spcBef>
                        <a:spcAft>
                          <a:spcPts val="0"/>
                        </a:spcAft>
                        <a:buNone/>
                      </a:pPr>
                      <a:r>
                        <a:t/>
                      </a:r>
                      <a:endParaRPr b="1" sz="1600">
                        <a:solidFill>
                          <a:srgbClr val="4811C5"/>
                        </a:solidFill>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b="1" lang="ru" sz="1600">
                          <a:solidFill>
                            <a:srgbClr val="9857F3"/>
                          </a:solidFill>
                          <a:latin typeface="Roboto"/>
                          <a:ea typeface="Roboto"/>
                          <a:cs typeface="Roboto"/>
                          <a:sym typeface="Roboto"/>
                        </a:rPr>
                        <a:t>Название столбца</a:t>
                      </a:r>
                      <a:endParaRPr b="1" sz="1600">
                        <a:solidFill>
                          <a:srgbClr val="9857F3"/>
                        </a:solidFill>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SzPts val="1100"/>
                        <a:buFont typeface="Arial"/>
                        <a:buNone/>
                      </a:pPr>
                      <a:r>
                        <a:rPr b="1" lang="ru" sz="1600">
                          <a:solidFill>
                            <a:srgbClr val="9857F3"/>
                          </a:solidFill>
                          <a:latin typeface="Roboto"/>
                          <a:ea typeface="Roboto"/>
                          <a:cs typeface="Roboto"/>
                          <a:sym typeface="Roboto"/>
                        </a:rPr>
                        <a:t>Название столбца</a:t>
                      </a:r>
                      <a:endParaRPr b="1" sz="1600">
                        <a:solidFill>
                          <a:srgbClr val="9857F3"/>
                        </a:solidFill>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rgbClr val="000000"/>
                        </a:buClr>
                        <a:buSzPts val="1100"/>
                        <a:buFont typeface="Arial"/>
                        <a:buNone/>
                      </a:pPr>
                      <a:r>
                        <a:rPr b="1" lang="ru" sz="1600">
                          <a:solidFill>
                            <a:srgbClr val="9857F3"/>
                          </a:solidFill>
                          <a:latin typeface="Roboto"/>
                          <a:ea typeface="Roboto"/>
                          <a:cs typeface="Roboto"/>
                          <a:sym typeface="Roboto"/>
                        </a:rPr>
                        <a:t>Название столбца</a:t>
                      </a:r>
                      <a:endParaRPr b="1" sz="1600">
                        <a:solidFill>
                          <a:srgbClr val="9857F3"/>
                        </a:solidFill>
                        <a:latin typeface="Roboto"/>
                        <a:ea typeface="Roboto"/>
                        <a:cs typeface="Roboto"/>
                        <a:sym typeface="Roboto"/>
                      </a:endParaRPr>
                    </a:p>
                  </a:txBody>
                  <a:tcPr marT="91425" marB="91425" marR="9142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FFFFF"/>
                    </a:solidFill>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1.</a:t>
                      </a:r>
                      <a:endParaRPr b="1">
                        <a:solidFill>
                          <a:srgbClr val="9857F3"/>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rPr lang="ru" sz="1300">
                          <a:solidFill>
                            <a:srgbClr val="000000"/>
                          </a:solidFill>
                          <a:latin typeface="Roboto"/>
                          <a:ea typeface="Roboto"/>
                          <a:cs typeface="Roboto"/>
                          <a:sym typeface="Roboto"/>
                        </a:rPr>
                        <a:t>Текст нежирным шрифтом</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rPr lang="ru" sz="1300">
                          <a:solidFill>
                            <a:srgbClr val="000000"/>
                          </a:solidFill>
                          <a:latin typeface="Roboto"/>
                          <a:ea typeface="Roboto"/>
                          <a:cs typeface="Roboto"/>
                          <a:sym typeface="Roboto"/>
                        </a:rPr>
                        <a:t>Текст нежирным шрифтом</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rgbClr val="000000"/>
                        </a:buClr>
                        <a:buSzPts val="1100"/>
                        <a:buFont typeface="Arial"/>
                        <a:buNone/>
                      </a:pPr>
                      <a:r>
                        <a:rPr lang="ru" sz="1300">
                          <a:solidFill>
                            <a:srgbClr val="000000"/>
                          </a:solidFill>
                          <a:latin typeface="Roboto"/>
                          <a:ea typeface="Roboto"/>
                          <a:cs typeface="Roboto"/>
                          <a:sym typeface="Roboto"/>
                        </a:rPr>
                        <a:t>Текст нежирным шрифтом</a:t>
                      </a:r>
                      <a:endParaRPr sz="1300">
                        <a:solidFill>
                          <a:srgbClr val="000000"/>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2.</a:t>
                      </a:r>
                      <a:endParaRPr b="1">
                        <a:solidFill>
                          <a:srgbClr val="9857F3"/>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3.</a:t>
                      </a:r>
                      <a:endParaRPr b="1">
                        <a:solidFill>
                          <a:srgbClr val="9857F3"/>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4.</a:t>
                      </a:r>
                      <a:endParaRPr b="1">
                        <a:solidFill>
                          <a:srgbClr val="9857F3"/>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5.</a:t>
                      </a:r>
                      <a:endParaRPr b="1">
                        <a:solidFill>
                          <a:srgbClr val="9857F3"/>
                        </a:solidFill>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None/>
                      </a:pPr>
                      <a:r>
                        <a:t/>
                      </a:r>
                      <a:endParaRPr sz="1300">
                        <a:latin typeface="Roboto"/>
                        <a:ea typeface="Roboto"/>
                        <a:cs typeface="Roboto"/>
                        <a:sym typeface="Roboto"/>
                      </a:endParaRPr>
                    </a:p>
                  </a:txBody>
                  <a:tcPr marT="91425" marB="91425" marR="91425" marL="91425">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плашки + иллюстрация">
  <p:cSld name="SECTION_TITLE_AND_DESCRIPTION">
    <p:spTree>
      <p:nvGrpSpPr>
        <p:cNvPr id="39" name="Shape 39"/>
        <p:cNvGrpSpPr/>
        <p:nvPr/>
      </p:nvGrpSpPr>
      <p:grpSpPr>
        <a:xfrm>
          <a:off x="0" y="0"/>
          <a:ext cx="0" cy="0"/>
          <a:chOff x="0" y="0"/>
          <a:chExt cx="0" cy="0"/>
        </a:xfrm>
      </p:grpSpPr>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
        <p:nvSpPr>
          <p:cNvPr id="41" name="Google Shape;41;p9"/>
          <p:cNvSpPr/>
          <p:nvPr/>
        </p:nvSpPr>
        <p:spPr>
          <a:xfrm>
            <a:off x="791625" y="1039150"/>
            <a:ext cx="3640800" cy="705900"/>
          </a:xfrm>
          <a:prstGeom prst="roundRect">
            <a:avLst>
              <a:gd fmla="val 16667" name="adj"/>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2" name="Google Shape;42;p9"/>
          <p:cNvSpPr/>
          <p:nvPr/>
        </p:nvSpPr>
        <p:spPr>
          <a:xfrm>
            <a:off x="791625" y="1904882"/>
            <a:ext cx="3640800" cy="705900"/>
          </a:xfrm>
          <a:prstGeom prst="roundRect">
            <a:avLst>
              <a:gd fmla="val 16667" name="adj"/>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3" name="Google Shape;43;p9"/>
          <p:cNvSpPr/>
          <p:nvPr/>
        </p:nvSpPr>
        <p:spPr>
          <a:xfrm>
            <a:off x="791625" y="2770607"/>
            <a:ext cx="3640800" cy="705900"/>
          </a:xfrm>
          <a:prstGeom prst="roundRect">
            <a:avLst>
              <a:gd fmla="val 16667" name="adj"/>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 name="Google Shape;44;p9"/>
          <p:cNvSpPr/>
          <p:nvPr/>
        </p:nvSpPr>
        <p:spPr>
          <a:xfrm>
            <a:off x="791625" y="3636339"/>
            <a:ext cx="3640800" cy="705900"/>
          </a:xfrm>
          <a:prstGeom prst="roundRect">
            <a:avLst>
              <a:gd fmla="val 16667" name="adj"/>
            </a:avLst>
          </a:prstGeom>
          <a:solidFill>
            <a:srgbClr val="EEEEEE"/>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5" name="Google Shape;45;p9"/>
          <p:cNvPicPr preferRelativeResize="0"/>
          <p:nvPr/>
        </p:nvPicPr>
        <p:blipFill>
          <a:blip r:embed="rId2">
            <a:alphaModFix/>
          </a:blip>
          <a:stretch>
            <a:fillRect/>
          </a:stretch>
        </p:blipFill>
        <p:spPr>
          <a:xfrm>
            <a:off x="5533900" y="1409075"/>
            <a:ext cx="2468700" cy="2468700"/>
          </a:xfrm>
          <a:prstGeom prst="roundRect">
            <a:avLst>
              <a:gd fmla="val 16667" name="adj"/>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p:cSld name="CUSTOM_3">
    <p:spTree>
      <p:nvGrpSpPr>
        <p:cNvPr id="46" name="Shape 46"/>
        <p:cNvGrpSpPr/>
        <p:nvPr/>
      </p:nvGrpSpPr>
      <p:grpSpPr>
        <a:xfrm>
          <a:off x="0" y="0"/>
          <a:ext cx="0" cy="0"/>
          <a:chOff x="0" y="0"/>
          <a:chExt cx="0" cy="0"/>
        </a:xfrm>
      </p:grpSpPr>
      <p:sp>
        <p:nvSpPr>
          <p:cNvPr id="47" name="Google Shape;47;p10"/>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блока">
  <p:cSld name="CUSTOM_7">
    <p:spTree>
      <p:nvGrpSpPr>
        <p:cNvPr id="48" name="Shape 48"/>
        <p:cNvGrpSpPr/>
        <p:nvPr/>
      </p:nvGrpSpPr>
      <p:grpSpPr>
        <a:xfrm>
          <a:off x="0" y="0"/>
          <a:ext cx="0" cy="0"/>
          <a:chOff x="0" y="0"/>
          <a:chExt cx="0" cy="0"/>
        </a:xfrm>
      </p:grpSpPr>
      <p:sp>
        <p:nvSpPr>
          <p:cNvPr id="49" name="Google Shape;49;p11"/>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0" name="Google Shape;50;p11"/>
          <p:cNvSpPr/>
          <p:nvPr/>
        </p:nvSpPr>
        <p:spPr>
          <a:xfrm>
            <a:off x="932713" y="1748200"/>
            <a:ext cx="2127900" cy="2929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 name="Google Shape;51;p11"/>
          <p:cNvSpPr/>
          <p:nvPr/>
        </p:nvSpPr>
        <p:spPr>
          <a:xfrm>
            <a:off x="3436420" y="1748200"/>
            <a:ext cx="2127900" cy="2929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 name="Google Shape;52;p11"/>
          <p:cNvSpPr/>
          <p:nvPr/>
        </p:nvSpPr>
        <p:spPr>
          <a:xfrm>
            <a:off x="5940127" y="1748200"/>
            <a:ext cx="2127900" cy="2929800"/>
          </a:xfrm>
          <a:prstGeom prst="roundRect">
            <a:avLst>
              <a:gd fmla="val 1666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 name="Google Shape;53;p11"/>
          <p:cNvSpPr txBox="1"/>
          <p:nvPr/>
        </p:nvSpPr>
        <p:spPr>
          <a:xfrm>
            <a:off x="1073575" y="2074863"/>
            <a:ext cx="18462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100">
                <a:solidFill>
                  <a:srgbClr val="333333"/>
                </a:solidFill>
                <a:latin typeface="Roboto"/>
                <a:ea typeface="Roboto"/>
                <a:cs typeface="Roboto"/>
                <a:sym typeface="Roboto"/>
              </a:rPr>
              <a:t>Поле для текста</a:t>
            </a:r>
            <a:endParaRPr sz="1100"/>
          </a:p>
        </p:txBody>
      </p:sp>
      <p:sp>
        <p:nvSpPr>
          <p:cNvPr id="54" name="Google Shape;54;p11"/>
          <p:cNvSpPr txBox="1"/>
          <p:nvPr/>
        </p:nvSpPr>
        <p:spPr>
          <a:xfrm>
            <a:off x="3530920" y="2074863"/>
            <a:ext cx="19389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100">
                <a:solidFill>
                  <a:srgbClr val="333333"/>
                </a:solidFill>
                <a:latin typeface="Roboto"/>
                <a:ea typeface="Roboto"/>
                <a:cs typeface="Roboto"/>
                <a:sym typeface="Roboto"/>
              </a:rPr>
              <a:t>Поле для текста</a:t>
            </a:r>
            <a:endParaRPr/>
          </a:p>
        </p:txBody>
      </p:sp>
      <p:sp>
        <p:nvSpPr>
          <p:cNvPr id="55" name="Google Shape;55;p11"/>
          <p:cNvSpPr txBox="1"/>
          <p:nvPr/>
        </p:nvSpPr>
        <p:spPr>
          <a:xfrm>
            <a:off x="6080975" y="2074863"/>
            <a:ext cx="19389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1100">
                <a:solidFill>
                  <a:srgbClr val="333333"/>
                </a:solidFill>
                <a:latin typeface="Roboto"/>
                <a:ea typeface="Roboto"/>
                <a:cs typeface="Roboto"/>
                <a:sym typeface="Roboto"/>
              </a:rPr>
              <a:t>Поле для текста</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type="title">
  <p:cSld name="TITLE">
    <p:spTree>
      <p:nvGrpSpPr>
        <p:cNvPr id="60" name="Shape 60"/>
        <p:cNvGrpSpPr/>
        <p:nvPr/>
      </p:nvGrpSpPr>
      <p:grpSpPr>
        <a:xfrm>
          <a:off x="0" y="0"/>
          <a:ext cx="0" cy="0"/>
          <a:chOff x="0" y="0"/>
          <a:chExt cx="0" cy="0"/>
        </a:xfrm>
      </p:grpSpPr>
      <p:pic>
        <p:nvPicPr>
          <p:cNvPr id="61" name="Google Shape;61;p13"/>
          <p:cNvPicPr preferRelativeResize="0"/>
          <p:nvPr/>
        </p:nvPicPr>
        <p:blipFill rotWithShape="1">
          <a:blip r:embed="rId2">
            <a:alphaModFix/>
          </a:blip>
          <a:srcRect b="0" l="99" r="99" t="0"/>
          <a:stretch/>
        </p:blipFill>
        <p:spPr>
          <a:xfrm>
            <a:off x="-17925" y="-10075"/>
            <a:ext cx="9194726" cy="5182151"/>
          </a:xfrm>
          <a:prstGeom prst="rect">
            <a:avLst/>
          </a:prstGeom>
          <a:noFill/>
          <a:ln>
            <a:noFill/>
          </a:ln>
        </p:spPr>
      </p:pic>
      <p:sp>
        <p:nvSpPr>
          <p:cNvPr id="62" name="Google Shape;62;p13"/>
          <p:cNvSpPr txBox="1"/>
          <p:nvPr>
            <p:ph idx="1" type="subTitle"/>
          </p:nvPr>
        </p:nvSpPr>
        <p:spPr>
          <a:xfrm>
            <a:off x="944650" y="4350425"/>
            <a:ext cx="8293200" cy="480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b="1" sz="1800">
                <a:solidFill>
                  <a:schemeClr val="l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63" name="Google Shape;63;p13"/>
          <p:cNvSpPr txBox="1"/>
          <p:nvPr>
            <p:ph type="title"/>
          </p:nvPr>
        </p:nvSpPr>
        <p:spPr>
          <a:xfrm>
            <a:off x="944650" y="1769200"/>
            <a:ext cx="7379700" cy="2375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5600"/>
              <a:buNone/>
              <a:defRPr sz="5600">
                <a:solidFill>
                  <a:schemeClr val="lt1"/>
                </a:solidFill>
              </a:defRPr>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лый слайд + заголовок" type="secHead">
  <p:cSld name="SECTION_HEADER">
    <p:spTree>
      <p:nvGrpSpPr>
        <p:cNvPr id="64" name="Shape 64"/>
        <p:cNvGrpSpPr/>
        <p:nvPr/>
      </p:nvGrpSpPr>
      <p:grpSpPr>
        <a:xfrm>
          <a:off x="0" y="0"/>
          <a:ext cx="0" cy="0"/>
          <a:chOff x="0" y="0"/>
          <a:chExt cx="0" cy="0"/>
        </a:xfrm>
      </p:grpSpPr>
      <p:sp>
        <p:nvSpPr>
          <p:cNvPr id="65" name="Google Shape;65;p14"/>
          <p:cNvSpPr txBox="1"/>
          <p:nvPr>
            <p:ph type="title"/>
          </p:nvPr>
        </p:nvSpPr>
        <p:spPr>
          <a:xfrm>
            <a:off x="500550" y="1784775"/>
            <a:ext cx="7935300" cy="1145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66" name="Google Shape;6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аш макет 1">
  <p:cSld name="CUSTOM_5">
    <p:spTree>
      <p:nvGrpSpPr>
        <p:cNvPr id="67" name="Shape 67"/>
        <p:cNvGrpSpPr/>
        <p:nvPr/>
      </p:nvGrpSpPr>
      <p:grpSpPr>
        <a:xfrm>
          <a:off x="0" y="0"/>
          <a:ext cx="0" cy="0"/>
          <a:chOff x="0" y="0"/>
          <a:chExt cx="0" cy="0"/>
        </a:xfrm>
      </p:grpSpPr>
      <p:sp>
        <p:nvSpPr>
          <p:cNvPr id="68" name="Google Shape;68;p15"/>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9" name="Shape 69"/>
        <p:cNvGrpSpPr/>
        <p:nvPr/>
      </p:nvGrpSpPr>
      <p:grpSpPr>
        <a:xfrm>
          <a:off x="0" y="0"/>
          <a:ext cx="0" cy="0"/>
          <a:chOff x="0" y="0"/>
          <a:chExt cx="0" cy="0"/>
        </a:xfrm>
      </p:grpSpPr>
      <p:sp>
        <p:nvSpPr>
          <p:cNvPr id="70" name="Google Shape;70;p16"/>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6"/>
          <p:cNvSpPr txBox="1"/>
          <p:nvPr>
            <p:ph idx="1" type="body"/>
          </p:nvPr>
        </p:nvSpPr>
        <p:spPr>
          <a:xfrm>
            <a:off x="500550" y="1426469"/>
            <a:ext cx="8520600" cy="3416400"/>
          </a:xfrm>
          <a:prstGeom prst="rect">
            <a:avLst/>
          </a:prstGeom>
        </p:spPr>
        <p:txBody>
          <a:bodyPr anchorCtr="0" anchor="t" bIns="91425" lIns="91425" spcFirstLastPara="1" rIns="91425" wrap="square" tIns="91425">
            <a:normAutofit/>
          </a:bodyPr>
          <a:lstStyle>
            <a:lvl1pPr indent="-323850" lvl="0" marL="457200">
              <a:lnSpc>
                <a:spcPct val="120000"/>
              </a:lnSpc>
              <a:spcBef>
                <a:spcPts val="300"/>
              </a:spcBef>
              <a:spcAft>
                <a:spcPts val="0"/>
              </a:spcAft>
              <a:buSzPts val="1500"/>
              <a:buChar char="●"/>
              <a:defRPr sz="1500"/>
            </a:lvl1pPr>
            <a:lvl2pPr indent="-311150" lvl="1" marL="914400">
              <a:lnSpc>
                <a:spcPct val="120000"/>
              </a:lnSpc>
              <a:spcBef>
                <a:spcPts val="300"/>
              </a:spcBef>
              <a:spcAft>
                <a:spcPts val="0"/>
              </a:spcAft>
              <a:buSzPts val="1300"/>
              <a:buChar char="○"/>
              <a:defRPr sz="1300"/>
            </a:lvl2pPr>
            <a:lvl3pPr indent="-311150" lvl="2" marL="1371600">
              <a:lnSpc>
                <a:spcPct val="120000"/>
              </a:lnSpc>
              <a:spcBef>
                <a:spcPts val="300"/>
              </a:spcBef>
              <a:spcAft>
                <a:spcPts val="0"/>
              </a:spcAft>
              <a:buSzPts val="1300"/>
              <a:buChar char="■"/>
              <a:defRPr sz="1300"/>
            </a:lvl3pPr>
            <a:lvl4pPr indent="-311150" lvl="3" marL="1828800">
              <a:lnSpc>
                <a:spcPct val="120000"/>
              </a:lnSpc>
              <a:spcBef>
                <a:spcPts val="300"/>
              </a:spcBef>
              <a:spcAft>
                <a:spcPts val="0"/>
              </a:spcAft>
              <a:buSzPts val="1300"/>
              <a:buChar char="●"/>
              <a:defRPr sz="1300"/>
            </a:lvl4pPr>
            <a:lvl5pPr indent="-311150" lvl="4" marL="2286000">
              <a:lnSpc>
                <a:spcPct val="120000"/>
              </a:lnSpc>
              <a:spcBef>
                <a:spcPts val="0"/>
              </a:spcBef>
              <a:spcAft>
                <a:spcPts val="0"/>
              </a:spcAft>
              <a:buSzPts val="1300"/>
              <a:buChar char="○"/>
              <a:defRPr sz="1300"/>
            </a:lvl5pPr>
            <a:lvl6pPr indent="-311150" lvl="5" marL="2743200">
              <a:lnSpc>
                <a:spcPct val="120000"/>
              </a:lnSpc>
              <a:spcBef>
                <a:spcPts val="300"/>
              </a:spcBef>
              <a:spcAft>
                <a:spcPts val="0"/>
              </a:spcAft>
              <a:buSzPts val="1300"/>
              <a:buChar char="■"/>
              <a:defRPr sz="1300"/>
            </a:lvl6pPr>
            <a:lvl7pPr indent="-311150" lvl="6" marL="3200400">
              <a:lnSpc>
                <a:spcPct val="120000"/>
              </a:lnSpc>
              <a:spcBef>
                <a:spcPts val="300"/>
              </a:spcBef>
              <a:spcAft>
                <a:spcPts val="0"/>
              </a:spcAft>
              <a:buSzPts val="1300"/>
              <a:buChar char="●"/>
              <a:defRPr sz="1300"/>
            </a:lvl7pPr>
            <a:lvl8pPr indent="-311150" lvl="7" marL="3657600">
              <a:lnSpc>
                <a:spcPct val="120000"/>
              </a:lnSpc>
              <a:spcBef>
                <a:spcPts val="300"/>
              </a:spcBef>
              <a:spcAft>
                <a:spcPts val="0"/>
              </a:spcAft>
              <a:buSzPts val="1300"/>
              <a:buChar char="○"/>
              <a:defRPr sz="1300"/>
            </a:lvl8pPr>
            <a:lvl9pPr indent="-311150" lvl="8" marL="4114800">
              <a:lnSpc>
                <a:spcPct val="120000"/>
              </a:lnSpc>
              <a:spcBef>
                <a:spcPts val="300"/>
              </a:spcBef>
              <a:spcAft>
                <a:spcPts val="0"/>
              </a:spcAft>
              <a:buSzPts val="1300"/>
              <a:buChar char="■"/>
              <a:defRPr sz="1300"/>
            </a:lvl9pPr>
          </a:lstStyle>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ма вебинара" type="twoColTx">
  <p:cSld name="TITLE_AND_TWO_COLUMNS">
    <p:spTree>
      <p:nvGrpSpPr>
        <p:cNvPr id="73" name="Shape 73"/>
        <p:cNvGrpSpPr/>
        <p:nvPr/>
      </p:nvGrpSpPr>
      <p:grpSpPr>
        <a:xfrm>
          <a:off x="0" y="0"/>
          <a:ext cx="0" cy="0"/>
          <a:chOff x="0" y="0"/>
          <a:chExt cx="0" cy="0"/>
        </a:xfrm>
      </p:grpSpPr>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
        <p:nvSpPr>
          <p:cNvPr id="75" name="Google Shape;75;p17"/>
          <p:cNvSpPr txBox="1"/>
          <p:nvPr>
            <p:ph type="title"/>
          </p:nvPr>
        </p:nvSpPr>
        <p:spPr>
          <a:xfrm>
            <a:off x="500550" y="821213"/>
            <a:ext cx="8520600" cy="19836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6" name="Google Shape;76;p17"/>
          <p:cNvSpPr txBox="1"/>
          <p:nvPr>
            <p:ph idx="1" type="subTitle"/>
          </p:nvPr>
        </p:nvSpPr>
        <p:spPr>
          <a:xfrm>
            <a:off x="500550" y="457313"/>
            <a:ext cx="77967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sz="1500">
                <a:solidFill>
                  <a:srgbClr val="013D85"/>
                </a:solidFill>
              </a:defRPr>
            </a:lvl1pPr>
            <a:lvl2pPr lvl="1">
              <a:lnSpc>
                <a:spcPct val="100000"/>
              </a:lnSpc>
              <a:spcBef>
                <a:spcPts val="0"/>
              </a:spcBef>
              <a:spcAft>
                <a:spcPts val="0"/>
              </a:spcAft>
              <a:buClr>
                <a:srgbClr val="013D85"/>
              </a:buClr>
              <a:buSzPts val="2300"/>
              <a:buNone/>
              <a:defRPr sz="2300">
                <a:solidFill>
                  <a:srgbClr val="013D85"/>
                </a:solidFill>
              </a:defRPr>
            </a:lvl2pPr>
            <a:lvl3pPr lvl="2">
              <a:lnSpc>
                <a:spcPct val="100000"/>
              </a:lnSpc>
              <a:spcBef>
                <a:spcPts val="0"/>
              </a:spcBef>
              <a:spcAft>
                <a:spcPts val="0"/>
              </a:spcAft>
              <a:buClr>
                <a:srgbClr val="013D85"/>
              </a:buClr>
              <a:buSzPts val="2300"/>
              <a:buNone/>
              <a:defRPr sz="2300">
                <a:solidFill>
                  <a:srgbClr val="013D85"/>
                </a:solidFill>
              </a:defRPr>
            </a:lvl3pPr>
            <a:lvl4pPr lvl="3">
              <a:lnSpc>
                <a:spcPct val="100000"/>
              </a:lnSpc>
              <a:spcBef>
                <a:spcPts val="0"/>
              </a:spcBef>
              <a:spcAft>
                <a:spcPts val="0"/>
              </a:spcAft>
              <a:buClr>
                <a:srgbClr val="013D85"/>
              </a:buClr>
              <a:buSzPts val="2300"/>
              <a:buNone/>
              <a:defRPr sz="2300">
                <a:solidFill>
                  <a:srgbClr val="013D85"/>
                </a:solidFill>
              </a:defRPr>
            </a:lvl4pPr>
            <a:lvl5pPr lvl="4">
              <a:lnSpc>
                <a:spcPct val="100000"/>
              </a:lnSpc>
              <a:spcBef>
                <a:spcPts val="0"/>
              </a:spcBef>
              <a:spcAft>
                <a:spcPts val="0"/>
              </a:spcAft>
              <a:buClr>
                <a:srgbClr val="013D85"/>
              </a:buClr>
              <a:buSzPts val="2300"/>
              <a:buNone/>
              <a:defRPr sz="2300">
                <a:solidFill>
                  <a:srgbClr val="013D85"/>
                </a:solidFill>
              </a:defRPr>
            </a:lvl5pPr>
            <a:lvl6pPr lvl="5">
              <a:lnSpc>
                <a:spcPct val="100000"/>
              </a:lnSpc>
              <a:spcBef>
                <a:spcPts val="0"/>
              </a:spcBef>
              <a:spcAft>
                <a:spcPts val="0"/>
              </a:spcAft>
              <a:buClr>
                <a:srgbClr val="013D85"/>
              </a:buClr>
              <a:buSzPts val="2300"/>
              <a:buNone/>
              <a:defRPr sz="2300">
                <a:solidFill>
                  <a:srgbClr val="013D85"/>
                </a:solidFill>
              </a:defRPr>
            </a:lvl6pPr>
            <a:lvl7pPr lvl="6">
              <a:lnSpc>
                <a:spcPct val="100000"/>
              </a:lnSpc>
              <a:spcBef>
                <a:spcPts val="0"/>
              </a:spcBef>
              <a:spcAft>
                <a:spcPts val="0"/>
              </a:spcAft>
              <a:buClr>
                <a:srgbClr val="013D85"/>
              </a:buClr>
              <a:buSzPts val="2300"/>
              <a:buNone/>
              <a:defRPr sz="2300">
                <a:solidFill>
                  <a:srgbClr val="013D85"/>
                </a:solidFill>
              </a:defRPr>
            </a:lvl7pPr>
            <a:lvl8pPr lvl="7">
              <a:lnSpc>
                <a:spcPct val="100000"/>
              </a:lnSpc>
              <a:spcBef>
                <a:spcPts val="0"/>
              </a:spcBef>
              <a:spcAft>
                <a:spcPts val="0"/>
              </a:spcAft>
              <a:buClr>
                <a:srgbClr val="013D85"/>
              </a:buClr>
              <a:buSzPts val="2300"/>
              <a:buNone/>
              <a:defRPr sz="2300">
                <a:solidFill>
                  <a:srgbClr val="013D85"/>
                </a:solidFill>
              </a:defRPr>
            </a:lvl8pPr>
            <a:lvl9pPr lvl="8">
              <a:lnSpc>
                <a:spcPct val="100000"/>
              </a:lnSpc>
              <a:spcBef>
                <a:spcPts val="0"/>
              </a:spcBef>
              <a:spcAft>
                <a:spcPts val="0"/>
              </a:spcAft>
              <a:buClr>
                <a:srgbClr val="013D85"/>
              </a:buClr>
              <a:buSzPts val="2300"/>
              <a:buNone/>
              <a:defRPr sz="2300">
                <a:solidFill>
                  <a:srgbClr val="013D85"/>
                </a:solidFill>
              </a:defRPr>
            </a:lvl9pPr>
          </a:lstStyle>
          <a:p/>
        </p:txBody>
      </p:sp>
      <p:sp>
        <p:nvSpPr>
          <p:cNvPr id="77" name="Google Shape;77;p17"/>
          <p:cNvSpPr txBox="1"/>
          <p:nvPr>
            <p:ph idx="2" type="subTitle"/>
          </p:nvPr>
        </p:nvSpPr>
        <p:spPr>
          <a:xfrm>
            <a:off x="3135425" y="2978831"/>
            <a:ext cx="58563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b="1" sz="1500">
                <a:solidFill>
                  <a:srgbClr val="013D85"/>
                </a:solidFill>
              </a:defRPr>
            </a:lvl1pPr>
            <a:lvl2pPr lvl="1">
              <a:lnSpc>
                <a:spcPct val="100000"/>
              </a:lnSpc>
              <a:spcBef>
                <a:spcPts val="0"/>
              </a:spcBef>
              <a:spcAft>
                <a:spcPts val="0"/>
              </a:spcAft>
              <a:buClr>
                <a:srgbClr val="013D85"/>
              </a:buClr>
              <a:buSzPts val="2300"/>
              <a:buNone/>
              <a:defRPr b="1" sz="2300">
                <a:solidFill>
                  <a:srgbClr val="013D85"/>
                </a:solidFill>
              </a:defRPr>
            </a:lvl2pPr>
            <a:lvl3pPr lvl="2">
              <a:lnSpc>
                <a:spcPct val="100000"/>
              </a:lnSpc>
              <a:spcBef>
                <a:spcPts val="0"/>
              </a:spcBef>
              <a:spcAft>
                <a:spcPts val="0"/>
              </a:spcAft>
              <a:buClr>
                <a:srgbClr val="013D85"/>
              </a:buClr>
              <a:buSzPts val="2300"/>
              <a:buNone/>
              <a:defRPr b="1" sz="2300">
                <a:solidFill>
                  <a:srgbClr val="013D85"/>
                </a:solidFill>
              </a:defRPr>
            </a:lvl3pPr>
            <a:lvl4pPr lvl="3">
              <a:lnSpc>
                <a:spcPct val="100000"/>
              </a:lnSpc>
              <a:spcBef>
                <a:spcPts val="0"/>
              </a:spcBef>
              <a:spcAft>
                <a:spcPts val="0"/>
              </a:spcAft>
              <a:buClr>
                <a:srgbClr val="013D85"/>
              </a:buClr>
              <a:buSzPts val="2300"/>
              <a:buNone/>
              <a:defRPr b="1" sz="2300">
                <a:solidFill>
                  <a:srgbClr val="013D85"/>
                </a:solidFill>
              </a:defRPr>
            </a:lvl4pPr>
            <a:lvl5pPr lvl="4">
              <a:lnSpc>
                <a:spcPct val="100000"/>
              </a:lnSpc>
              <a:spcBef>
                <a:spcPts val="0"/>
              </a:spcBef>
              <a:spcAft>
                <a:spcPts val="0"/>
              </a:spcAft>
              <a:buClr>
                <a:srgbClr val="013D85"/>
              </a:buClr>
              <a:buSzPts val="2300"/>
              <a:buNone/>
              <a:defRPr b="1" sz="2300">
                <a:solidFill>
                  <a:srgbClr val="013D85"/>
                </a:solidFill>
              </a:defRPr>
            </a:lvl5pPr>
            <a:lvl6pPr lvl="5">
              <a:lnSpc>
                <a:spcPct val="100000"/>
              </a:lnSpc>
              <a:spcBef>
                <a:spcPts val="0"/>
              </a:spcBef>
              <a:spcAft>
                <a:spcPts val="0"/>
              </a:spcAft>
              <a:buClr>
                <a:srgbClr val="013D85"/>
              </a:buClr>
              <a:buSzPts val="2300"/>
              <a:buNone/>
              <a:defRPr b="1" sz="2300">
                <a:solidFill>
                  <a:srgbClr val="013D85"/>
                </a:solidFill>
              </a:defRPr>
            </a:lvl6pPr>
            <a:lvl7pPr lvl="6">
              <a:lnSpc>
                <a:spcPct val="100000"/>
              </a:lnSpc>
              <a:spcBef>
                <a:spcPts val="0"/>
              </a:spcBef>
              <a:spcAft>
                <a:spcPts val="0"/>
              </a:spcAft>
              <a:buClr>
                <a:srgbClr val="013D85"/>
              </a:buClr>
              <a:buSzPts val="2300"/>
              <a:buNone/>
              <a:defRPr b="1" sz="2300">
                <a:solidFill>
                  <a:srgbClr val="013D85"/>
                </a:solidFill>
              </a:defRPr>
            </a:lvl7pPr>
            <a:lvl8pPr lvl="7">
              <a:lnSpc>
                <a:spcPct val="100000"/>
              </a:lnSpc>
              <a:spcBef>
                <a:spcPts val="0"/>
              </a:spcBef>
              <a:spcAft>
                <a:spcPts val="0"/>
              </a:spcAft>
              <a:buClr>
                <a:srgbClr val="013D85"/>
              </a:buClr>
              <a:buSzPts val="2300"/>
              <a:buNone/>
              <a:defRPr b="1" sz="2300">
                <a:solidFill>
                  <a:srgbClr val="013D85"/>
                </a:solidFill>
              </a:defRPr>
            </a:lvl8pPr>
            <a:lvl9pPr lvl="8">
              <a:lnSpc>
                <a:spcPct val="100000"/>
              </a:lnSpc>
              <a:spcBef>
                <a:spcPts val="0"/>
              </a:spcBef>
              <a:spcAft>
                <a:spcPts val="0"/>
              </a:spcAft>
              <a:buClr>
                <a:srgbClr val="013D85"/>
              </a:buClr>
              <a:buSzPts val="2300"/>
              <a:buNone/>
              <a:defRPr b="1" sz="2300">
                <a:solidFill>
                  <a:srgbClr val="013D85"/>
                </a:solidFill>
              </a:defRPr>
            </a:lvl9pPr>
          </a:lstStyle>
          <a:p/>
        </p:txBody>
      </p:sp>
      <p:sp>
        <p:nvSpPr>
          <p:cNvPr id="78" name="Google Shape;78;p17"/>
          <p:cNvSpPr txBox="1"/>
          <p:nvPr>
            <p:ph idx="3" type="subTitle"/>
          </p:nvPr>
        </p:nvSpPr>
        <p:spPr>
          <a:xfrm>
            <a:off x="3135425" y="3278981"/>
            <a:ext cx="58563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79" name="Google Shape;79;p17"/>
          <p:cNvSpPr txBox="1"/>
          <p:nvPr>
            <p:ph idx="4" type="subTitle"/>
          </p:nvPr>
        </p:nvSpPr>
        <p:spPr>
          <a:xfrm>
            <a:off x="3135425" y="3662550"/>
            <a:ext cx="5856300" cy="10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extLst>
    <p:ext uri="{DCECCB84-F9BA-43D5-87BE-67443E8EF086}">
      <p15:sldGuideLst>
        <p15:guide id="1" pos="397">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
  <p:cSld name="MAIN_POINT">
    <p:spTree>
      <p:nvGrpSpPr>
        <p:cNvPr id="80" name="Shape 80"/>
        <p:cNvGrpSpPr/>
        <p:nvPr/>
      </p:nvGrpSpPr>
      <p:grpSpPr>
        <a:xfrm>
          <a:off x="0" y="0"/>
          <a:ext cx="0" cy="0"/>
          <a:chOff x="0" y="0"/>
          <a:chExt cx="0" cy="0"/>
        </a:xfrm>
      </p:grpSpPr>
      <p:sp>
        <p:nvSpPr>
          <p:cNvPr id="81" name="Google Shape;81;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pic>
        <p:nvPicPr>
          <p:cNvPr id="82" name="Google Shape;82;p18"/>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83" name="Google Shape;83;p18"/>
          <p:cNvSpPr txBox="1"/>
          <p:nvPr>
            <p:ph type="title"/>
          </p:nvPr>
        </p:nvSpPr>
        <p:spPr>
          <a:xfrm>
            <a:off x="651425" y="396394"/>
            <a:ext cx="7706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 себе">
  <p:cSld name="CUSTOM_1">
    <p:spTree>
      <p:nvGrpSpPr>
        <p:cNvPr id="84" name="Shape 84"/>
        <p:cNvGrpSpPr/>
        <p:nvPr/>
      </p:nvGrpSpPr>
      <p:grpSpPr>
        <a:xfrm>
          <a:off x="0" y="0"/>
          <a:ext cx="0" cy="0"/>
          <a:chOff x="0" y="0"/>
          <a:chExt cx="0" cy="0"/>
        </a:xfrm>
      </p:grpSpPr>
      <p:sp>
        <p:nvSpPr>
          <p:cNvPr id="85" name="Google Shape;85;p19"/>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6" name="Google Shape;86;p19"/>
          <p:cNvSpPr txBox="1"/>
          <p:nvPr>
            <p:ph idx="1" type="subTitle"/>
          </p:nvPr>
        </p:nvSpPr>
        <p:spPr>
          <a:xfrm>
            <a:off x="3891775" y="1716281"/>
            <a:ext cx="43917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600"/>
              <a:buNone/>
              <a:defRPr b="1" sz="1600">
                <a:solidFill>
                  <a:srgbClr val="013D85"/>
                </a:solidFill>
              </a:defRPr>
            </a:lvl1pPr>
            <a:lvl2pPr lvl="1">
              <a:lnSpc>
                <a:spcPct val="100000"/>
              </a:lnSpc>
              <a:spcBef>
                <a:spcPts val="0"/>
              </a:spcBef>
              <a:spcAft>
                <a:spcPts val="0"/>
              </a:spcAft>
              <a:buClr>
                <a:schemeClr val="dk1"/>
              </a:buClr>
              <a:buSzPts val="2300"/>
              <a:buNone/>
              <a:defRPr b="1" sz="2300">
                <a:solidFill>
                  <a:schemeClr val="dk1"/>
                </a:solidFill>
              </a:defRPr>
            </a:lvl2pPr>
            <a:lvl3pPr lvl="2">
              <a:lnSpc>
                <a:spcPct val="100000"/>
              </a:lnSpc>
              <a:spcBef>
                <a:spcPts val="0"/>
              </a:spcBef>
              <a:spcAft>
                <a:spcPts val="0"/>
              </a:spcAft>
              <a:buClr>
                <a:schemeClr val="dk1"/>
              </a:buClr>
              <a:buSzPts val="2300"/>
              <a:buNone/>
              <a:defRPr b="1" sz="2300">
                <a:solidFill>
                  <a:schemeClr val="dk1"/>
                </a:solidFill>
              </a:defRPr>
            </a:lvl3pPr>
            <a:lvl4pPr lvl="3">
              <a:lnSpc>
                <a:spcPct val="100000"/>
              </a:lnSpc>
              <a:spcBef>
                <a:spcPts val="0"/>
              </a:spcBef>
              <a:spcAft>
                <a:spcPts val="0"/>
              </a:spcAft>
              <a:buClr>
                <a:schemeClr val="dk1"/>
              </a:buClr>
              <a:buSzPts val="2300"/>
              <a:buNone/>
              <a:defRPr b="1" sz="2300">
                <a:solidFill>
                  <a:schemeClr val="dk1"/>
                </a:solidFill>
              </a:defRPr>
            </a:lvl4pPr>
            <a:lvl5pPr lvl="4">
              <a:lnSpc>
                <a:spcPct val="100000"/>
              </a:lnSpc>
              <a:spcBef>
                <a:spcPts val="0"/>
              </a:spcBef>
              <a:spcAft>
                <a:spcPts val="0"/>
              </a:spcAft>
              <a:buClr>
                <a:schemeClr val="dk1"/>
              </a:buClr>
              <a:buSzPts val="2300"/>
              <a:buNone/>
              <a:defRPr b="1" sz="2300">
                <a:solidFill>
                  <a:schemeClr val="dk1"/>
                </a:solidFill>
              </a:defRPr>
            </a:lvl5pPr>
            <a:lvl6pPr lvl="5">
              <a:lnSpc>
                <a:spcPct val="100000"/>
              </a:lnSpc>
              <a:spcBef>
                <a:spcPts val="0"/>
              </a:spcBef>
              <a:spcAft>
                <a:spcPts val="0"/>
              </a:spcAft>
              <a:buClr>
                <a:schemeClr val="dk1"/>
              </a:buClr>
              <a:buSzPts val="2300"/>
              <a:buNone/>
              <a:defRPr b="1" sz="2300">
                <a:solidFill>
                  <a:schemeClr val="dk1"/>
                </a:solidFill>
              </a:defRPr>
            </a:lvl6pPr>
            <a:lvl7pPr lvl="6">
              <a:lnSpc>
                <a:spcPct val="100000"/>
              </a:lnSpc>
              <a:spcBef>
                <a:spcPts val="0"/>
              </a:spcBef>
              <a:spcAft>
                <a:spcPts val="0"/>
              </a:spcAft>
              <a:buClr>
                <a:schemeClr val="dk1"/>
              </a:buClr>
              <a:buSzPts val="2300"/>
              <a:buNone/>
              <a:defRPr b="1" sz="2300">
                <a:solidFill>
                  <a:schemeClr val="dk1"/>
                </a:solidFill>
              </a:defRPr>
            </a:lvl7pPr>
            <a:lvl8pPr lvl="7">
              <a:lnSpc>
                <a:spcPct val="100000"/>
              </a:lnSpc>
              <a:spcBef>
                <a:spcPts val="0"/>
              </a:spcBef>
              <a:spcAft>
                <a:spcPts val="0"/>
              </a:spcAft>
              <a:buClr>
                <a:schemeClr val="dk1"/>
              </a:buClr>
              <a:buSzPts val="2300"/>
              <a:buNone/>
              <a:defRPr b="1" sz="2300">
                <a:solidFill>
                  <a:schemeClr val="dk1"/>
                </a:solidFill>
              </a:defRPr>
            </a:lvl8pPr>
            <a:lvl9pPr lvl="8">
              <a:lnSpc>
                <a:spcPct val="100000"/>
              </a:lnSpc>
              <a:spcBef>
                <a:spcPts val="0"/>
              </a:spcBef>
              <a:spcAft>
                <a:spcPts val="0"/>
              </a:spcAft>
              <a:buClr>
                <a:schemeClr val="dk1"/>
              </a:buClr>
              <a:buSzPts val="2300"/>
              <a:buNone/>
              <a:defRPr b="1" sz="2300">
                <a:solidFill>
                  <a:schemeClr val="dk1"/>
                </a:solidFill>
              </a:defRPr>
            </a:lvl9pPr>
          </a:lstStyle>
          <a:p/>
        </p:txBody>
      </p:sp>
      <p:sp>
        <p:nvSpPr>
          <p:cNvPr id="87" name="Google Shape;87;p19"/>
          <p:cNvSpPr txBox="1"/>
          <p:nvPr>
            <p:ph idx="2" type="subTitle"/>
          </p:nvPr>
        </p:nvSpPr>
        <p:spPr>
          <a:xfrm>
            <a:off x="3891775" y="2252801"/>
            <a:ext cx="5095200" cy="2511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описание">
  <p:cSld name="SECTION_TITLE_AND_DESCRIPTION">
    <p:spTree>
      <p:nvGrpSpPr>
        <p:cNvPr id="88" name="Shape 88"/>
        <p:cNvGrpSpPr/>
        <p:nvPr/>
      </p:nvGrpSpPr>
      <p:grpSpPr>
        <a:xfrm>
          <a:off x="0" y="0"/>
          <a:ext cx="0" cy="0"/>
          <a:chOff x="0" y="0"/>
          <a:chExt cx="0" cy="0"/>
        </a:xfrm>
      </p:grpSpPr>
      <p:sp>
        <p:nvSpPr>
          <p:cNvPr id="89" name="Google Shape;89;p20"/>
          <p:cNvSpPr/>
          <p:nvPr/>
        </p:nvSpPr>
        <p:spPr>
          <a:xfrm>
            <a:off x="4572000" y="-125"/>
            <a:ext cx="45720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0"/>
          <p:cNvSpPr txBox="1"/>
          <p:nvPr>
            <p:ph type="title"/>
          </p:nvPr>
        </p:nvSpPr>
        <p:spPr>
          <a:xfrm>
            <a:off x="609075" y="1220875"/>
            <a:ext cx="4045200" cy="14823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91" name="Google Shape;91;p20"/>
          <p:cNvSpPr txBox="1"/>
          <p:nvPr>
            <p:ph idx="1" type="subTitle"/>
          </p:nvPr>
        </p:nvSpPr>
        <p:spPr>
          <a:xfrm>
            <a:off x="609075" y="2916213"/>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92" name="Google Shape;92;p2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93" name="Google Shape;93;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 name="Shape 94"/>
        <p:cNvGrpSpPr/>
        <p:nvPr/>
      </p:nvGrpSpPr>
      <p:grpSpPr>
        <a:xfrm>
          <a:off x="0" y="0"/>
          <a:ext cx="0" cy="0"/>
          <a:chOff x="0" y="0"/>
          <a:chExt cx="0" cy="0"/>
        </a:xfrm>
      </p:grpSpPr>
      <p:sp>
        <p:nvSpPr>
          <p:cNvPr id="95" name="Google Shape;9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p:cSld name="CUSTOM_3">
    <p:spTree>
      <p:nvGrpSpPr>
        <p:cNvPr id="96" name="Shape 96"/>
        <p:cNvGrpSpPr/>
        <p:nvPr/>
      </p:nvGrpSpPr>
      <p:grpSpPr>
        <a:xfrm>
          <a:off x="0" y="0"/>
          <a:ext cx="0" cy="0"/>
          <a:chOff x="0" y="0"/>
          <a:chExt cx="0" cy="0"/>
        </a:xfrm>
      </p:grpSpPr>
      <p:sp>
        <p:nvSpPr>
          <p:cNvPr id="97" name="Google Shape;97;p22"/>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1">
  <p:cSld name="CUSTOM_2">
    <p:spTree>
      <p:nvGrpSpPr>
        <p:cNvPr id="98" name="Shape 98"/>
        <p:cNvGrpSpPr/>
        <p:nvPr/>
      </p:nvGrpSpPr>
      <p:grpSpPr>
        <a:xfrm>
          <a:off x="0" y="0"/>
          <a:ext cx="0" cy="0"/>
          <a:chOff x="0" y="0"/>
          <a:chExt cx="0" cy="0"/>
        </a:xfrm>
      </p:grpSpPr>
      <p:sp>
        <p:nvSpPr>
          <p:cNvPr id="99" name="Google Shape;99;p23"/>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0" name="Google Shape;100;p23"/>
          <p:cNvSpPr/>
          <p:nvPr/>
        </p:nvSpPr>
        <p:spPr>
          <a:xfrm>
            <a:off x="590475" y="1364975"/>
            <a:ext cx="7988400" cy="3412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3"/>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2">
  <p:cSld name="CUSTOM_2_1">
    <p:spTree>
      <p:nvGrpSpPr>
        <p:cNvPr id="102" name="Shape 102"/>
        <p:cNvGrpSpPr/>
        <p:nvPr/>
      </p:nvGrpSpPr>
      <p:grpSpPr>
        <a:xfrm>
          <a:off x="0" y="0"/>
          <a:ext cx="0" cy="0"/>
          <a:chOff x="0" y="0"/>
          <a:chExt cx="0" cy="0"/>
        </a:xfrm>
      </p:grpSpPr>
      <p:sp>
        <p:nvSpPr>
          <p:cNvPr id="103" name="Google Shape;103;p2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24"/>
          <p:cNvSpPr/>
          <p:nvPr/>
        </p:nvSpPr>
        <p:spPr>
          <a:xfrm>
            <a:off x="590475" y="1364975"/>
            <a:ext cx="7988400" cy="341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4"/>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nSpc>
                <a:spcPct val="115000"/>
              </a:lnSpc>
              <a:spcBef>
                <a:spcPts val="0"/>
              </a:spcBef>
              <a:spcAft>
                <a:spcPts val="0"/>
              </a:spcAft>
              <a:buClr>
                <a:schemeClr val="lt1"/>
              </a:buClr>
              <a:buSzPts val="1700"/>
              <a:buNone/>
              <a:defRPr sz="1700">
                <a:solidFill>
                  <a:schemeClr val="lt1"/>
                </a:solidFill>
              </a:defRPr>
            </a:lvl2pPr>
            <a:lvl3pPr lvl="2">
              <a:lnSpc>
                <a:spcPct val="115000"/>
              </a:lnSpc>
              <a:spcBef>
                <a:spcPts val="0"/>
              </a:spcBef>
              <a:spcAft>
                <a:spcPts val="0"/>
              </a:spcAft>
              <a:buClr>
                <a:schemeClr val="lt1"/>
              </a:buClr>
              <a:buSzPts val="1700"/>
              <a:buNone/>
              <a:defRPr sz="1700">
                <a:solidFill>
                  <a:schemeClr val="lt1"/>
                </a:solidFill>
              </a:defRPr>
            </a:lvl3pPr>
            <a:lvl4pPr lvl="3">
              <a:lnSpc>
                <a:spcPct val="115000"/>
              </a:lnSpc>
              <a:spcBef>
                <a:spcPts val="0"/>
              </a:spcBef>
              <a:spcAft>
                <a:spcPts val="0"/>
              </a:spcAft>
              <a:buClr>
                <a:schemeClr val="lt1"/>
              </a:buClr>
              <a:buSzPts val="1700"/>
              <a:buNone/>
              <a:defRPr sz="1700">
                <a:solidFill>
                  <a:schemeClr val="lt1"/>
                </a:solidFill>
              </a:defRPr>
            </a:lvl4pPr>
            <a:lvl5pPr lvl="4">
              <a:lnSpc>
                <a:spcPct val="115000"/>
              </a:lnSpc>
              <a:spcBef>
                <a:spcPts val="0"/>
              </a:spcBef>
              <a:spcAft>
                <a:spcPts val="0"/>
              </a:spcAft>
              <a:buClr>
                <a:schemeClr val="lt1"/>
              </a:buClr>
              <a:buSzPts val="1700"/>
              <a:buNone/>
              <a:defRPr sz="1700">
                <a:solidFill>
                  <a:schemeClr val="lt1"/>
                </a:solidFill>
              </a:defRPr>
            </a:lvl5pPr>
            <a:lvl6pPr lvl="5">
              <a:lnSpc>
                <a:spcPct val="115000"/>
              </a:lnSpc>
              <a:spcBef>
                <a:spcPts val="0"/>
              </a:spcBef>
              <a:spcAft>
                <a:spcPts val="0"/>
              </a:spcAft>
              <a:buClr>
                <a:schemeClr val="lt1"/>
              </a:buClr>
              <a:buSzPts val="1700"/>
              <a:buNone/>
              <a:defRPr sz="1700">
                <a:solidFill>
                  <a:schemeClr val="lt1"/>
                </a:solidFill>
              </a:defRPr>
            </a:lvl6pPr>
            <a:lvl7pPr lvl="6">
              <a:lnSpc>
                <a:spcPct val="115000"/>
              </a:lnSpc>
              <a:spcBef>
                <a:spcPts val="0"/>
              </a:spcBef>
              <a:spcAft>
                <a:spcPts val="0"/>
              </a:spcAft>
              <a:buClr>
                <a:schemeClr val="lt1"/>
              </a:buClr>
              <a:buSzPts val="1700"/>
              <a:buNone/>
              <a:defRPr sz="1700">
                <a:solidFill>
                  <a:schemeClr val="lt1"/>
                </a:solidFill>
              </a:defRPr>
            </a:lvl7pPr>
            <a:lvl8pPr lvl="7">
              <a:lnSpc>
                <a:spcPct val="115000"/>
              </a:lnSpc>
              <a:spcBef>
                <a:spcPts val="0"/>
              </a:spcBef>
              <a:spcAft>
                <a:spcPts val="0"/>
              </a:spcAft>
              <a:buClr>
                <a:schemeClr val="lt1"/>
              </a:buClr>
              <a:buSzPts val="1700"/>
              <a:buNone/>
              <a:defRPr sz="1700">
                <a:solidFill>
                  <a:schemeClr val="lt1"/>
                </a:solidFill>
              </a:defRPr>
            </a:lvl8pPr>
            <a:lvl9pPr lvl="8">
              <a:lnSpc>
                <a:spcPct val="115000"/>
              </a:lnSpc>
              <a:spcBef>
                <a:spcPts val="0"/>
              </a:spcBef>
              <a:spcAft>
                <a:spcPts val="0"/>
              </a:spcAft>
              <a:buClr>
                <a:schemeClr val="lt1"/>
              </a:buClr>
              <a:buSzPts val="1700"/>
              <a:buNone/>
              <a:defRPr sz="1700">
                <a:solidFill>
                  <a:schemeClr val="lt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1">
  <p:cSld name="CUSTOM_4">
    <p:spTree>
      <p:nvGrpSpPr>
        <p:cNvPr id="106" name="Shape 106"/>
        <p:cNvGrpSpPr/>
        <p:nvPr/>
      </p:nvGrpSpPr>
      <p:grpSpPr>
        <a:xfrm>
          <a:off x="0" y="0"/>
          <a:ext cx="0" cy="0"/>
          <a:chOff x="0" y="0"/>
          <a:chExt cx="0" cy="0"/>
        </a:xfrm>
      </p:grpSpPr>
      <p:sp>
        <p:nvSpPr>
          <p:cNvPr id="107" name="Google Shape;107;p25"/>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 name="Google Shape;108;p25"/>
          <p:cNvSpPr txBox="1"/>
          <p:nvPr>
            <p:ph idx="1" type="subTitle"/>
          </p:nvPr>
        </p:nvSpPr>
        <p:spPr>
          <a:xfrm>
            <a:off x="544050" y="1350425"/>
            <a:ext cx="5316300" cy="9042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109" name="Google Shape;109;p25"/>
          <p:cNvSpPr/>
          <p:nvPr/>
        </p:nvSpPr>
        <p:spPr>
          <a:xfrm>
            <a:off x="606200" y="2144231"/>
            <a:ext cx="7938600" cy="2464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5"/>
          <p:cNvSpPr txBox="1"/>
          <p:nvPr>
            <p:ph idx="2" type="subTitle"/>
          </p:nvPr>
        </p:nvSpPr>
        <p:spPr>
          <a:xfrm>
            <a:off x="795050" y="2220038"/>
            <a:ext cx="7568100" cy="2363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2">
  <p:cSld name="CUSTOM_4_1">
    <p:spTree>
      <p:nvGrpSpPr>
        <p:cNvPr id="111" name="Shape 111"/>
        <p:cNvGrpSpPr/>
        <p:nvPr/>
      </p:nvGrpSpPr>
      <p:grpSpPr>
        <a:xfrm>
          <a:off x="0" y="0"/>
          <a:ext cx="0" cy="0"/>
          <a:chOff x="0" y="0"/>
          <a:chExt cx="0" cy="0"/>
        </a:xfrm>
      </p:grpSpPr>
      <p:sp>
        <p:nvSpPr>
          <p:cNvPr id="112" name="Google Shape;112;p26"/>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3" name="Google Shape;113;p26"/>
          <p:cNvSpPr/>
          <p:nvPr/>
        </p:nvSpPr>
        <p:spPr>
          <a:xfrm>
            <a:off x="362300" y="1384249"/>
            <a:ext cx="4748700" cy="33933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26"/>
          <p:cNvSpPr txBox="1"/>
          <p:nvPr>
            <p:ph idx="1" type="subTitle"/>
          </p:nvPr>
        </p:nvSpPr>
        <p:spPr>
          <a:xfrm>
            <a:off x="500550" y="1474819"/>
            <a:ext cx="44286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300"/>
              <a:buNone/>
              <a:defRPr sz="1300"/>
            </a:lvl2pPr>
            <a:lvl3pPr lvl="2">
              <a:lnSpc>
                <a:spcPct val="115000"/>
              </a:lnSpc>
              <a:spcBef>
                <a:spcPts val="0"/>
              </a:spcBef>
              <a:spcAft>
                <a:spcPts val="0"/>
              </a:spcAft>
              <a:buSzPts val="1300"/>
              <a:buNone/>
              <a:defRPr/>
            </a:lvl3pPr>
            <a:lvl4pPr lvl="3">
              <a:lnSpc>
                <a:spcPct val="115000"/>
              </a:lnSpc>
              <a:spcBef>
                <a:spcPts val="0"/>
              </a:spcBef>
              <a:spcAft>
                <a:spcPts val="0"/>
              </a:spcAft>
              <a:buSzPts val="1300"/>
              <a:buNone/>
              <a:defRPr/>
            </a:lvl4pPr>
            <a:lvl5pPr lvl="4">
              <a:lnSpc>
                <a:spcPct val="115000"/>
              </a:lnSpc>
              <a:spcBef>
                <a:spcPts val="0"/>
              </a:spcBef>
              <a:spcAft>
                <a:spcPts val="0"/>
              </a:spcAft>
              <a:buSzPts val="1300"/>
              <a:buNone/>
              <a:defRPr/>
            </a:lvl5pPr>
            <a:lvl6pPr lvl="5">
              <a:lnSpc>
                <a:spcPct val="115000"/>
              </a:lnSpc>
              <a:spcBef>
                <a:spcPts val="0"/>
              </a:spcBef>
              <a:spcAft>
                <a:spcPts val="0"/>
              </a:spcAft>
              <a:buSzPts val="1300"/>
              <a:buNone/>
              <a:defRPr/>
            </a:lvl6pPr>
            <a:lvl7pPr lvl="6">
              <a:lnSpc>
                <a:spcPct val="115000"/>
              </a:lnSpc>
              <a:spcBef>
                <a:spcPts val="0"/>
              </a:spcBef>
              <a:spcAft>
                <a:spcPts val="0"/>
              </a:spcAft>
              <a:buSzPts val="1300"/>
              <a:buNone/>
              <a:defRPr/>
            </a:lvl7pPr>
            <a:lvl8pPr lvl="7">
              <a:lnSpc>
                <a:spcPct val="115000"/>
              </a:lnSpc>
              <a:spcBef>
                <a:spcPts val="0"/>
              </a:spcBef>
              <a:spcAft>
                <a:spcPts val="0"/>
              </a:spcAft>
              <a:buSzPts val="1300"/>
              <a:buNone/>
              <a:defRPr/>
            </a:lvl8pPr>
            <a:lvl9pPr lvl="8">
              <a:lnSpc>
                <a:spcPct val="115000"/>
              </a:lnSpc>
              <a:spcBef>
                <a:spcPts val="0"/>
              </a:spcBef>
              <a:spcAft>
                <a:spcPts val="0"/>
              </a:spcAft>
              <a:buSzPts val="1300"/>
              <a:buNone/>
              <a:defRPr/>
            </a:lvl9pPr>
          </a:lstStyle>
          <a:p/>
        </p:txBody>
      </p:sp>
      <p:sp>
        <p:nvSpPr>
          <p:cNvPr id="115" name="Google Shape;115;p26"/>
          <p:cNvSpPr txBox="1"/>
          <p:nvPr>
            <p:ph idx="2" type="subTitle"/>
          </p:nvPr>
        </p:nvSpPr>
        <p:spPr>
          <a:xfrm>
            <a:off x="5555275" y="1474819"/>
            <a:ext cx="3151200" cy="32613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ложка">
  <p:cSld name="CUSTOM_6">
    <p:bg>
      <p:bgPr>
        <a:solidFill>
          <a:schemeClr val="dk1"/>
        </a:solidFill>
      </p:bgPr>
    </p:bg>
    <p:spTree>
      <p:nvGrpSpPr>
        <p:cNvPr id="120" name="Shape 120"/>
        <p:cNvGrpSpPr/>
        <p:nvPr/>
      </p:nvGrpSpPr>
      <p:grpSpPr>
        <a:xfrm>
          <a:off x="0" y="0"/>
          <a:ext cx="0" cy="0"/>
          <a:chOff x="0" y="0"/>
          <a:chExt cx="0" cy="0"/>
        </a:xfrm>
      </p:grpSpPr>
      <p:sp>
        <p:nvSpPr>
          <p:cNvPr id="121" name="Google Shape;121;p28"/>
          <p:cNvSpPr txBox="1"/>
          <p:nvPr/>
        </p:nvSpPr>
        <p:spPr>
          <a:xfrm>
            <a:off x="556300" y="1539975"/>
            <a:ext cx="7379700" cy="13083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ru" sz="4500">
                <a:solidFill>
                  <a:schemeClr val="lt1"/>
                </a:solidFill>
                <a:latin typeface="Roboto"/>
                <a:ea typeface="Roboto"/>
                <a:cs typeface="Roboto"/>
                <a:sym typeface="Roboto"/>
              </a:rPr>
              <a:t>Тема блока 1</a:t>
            </a:r>
            <a:endParaRPr b="1" sz="4000">
              <a:solidFill>
                <a:schemeClr val="lt1"/>
              </a:solidFill>
              <a:latin typeface="Roboto"/>
              <a:ea typeface="Roboto"/>
              <a:cs typeface="Roboto"/>
              <a:sym typeface="Roboto"/>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122" name="Google Shape;122;p28"/>
          <p:cNvPicPr preferRelativeResize="0"/>
          <p:nvPr/>
        </p:nvPicPr>
        <p:blipFill rotWithShape="1">
          <a:blip r:embed="rId2">
            <a:alphaModFix/>
          </a:blip>
          <a:srcRect b="61754" l="0" r="0" t="37151"/>
          <a:stretch/>
        </p:blipFill>
        <p:spPr>
          <a:xfrm>
            <a:off x="0" y="3600500"/>
            <a:ext cx="9181975" cy="59700"/>
          </a:xfrm>
          <a:prstGeom prst="rect">
            <a:avLst/>
          </a:prstGeom>
          <a:noFill/>
          <a:ln>
            <a:noFill/>
          </a:ln>
        </p:spPr>
      </p:pic>
    </p:spTree>
  </p:cSld>
  <p:clrMapOvr>
    <a:masterClrMapping/>
  </p:clrMapOvr>
  <p:extLst>
    <p:ext uri="{DCECCB84-F9BA-43D5-87BE-67443E8EF086}">
      <p15:sldGuideLst>
        <p15:guide id="1" orient="horz" pos="1620">
          <p15:clr>
            <a:srgbClr val="E46962"/>
          </p15:clr>
        </p15:guide>
        <p15:guide id="2" pos="2880">
          <p15:clr>
            <a:srgbClr val="E46962"/>
          </p15:clr>
        </p15:guide>
        <p15:guide id="3" orient="horz" pos="680">
          <p15:clr>
            <a:srgbClr val="E46962"/>
          </p15:clr>
        </p15:guide>
        <p15:guide id="4" pos="283">
          <p15:clr>
            <a:srgbClr val="E46962"/>
          </p15:clr>
        </p15:guide>
        <p15:guide id="5" orient="horz" pos="1191">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type="title">
  <p:cSld name="TITLE">
    <p:spTree>
      <p:nvGrpSpPr>
        <p:cNvPr id="123" name="Shape 123"/>
        <p:cNvGrpSpPr/>
        <p:nvPr/>
      </p:nvGrpSpPr>
      <p:grpSpPr>
        <a:xfrm>
          <a:off x="0" y="0"/>
          <a:ext cx="0" cy="0"/>
          <a:chOff x="0" y="0"/>
          <a:chExt cx="0" cy="0"/>
        </a:xfrm>
      </p:grpSpPr>
      <p:sp>
        <p:nvSpPr>
          <p:cNvPr id="124" name="Google Shape;124;p29"/>
          <p:cNvSpPr txBox="1"/>
          <p:nvPr>
            <p:ph idx="1" type="subTitle"/>
          </p:nvPr>
        </p:nvSpPr>
        <p:spPr>
          <a:xfrm>
            <a:off x="2866800" y="4377125"/>
            <a:ext cx="6068700" cy="480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800"/>
              <a:buNone/>
              <a:defRPr b="1" sz="18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25" name="Google Shape;125;p29"/>
          <p:cNvSpPr txBox="1"/>
          <p:nvPr>
            <p:ph type="title"/>
          </p:nvPr>
        </p:nvSpPr>
        <p:spPr>
          <a:xfrm>
            <a:off x="882150" y="1110675"/>
            <a:ext cx="7379700" cy="2375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4600"/>
              <a:buNone/>
              <a:defRPr sz="46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лый слайд + заголовок" type="secHead">
  <p:cSld name="SECTION_HEADER">
    <p:spTree>
      <p:nvGrpSpPr>
        <p:cNvPr id="126" name="Shape 126"/>
        <p:cNvGrpSpPr/>
        <p:nvPr/>
      </p:nvGrpSpPr>
      <p:grpSpPr>
        <a:xfrm>
          <a:off x="0" y="0"/>
          <a:ext cx="0" cy="0"/>
          <a:chOff x="0" y="0"/>
          <a:chExt cx="0" cy="0"/>
        </a:xfrm>
      </p:grpSpPr>
      <p:sp>
        <p:nvSpPr>
          <p:cNvPr id="127" name="Google Shape;127;p30"/>
          <p:cNvSpPr txBox="1"/>
          <p:nvPr>
            <p:ph type="title"/>
          </p:nvPr>
        </p:nvSpPr>
        <p:spPr>
          <a:xfrm>
            <a:off x="500550" y="1784775"/>
            <a:ext cx="7935300" cy="1145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8" name="Google Shape;12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аш макет 1">
  <p:cSld name="CUSTOM_5">
    <p:spTree>
      <p:nvGrpSpPr>
        <p:cNvPr id="129" name="Shape 129"/>
        <p:cNvGrpSpPr/>
        <p:nvPr/>
      </p:nvGrpSpPr>
      <p:grpSpPr>
        <a:xfrm>
          <a:off x="0" y="0"/>
          <a:ext cx="0" cy="0"/>
          <a:chOff x="0" y="0"/>
          <a:chExt cx="0" cy="0"/>
        </a:xfrm>
      </p:grpSpPr>
      <p:sp>
        <p:nvSpPr>
          <p:cNvPr id="130" name="Google Shape;130;p31"/>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1" name="Shape 131"/>
        <p:cNvGrpSpPr/>
        <p:nvPr/>
      </p:nvGrpSpPr>
      <p:grpSpPr>
        <a:xfrm>
          <a:off x="0" y="0"/>
          <a:ext cx="0" cy="0"/>
          <a:chOff x="0" y="0"/>
          <a:chExt cx="0" cy="0"/>
        </a:xfrm>
      </p:grpSpPr>
      <p:sp>
        <p:nvSpPr>
          <p:cNvPr id="132" name="Google Shape;132;p32"/>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3" name="Google Shape;133;p32"/>
          <p:cNvSpPr txBox="1"/>
          <p:nvPr>
            <p:ph idx="1" type="body"/>
          </p:nvPr>
        </p:nvSpPr>
        <p:spPr>
          <a:xfrm>
            <a:off x="500550" y="1426469"/>
            <a:ext cx="8520600" cy="3416400"/>
          </a:xfrm>
          <a:prstGeom prst="rect">
            <a:avLst/>
          </a:prstGeom>
        </p:spPr>
        <p:txBody>
          <a:bodyPr anchorCtr="0" anchor="t" bIns="91425" lIns="91425" spcFirstLastPara="1" rIns="91425" wrap="square" tIns="91425">
            <a:normAutofit/>
          </a:bodyPr>
          <a:lstStyle>
            <a:lvl1pPr indent="-323850" lvl="0" marL="457200">
              <a:lnSpc>
                <a:spcPct val="120000"/>
              </a:lnSpc>
              <a:spcBef>
                <a:spcPts val="300"/>
              </a:spcBef>
              <a:spcAft>
                <a:spcPts val="0"/>
              </a:spcAft>
              <a:buSzPts val="1500"/>
              <a:buChar char="●"/>
              <a:defRPr sz="1500"/>
            </a:lvl1pPr>
            <a:lvl2pPr indent="-311150" lvl="1" marL="914400">
              <a:lnSpc>
                <a:spcPct val="120000"/>
              </a:lnSpc>
              <a:spcBef>
                <a:spcPts val="300"/>
              </a:spcBef>
              <a:spcAft>
                <a:spcPts val="0"/>
              </a:spcAft>
              <a:buSzPts val="1300"/>
              <a:buChar char="○"/>
              <a:defRPr sz="1300"/>
            </a:lvl2pPr>
            <a:lvl3pPr indent="-311150" lvl="2" marL="1371600">
              <a:lnSpc>
                <a:spcPct val="120000"/>
              </a:lnSpc>
              <a:spcBef>
                <a:spcPts val="300"/>
              </a:spcBef>
              <a:spcAft>
                <a:spcPts val="0"/>
              </a:spcAft>
              <a:buSzPts val="1300"/>
              <a:buChar char="■"/>
              <a:defRPr sz="1300"/>
            </a:lvl3pPr>
            <a:lvl4pPr indent="-311150" lvl="3" marL="1828800">
              <a:lnSpc>
                <a:spcPct val="120000"/>
              </a:lnSpc>
              <a:spcBef>
                <a:spcPts val="300"/>
              </a:spcBef>
              <a:spcAft>
                <a:spcPts val="0"/>
              </a:spcAft>
              <a:buSzPts val="1300"/>
              <a:buChar char="●"/>
              <a:defRPr sz="1300"/>
            </a:lvl4pPr>
            <a:lvl5pPr indent="-311150" lvl="4" marL="2286000">
              <a:lnSpc>
                <a:spcPct val="120000"/>
              </a:lnSpc>
              <a:spcBef>
                <a:spcPts val="0"/>
              </a:spcBef>
              <a:spcAft>
                <a:spcPts val="0"/>
              </a:spcAft>
              <a:buSzPts val="1300"/>
              <a:buChar char="○"/>
              <a:defRPr sz="1300"/>
            </a:lvl5pPr>
            <a:lvl6pPr indent="-311150" lvl="5" marL="2743200">
              <a:lnSpc>
                <a:spcPct val="120000"/>
              </a:lnSpc>
              <a:spcBef>
                <a:spcPts val="300"/>
              </a:spcBef>
              <a:spcAft>
                <a:spcPts val="0"/>
              </a:spcAft>
              <a:buSzPts val="1300"/>
              <a:buChar char="■"/>
              <a:defRPr sz="1300"/>
            </a:lvl6pPr>
            <a:lvl7pPr indent="-311150" lvl="6" marL="3200400">
              <a:lnSpc>
                <a:spcPct val="120000"/>
              </a:lnSpc>
              <a:spcBef>
                <a:spcPts val="300"/>
              </a:spcBef>
              <a:spcAft>
                <a:spcPts val="0"/>
              </a:spcAft>
              <a:buSzPts val="1300"/>
              <a:buChar char="●"/>
              <a:defRPr sz="1300"/>
            </a:lvl7pPr>
            <a:lvl8pPr indent="-311150" lvl="7" marL="3657600">
              <a:lnSpc>
                <a:spcPct val="120000"/>
              </a:lnSpc>
              <a:spcBef>
                <a:spcPts val="300"/>
              </a:spcBef>
              <a:spcAft>
                <a:spcPts val="0"/>
              </a:spcAft>
              <a:buSzPts val="1300"/>
              <a:buChar char="○"/>
              <a:defRPr sz="1300"/>
            </a:lvl8pPr>
            <a:lvl9pPr indent="-311150" lvl="8" marL="4114800">
              <a:lnSpc>
                <a:spcPct val="120000"/>
              </a:lnSpc>
              <a:spcBef>
                <a:spcPts val="300"/>
              </a:spcBef>
              <a:spcAft>
                <a:spcPts val="0"/>
              </a:spcAft>
              <a:buSzPts val="1300"/>
              <a:buChar char="■"/>
              <a:defRPr sz="1300"/>
            </a:lvl9pPr>
          </a:lstStyle>
          <a:p/>
        </p:txBody>
      </p:sp>
      <p:sp>
        <p:nvSpPr>
          <p:cNvPr id="134" name="Google Shape;13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ма вебинара" type="twoColTx">
  <p:cSld name="TITLE_AND_TWO_COLUMNS">
    <p:bg>
      <p:bgPr>
        <a:solidFill>
          <a:schemeClr val="dk1"/>
        </a:solidFill>
      </p:bgPr>
    </p:bg>
    <p:spTree>
      <p:nvGrpSpPr>
        <p:cNvPr id="135" name="Shape 135"/>
        <p:cNvGrpSpPr/>
        <p:nvPr/>
      </p:nvGrpSpPr>
      <p:grpSpPr>
        <a:xfrm>
          <a:off x="0" y="0"/>
          <a:ext cx="0" cy="0"/>
          <a:chOff x="0" y="0"/>
          <a:chExt cx="0" cy="0"/>
        </a:xfrm>
      </p:grpSpPr>
      <p:sp>
        <p:nvSpPr>
          <p:cNvPr id="136" name="Google Shape;136;p33"/>
          <p:cNvSpPr txBox="1"/>
          <p:nvPr/>
        </p:nvSpPr>
        <p:spPr>
          <a:xfrm>
            <a:off x="556300" y="1539975"/>
            <a:ext cx="7379700" cy="13083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ru" sz="4500">
                <a:solidFill>
                  <a:schemeClr val="lt1"/>
                </a:solidFill>
                <a:latin typeface="Roboto"/>
                <a:ea typeface="Roboto"/>
                <a:cs typeface="Roboto"/>
                <a:sym typeface="Roboto"/>
              </a:rPr>
              <a:t>Тема блока 1</a:t>
            </a:r>
            <a:endParaRPr b="1" sz="4000">
              <a:solidFill>
                <a:schemeClr val="lt1"/>
              </a:solidFill>
              <a:latin typeface="Roboto"/>
              <a:ea typeface="Roboto"/>
              <a:cs typeface="Roboto"/>
              <a:sym typeface="Roboto"/>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137" name="Google Shape;137;p33"/>
          <p:cNvPicPr preferRelativeResize="0"/>
          <p:nvPr/>
        </p:nvPicPr>
        <p:blipFill rotWithShape="1">
          <a:blip r:embed="rId2">
            <a:alphaModFix/>
          </a:blip>
          <a:srcRect b="61754" l="0" r="0" t="37151"/>
          <a:stretch/>
        </p:blipFill>
        <p:spPr>
          <a:xfrm>
            <a:off x="0" y="3600500"/>
            <a:ext cx="9181975" cy="59700"/>
          </a:xfrm>
          <a:prstGeom prst="rect">
            <a:avLst/>
          </a:prstGeom>
          <a:noFill/>
          <a:ln>
            <a:noFill/>
          </a:ln>
        </p:spPr>
      </p:pic>
    </p:spTree>
  </p:cSld>
  <p:clrMapOvr>
    <a:masterClrMapping/>
  </p:clrMapOvr>
  <p:extLst>
    <p:ext uri="{DCECCB84-F9BA-43D5-87BE-67443E8EF086}">
      <p15:sldGuideLst>
        <p15:guide id="1" pos="397">
          <p15:clr>
            <a:srgbClr val="FA7B17"/>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подтемой">
  <p:cSld name="MAIN_POINT">
    <p:spTree>
      <p:nvGrpSpPr>
        <p:cNvPr id="138" name="Shape 138"/>
        <p:cNvGrpSpPr/>
        <p:nvPr/>
      </p:nvGrpSpPr>
      <p:grpSpPr>
        <a:xfrm>
          <a:off x="0" y="0"/>
          <a:ext cx="0" cy="0"/>
          <a:chOff x="0" y="0"/>
          <a:chExt cx="0" cy="0"/>
        </a:xfrm>
      </p:grpSpPr>
      <p:sp>
        <p:nvSpPr>
          <p:cNvPr id="139" name="Google Shape;139;p34"/>
          <p:cNvSpPr txBox="1"/>
          <p:nvPr>
            <p:ph type="title"/>
          </p:nvPr>
        </p:nvSpPr>
        <p:spPr>
          <a:xfrm>
            <a:off x="651425" y="396394"/>
            <a:ext cx="7706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600"/>
              <a:buNone/>
              <a:defRPr sz="4600"/>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 себе">
  <p:cSld name="CUSTOM_1">
    <p:spTree>
      <p:nvGrpSpPr>
        <p:cNvPr id="140" name="Shape 140"/>
        <p:cNvGrpSpPr/>
        <p:nvPr/>
      </p:nvGrpSpPr>
      <p:grpSpPr>
        <a:xfrm>
          <a:off x="0" y="0"/>
          <a:ext cx="0" cy="0"/>
          <a:chOff x="0" y="0"/>
          <a:chExt cx="0" cy="0"/>
        </a:xfrm>
      </p:grpSpPr>
      <p:sp>
        <p:nvSpPr>
          <p:cNvPr id="141" name="Google Shape;141;p35"/>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2" name="Google Shape;142;p35"/>
          <p:cNvSpPr txBox="1"/>
          <p:nvPr>
            <p:ph idx="1" type="subTitle"/>
          </p:nvPr>
        </p:nvSpPr>
        <p:spPr>
          <a:xfrm>
            <a:off x="3891775" y="1716281"/>
            <a:ext cx="43917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600"/>
              <a:buNone/>
              <a:defRPr b="1" sz="1600">
                <a:solidFill>
                  <a:srgbClr val="013D85"/>
                </a:solidFill>
              </a:defRPr>
            </a:lvl1pPr>
            <a:lvl2pPr lvl="1">
              <a:lnSpc>
                <a:spcPct val="100000"/>
              </a:lnSpc>
              <a:spcBef>
                <a:spcPts val="0"/>
              </a:spcBef>
              <a:spcAft>
                <a:spcPts val="0"/>
              </a:spcAft>
              <a:buClr>
                <a:schemeClr val="dk1"/>
              </a:buClr>
              <a:buSzPts val="2300"/>
              <a:buNone/>
              <a:defRPr b="1" sz="2300">
                <a:solidFill>
                  <a:schemeClr val="dk1"/>
                </a:solidFill>
              </a:defRPr>
            </a:lvl2pPr>
            <a:lvl3pPr lvl="2">
              <a:lnSpc>
                <a:spcPct val="100000"/>
              </a:lnSpc>
              <a:spcBef>
                <a:spcPts val="0"/>
              </a:spcBef>
              <a:spcAft>
                <a:spcPts val="0"/>
              </a:spcAft>
              <a:buClr>
                <a:schemeClr val="dk1"/>
              </a:buClr>
              <a:buSzPts val="2300"/>
              <a:buNone/>
              <a:defRPr b="1" sz="2300">
                <a:solidFill>
                  <a:schemeClr val="dk1"/>
                </a:solidFill>
              </a:defRPr>
            </a:lvl3pPr>
            <a:lvl4pPr lvl="3">
              <a:lnSpc>
                <a:spcPct val="100000"/>
              </a:lnSpc>
              <a:spcBef>
                <a:spcPts val="0"/>
              </a:spcBef>
              <a:spcAft>
                <a:spcPts val="0"/>
              </a:spcAft>
              <a:buClr>
                <a:schemeClr val="dk1"/>
              </a:buClr>
              <a:buSzPts val="2300"/>
              <a:buNone/>
              <a:defRPr b="1" sz="2300">
                <a:solidFill>
                  <a:schemeClr val="dk1"/>
                </a:solidFill>
              </a:defRPr>
            </a:lvl4pPr>
            <a:lvl5pPr lvl="4">
              <a:lnSpc>
                <a:spcPct val="100000"/>
              </a:lnSpc>
              <a:spcBef>
                <a:spcPts val="0"/>
              </a:spcBef>
              <a:spcAft>
                <a:spcPts val="0"/>
              </a:spcAft>
              <a:buClr>
                <a:schemeClr val="dk1"/>
              </a:buClr>
              <a:buSzPts val="2300"/>
              <a:buNone/>
              <a:defRPr b="1" sz="2300">
                <a:solidFill>
                  <a:schemeClr val="dk1"/>
                </a:solidFill>
              </a:defRPr>
            </a:lvl5pPr>
            <a:lvl6pPr lvl="5">
              <a:lnSpc>
                <a:spcPct val="100000"/>
              </a:lnSpc>
              <a:spcBef>
                <a:spcPts val="0"/>
              </a:spcBef>
              <a:spcAft>
                <a:spcPts val="0"/>
              </a:spcAft>
              <a:buClr>
                <a:schemeClr val="dk1"/>
              </a:buClr>
              <a:buSzPts val="2300"/>
              <a:buNone/>
              <a:defRPr b="1" sz="2300">
                <a:solidFill>
                  <a:schemeClr val="dk1"/>
                </a:solidFill>
              </a:defRPr>
            </a:lvl6pPr>
            <a:lvl7pPr lvl="6">
              <a:lnSpc>
                <a:spcPct val="100000"/>
              </a:lnSpc>
              <a:spcBef>
                <a:spcPts val="0"/>
              </a:spcBef>
              <a:spcAft>
                <a:spcPts val="0"/>
              </a:spcAft>
              <a:buClr>
                <a:schemeClr val="dk1"/>
              </a:buClr>
              <a:buSzPts val="2300"/>
              <a:buNone/>
              <a:defRPr b="1" sz="2300">
                <a:solidFill>
                  <a:schemeClr val="dk1"/>
                </a:solidFill>
              </a:defRPr>
            </a:lvl7pPr>
            <a:lvl8pPr lvl="7">
              <a:lnSpc>
                <a:spcPct val="100000"/>
              </a:lnSpc>
              <a:spcBef>
                <a:spcPts val="0"/>
              </a:spcBef>
              <a:spcAft>
                <a:spcPts val="0"/>
              </a:spcAft>
              <a:buClr>
                <a:schemeClr val="dk1"/>
              </a:buClr>
              <a:buSzPts val="2300"/>
              <a:buNone/>
              <a:defRPr b="1" sz="2300">
                <a:solidFill>
                  <a:schemeClr val="dk1"/>
                </a:solidFill>
              </a:defRPr>
            </a:lvl8pPr>
            <a:lvl9pPr lvl="8">
              <a:lnSpc>
                <a:spcPct val="100000"/>
              </a:lnSpc>
              <a:spcBef>
                <a:spcPts val="0"/>
              </a:spcBef>
              <a:spcAft>
                <a:spcPts val="0"/>
              </a:spcAft>
              <a:buClr>
                <a:schemeClr val="dk1"/>
              </a:buClr>
              <a:buSzPts val="2300"/>
              <a:buNone/>
              <a:defRPr b="1" sz="2300">
                <a:solidFill>
                  <a:schemeClr val="dk1"/>
                </a:solidFill>
              </a:defRPr>
            </a:lvl9pPr>
          </a:lstStyle>
          <a:p/>
        </p:txBody>
      </p:sp>
      <p:sp>
        <p:nvSpPr>
          <p:cNvPr id="143" name="Google Shape;143;p35"/>
          <p:cNvSpPr txBox="1"/>
          <p:nvPr>
            <p:ph idx="2" type="subTitle"/>
          </p:nvPr>
        </p:nvSpPr>
        <p:spPr>
          <a:xfrm>
            <a:off x="3891775" y="2252801"/>
            <a:ext cx="5095200" cy="2511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описание">
  <p:cSld name="SECTION_TITLE_AND_DESCRIPTION">
    <p:spTree>
      <p:nvGrpSpPr>
        <p:cNvPr id="144" name="Shape 144"/>
        <p:cNvGrpSpPr/>
        <p:nvPr/>
      </p:nvGrpSpPr>
      <p:grpSpPr>
        <a:xfrm>
          <a:off x="0" y="0"/>
          <a:ext cx="0" cy="0"/>
          <a:chOff x="0" y="0"/>
          <a:chExt cx="0" cy="0"/>
        </a:xfrm>
      </p:grpSpPr>
      <p:sp>
        <p:nvSpPr>
          <p:cNvPr id="145" name="Google Shape;145;p36"/>
          <p:cNvSpPr/>
          <p:nvPr/>
        </p:nvSpPr>
        <p:spPr>
          <a:xfrm>
            <a:off x="4572000" y="-125"/>
            <a:ext cx="45720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6"/>
          <p:cNvSpPr txBox="1"/>
          <p:nvPr>
            <p:ph type="title"/>
          </p:nvPr>
        </p:nvSpPr>
        <p:spPr>
          <a:xfrm>
            <a:off x="609075" y="1220875"/>
            <a:ext cx="4045200" cy="14823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47" name="Google Shape;147;p36"/>
          <p:cNvSpPr txBox="1"/>
          <p:nvPr>
            <p:ph idx="1" type="subTitle"/>
          </p:nvPr>
        </p:nvSpPr>
        <p:spPr>
          <a:xfrm>
            <a:off x="609075" y="2916213"/>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148" name="Google Shape;148;p36"/>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149" name="Google Shape;14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p:cSld name="CUSTOM_3">
    <p:spTree>
      <p:nvGrpSpPr>
        <p:cNvPr id="150" name="Shape 150"/>
        <p:cNvGrpSpPr/>
        <p:nvPr/>
      </p:nvGrpSpPr>
      <p:grpSpPr>
        <a:xfrm>
          <a:off x="0" y="0"/>
          <a:ext cx="0" cy="0"/>
          <a:chOff x="0" y="0"/>
          <a:chExt cx="0" cy="0"/>
        </a:xfrm>
      </p:grpSpPr>
      <p:sp>
        <p:nvSpPr>
          <p:cNvPr id="151" name="Google Shape;151;p37"/>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1">
  <p:cSld name="CUSTOM_2">
    <p:spTree>
      <p:nvGrpSpPr>
        <p:cNvPr id="152" name="Shape 152"/>
        <p:cNvGrpSpPr/>
        <p:nvPr/>
      </p:nvGrpSpPr>
      <p:grpSpPr>
        <a:xfrm>
          <a:off x="0" y="0"/>
          <a:ext cx="0" cy="0"/>
          <a:chOff x="0" y="0"/>
          <a:chExt cx="0" cy="0"/>
        </a:xfrm>
      </p:grpSpPr>
      <p:sp>
        <p:nvSpPr>
          <p:cNvPr id="153" name="Google Shape;153;p38"/>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4" name="Google Shape;154;p38"/>
          <p:cNvSpPr/>
          <p:nvPr/>
        </p:nvSpPr>
        <p:spPr>
          <a:xfrm>
            <a:off x="590475" y="1364975"/>
            <a:ext cx="7988400" cy="3412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8"/>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2">
  <p:cSld name="CUSTOM_2_1">
    <p:spTree>
      <p:nvGrpSpPr>
        <p:cNvPr id="156" name="Shape 156"/>
        <p:cNvGrpSpPr/>
        <p:nvPr/>
      </p:nvGrpSpPr>
      <p:grpSpPr>
        <a:xfrm>
          <a:off x="0" y="0"/>
          <a:ext cx="0" cy="0"/>
          <a:chOff x="0" y="0"/>
          <a:chExt cx="0" cy="0"/>
        </a:xfrm>
      </p:grpSpPr>
      <p:sp>
        <p:nvSpPr>
          <p:cNvPr id="157" name="Google Shape;157;p39"/>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8" name="Google Shape;158;p39"/>
          <p:cNvSpPr/>
          <p:nvPr/>
        </p:nvSpPr>
        <p:spPr>
          <a:xfrm>
            <a:off x="590475" y="1364975"/>
            <a:ext cx="7988400" cy="341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9"/>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nSpc>
                <a:spcPct val="115000"/>
              </a:lnSpc>
              <a:spcBef>
                <a:spcPts val="0"/>
              </a:spcBef>
              <a:spcAft>
                <a:spcPts val="0"/>
              </a:spcAft>
              <a:buClr>
                <a:schemeClr val="lt1"/>
              </a:buClr>
              <a:buSzPts val="1700"/>
              <a:buNone/>
              <a:defRPr sz="1700">
                <a:solidFill>
                  <a:schemeClr val="lt1"/>
                </a:solidFill>
              </a:defRPr>
            </a:lvl2pPr>
            <a:lvl3pPr lvl="2">
              <a:lnSpc>
                <a:spcPct val="115000"/>
              </a:lnSpc>
              <a:spcBef>
                <a:spcPts val="0"/>
              </a:spcBef>
              <a:spcAft>
                <a:spcPts val="0"/>
              </a:spcAft>
              <a:buClr>
                <a:schemeClr val="lt1"/>
              </a:buClr>
              <a:buSzPts val="1700"/>
              <a:buNone/>
              <a:defRPr sz="1700">
                <a:solidFill>
                  <a:schemeClr val="lt1"/>
                </a:solidFill>
              </a:defRPr>
            </a:lvl3pPr>
            <a:lvl4pPr lvl="3">
              <a:lnSpc>
                <a:spcPct val="115000"/>
              </a:lnSpc>
              <a:spcBef>
                <a:spcPts val="0"/>
              </a:spcBef>
              <a:spcAft>
                <a:spcPts val="0"/>
              </a:spcAft>
              <a:buClr>
                <a:schemeClr val="lt1"/>
              </a:buClr>
              <a:buSzPts val="1700"/>
              <a:buNone/>
              <a:defRPr sz="1700">
                <a:solidFill>
                  <a:schemeClr val="lt1"/>
                </a:solidFill>
              </a:defRPr>
            </a:lvl4pPr>
            <a:lvl5pPr lvl="4">
              <a:lnSpc>
                <a:spcPct val="115000"/>
              </a:lnSpc>
              <a:spcBef>
                <a:spcPts val="0"/>
              </a:spcBef>
              <a:spcAft>
                <a:spcPts val="0"/>
              </a:spcAft>
              <a:buClr>
                <a:schemeClr val="lt1"/>
              </a:buClr>
              <a:buSzPts val="1700"/>
              <a:buNone/>
              <a:defRPr sz="1700">
                <a:solidFill>
                  <a:schemeClr val="lt1"/>
                </a:solidFill>
              </a:defRPr>
            </a:lvl5pPr>
            <a:lvl6pPr lvl="5">
              <a:lnSpc>
                <a:spcPct val="115000"/>
              </a:lnSpc>
              <a:spcBef>
                <a:spcPts val="0"/>
              </a:spcBef>
              <a:spcAft>
                <a:spcPts val="0"/>
              </a:spcAft>
              <a:buClr>
                <a:schemeClr val="lt1"/>
              </a:buClr>
              <a:buSzPts val="1700"/>
              <a:buNone/>
              <a:defRPr sz="1700">
                <a:solidFill>
                  <a:schemeClr val="lt1"/>
                </a:solidFill>
              </a:defRPr>
            </a:lvl6pPr>
            <a:lvl7pPr lvl="6">
              <a:lnSpc>
                <a:spcPct val="115000"/>
              </a:lnSpc>
              <a:spcBef>
                <a:spcPts val="0"/>
              </a:spcBef>
              <a:spcAft>
                <a:spcPts val="0"/>
              </a:spcAft>
              <a:buClr>
                <a:schemeClr val="lt1"/>
              </a:buClr>
              <a:buSzPts val="1700"/>
              <a:buNone/>
              <a:defRPr sz="1700">
                <a:solidFill>
                  <a:schemeClr val="lt1"/>
                </a:solidFill>
              </a:defRPr>
            </a:lvl7pPr>
            <a:lvl8pPr lvl="7">
              <a:lnSpc>
                <a:spcPct val="115000"/>
              </a:lnSpc>
              <a:spcBef>
                <a:spcPts val="0"/>
              </a:spcBef>
              <a:spcAft>
                <a:spcPts val="0"/>
              </a:spcAft>
              <a:buClr>
                <a:schemeClr val="lt1"/>
              </a:buClr>
              <a:buSzPts val="1700"/>
              <a:buNone/>
              <a:defRPr sz="1700">
                <a:solidFill>
                  <a:schemeClr val="lt1"/>
                </a:solidFill>
              </a:defRPr>
            </a:lvl8pPr>
            <a:lvl9pPr lvl="8">
              <a:lnSpc>
                <a:spcPct val="115000"/>
              </a:lnSpc>
              <a:spcBef>
                <a:spcPts val="0"/>
              </a:spcBef>
              <a:spcAft>
                <a:spcPts val="0"/>
              </a:spcAft>
              <a:buClr>
                <a:schemeClr val="lt1"/>
              </a:buClr>
              <a:buSzPts val="1700"/>
              <a:buNone/>
              <a:defRPr sz="1700">
                <a:solidFill>
                  <a:schemeClr val="lt1"/>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резентация">
  <p:cSld name="CUSTOM_7">
    <p:spTree>
      <p:nvGrpSpPr>
        <p:cNvPr id="160" name="Shape 160"/>
        <p:cNvGrpSpPr/>
        <p:nvPr/>
      </p:nvGrpSpPr>
      <p:grpSpPr>
        <a:xfrm>
          <a:off x="0" y="0"/>
          <a:ext cx="0" cy="0"/>
          <a:chOff x="0" y="0"/>
          <a:chExt cx="0" cy="0"/>
        </a:xfrm>
      </p:grpSpPr>
      <p:sp>
        <p:nvSpPr>
          <p:cNvPr id="161" name="Google Shape;161;p40"/>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2" name="Google Shape;162;p40"/>
          <p:cNvSpPr/>
          <p:nvPr/>
        </p:nvSpPr>
        <p:spPr>
          <a:xfrm>
            <a:off x="1122250" y="1862825"/>
            <a:ext cx="1913100" cy="26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3" name="Google Shape;163;p40"/>
          <p:cNvSpPr/>
          <p:nvPr/>
        </p:nvSpPr>
        <p:spPr>
          <a:xfrm>
            <a:off x="3330250" y="1862825"/>
            <a:ext cx="1913100" cy="26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4" name="Google Shape;164;p40"/>
          <p:cNvSpPr/>
          <p:nvPr/>
        </p:nvSpPr>
        <p:spPr>
          <a:xfrm>
            <a:off x="5538250" y="2015225"/>
            <a:ext cx="1913100" cy="2634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1">
  <p:cSld name="CUSTOM_4">
    <p:spTree>
      <p:nvGrpSpPr>
        <p:cNvPr id="165" name="Shape 165"/>
        <p:cNvGrpSpPr/>
        <p:nvPr/>
      </p:nvGrpSpPr>
      <p:grpSpPr>
        <a:xfrm>
          <a:off x="0" y="0"/>
          <a:ext cx="0" cy="0"/>
          <a:chOff x="0" y="0"/>
          <a:chExt cx="0" cy="0"/>
        </a:xfrm>
      </p:grpSpPr>
      <p:sp>
        <p:nvSpPr>
          <p:cNvPr id="166" name="Google Shape;166;p41"/>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7" name="Google Shape;167;p41"/>
          <p:cNvSpPr txBox="1"/>
          <p:nvPr>
            <p:ph idx="1" type="subTitle"/>
          </p:nvPr>
        </p:nvSpPr>
        <p:spPr>
          <a:xfrm>
            <a:off x="544050" y="1350425"/>
            <a:ext cx="5316300" cy="9042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168" name="Google Shape;168;p41"/>
          <p:cNvSpPr/>
          <p:nvPr/>
        </p:nvSpPr>
        <p:spPr>
          <a:xfrm>
            <a:off x="606200" y="2144231"/>
            <a:ext cx="7938600" cy="2464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1"/>
          <p:cNvSpPr txBox="1"/>
          <p:nvPr>
            <p:ph idx="2" type="subTitle"/>
          </p:nvPr>
        </p:nvSpPr>
        <p:spPr>
          <a:xfrm>
            <a:off x="795050" y="2220038"/>
            <a:ext cx="7568100" cy="2363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синий">
  <p:cSld name="MAIN_POINT_2">
    <p:spTree>
      <p:nvGrpSpPr>
        <p:cNvPr id="170" name="Shape 170"/>
        <p:cNvGrpSpPr/>
        <p:nvPr/>
      </p:nvGrpSpPr>
      <p:grpSpPr>
        <a:xfrm>
          <a:off x="0" y="0"/>
          <a:ext cx="0" cy="0"/>
          <a:chOff x="0" y="0"/>
          <a:chExt cx="0" cy="0"/>
        </a:xfrm>
      </p:grpSpPr>
      <p:sp>
        <p:nvSpPr>
          <p:cNvPr id="171" name="Google Shape;17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pic>
        <p:nvPicPr>
          <p:cNvPr id="172" name="Google Shape;172;p42"/>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173" name="Google Shape;173;p42"/>
          <p:cNvSpPr txBox="1"/>
          <p:nvPr>
            <p:ph type="title"/>
          </p:nvPr>
        </p:nvSpPr>
        <p:spPr>
          <a:xfrm>
            <a:off x="651425" y="396394"/>
            <a:ext cx="7706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type="title">
  <p:cSld name="TITLE">
    <p:bg>
      <p:bgPr>
        <a:blipFill>
          <a:blip r:embed="rId2">
            <a:alphaModFix/>
          </a:blip>
          <a:stretch>
            <a:fillRect/>
          </a:stretch>
        </a:blipFill>
      </p:bgPr>
    </p:bg>
    <p:spTree>
      <p:nvGrpSpPr>
        <p:cNvPr id="178" name="Shape 178"/>
        <p:cNvGrpSpPr/>
        <p:nvPr/>
      </p:nvGrpSpPr>
      <p:grpSpPr>
        <a:xfrm>
          <a:off x="0" y="0"/>
          <a:ext cx="0" cy="0"/>
          <a:chOff x="0" y="0"/>
          <a:chExt cx="0" cy="0"/>
        </a:xfrm>
      </p:grpSpPr>
      <p:pic>
        <p:nvPicPr>
          <p:cNvPr id="179" name="Google Shape;179;p44"/>
          <p:cNvPicPr preferRelativeResize="0"/>
          <p:nvPr/>
        </p:nvPicPr>
        <p:blipFill rotWithShape="1">
          <a:blip r:embed="rId3">
            <a:alphaModFix/>
          </a:blip>
          <a:srcRect b="0" l="99" r="99" t="0"/>
          <a:stretch/>
        </p:blipFill>
        <p:spPr>
          <a:xfrm>
            <a:off x="-17925" y="-10075"/>
            <a:ext cx="9194726" cy="5182151"/>
          </a:xfrm>
          <a:prstGeom prst="rect">
            <a:avLst/>
          </a:prstGeom>
          <a:noFill/>
          <a:ln>
            <a:noFill/>
          </a:ln>
        </p:spPr>
      </p:pic>
      <p:sp>
        <p:nvSpPr>
          <p:cNvPr id="180" name="Google Shape;180;p44"/>
          <p:cNvSpPr txBox="1"/>
          <p:nvPr>
            <p:ph idx="1" type="subTitle"/>
          </p:nvPr>
        </p:nvSpPr>
        <p:spPr>
          <a:xfrm>
            <a:off x="944650" y="4350425"/>
            <a:ext cx="8293200" cy="480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b="1" sz="1800">
                <a:solidFill>
                  <a:schemeClr val="l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181" name="Google Shape;181;p44"/>
          <p:cNvSpPr txBox="1"/>
          <p:nvPr>
            <p:ph type="title"/>
          </p:nvPr>
        </p:nvSpPr>
        <p:spPr>
          <a:xfrm>
            <a:off x="944650" y="1769200"/>
            <a:ext cx="7379700" cy="2375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5600"/>
              <a:buNone/>
              <a:defRPr sz="5600">
                <a:solidFill>
                  <a:schemeClr val="lt1"/>
                </a:solidFill>
              </a:defRPr>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лый слайд + заголовок" type="secHead">
  <p:cSld name="SECTION_HEADER">
    <p:spTree>
      <p:nvGrpSpPr>
        <p:cNvPr id="182" name="Shape 182"/>
        <p:cNvGrpSpPr/>
        <p:nvPr/>
      </p:nvGrpSpPr>
      <p:grpSpPr>
        <a:xfrm>
          <a:off x="0" y="0"/>
          <a:ext cx="0" cy="0"/>
          <a:chOff x="0" y="0"/>
          <a:chExt cx="0" cy="0"/>
        </a:xfrm>
      </p:grpSpPr>
      <p:sp>
        <p:nvSpPr>
          <p:cNvPr id="183" name="Google Shape;183;p45"/>
          <p:cNvSpPr txBox="1"/>
          <p:nvPr>
            <p:ph type="title"/>
          </p:nvPr>
        </p:nvSpPr>
        <p:spPr>
          <a:xfrm>
            <a:off x="500550" y="1784775"/>
            <a:ext cx="7935300" cy="1145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4" name="Google Shape;184;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аш макет 1">
  <p:cSld name="CUSTOM_5">
    <p:spTree>
      <p:nvGrpSpPr>
        <p:cNvPr id="185" name="Shape 185"/>
        <p:cNvGrpSpPr/>
        <p:nvPr/>
      </p:nvGrpSpPr>
      <p:grpSpPr>
        <a:xfrm>
          <a:off x="0" y="0"/>
          <a:ext cx="0" cy="0"/>
          <a:chOff x="0" y="0"/>
          <a:chExt cx="0" cy="0"/>
        </a:xfrm>
      </p:grpSpPr>
      <p:sp>
        <p:nvSpPr>
          <p:cNvPr id="186" name="Google Shape;186;p46"/>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7" name="Shape 187"/>
        <p:cNvGrpSpPr/>
        <p:nvPr/>
      </p:nvGrpSpPr>
      <p:grpSpPr>
        <a:xfrm>
          <a:off x="0" y="0"/>
          <a:ext cx="0" cy="0"/>
          <a:chOff x="0" y="0"/>
          <a:chExt cx="0" cy="0"/>
        </a:xfrm>
      </p:grpSpPr>
      <p:sp>
        <p:nvSpPr>
          <p:cNvPr id="188" name="Google Shape;188;p47"/>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9" name="Google Shape;189;p47"/>
          <p:cNvSpPr txBox="1"/>
          <p:nvPr>
            <p:ph idx="1" type="body"/>
          </p:nvPr>
        </p:nvSpPr>
        <p:spPr>
          <a:xfrm>
            <a:off x="500550" y="1426469"/>
            <a:ext cx="8520600" cy="3416400"/>
          </a:xfrm>
          <a:prstGeom prst="rect">
            <a:avLst/>
          </a:prstGeom>
        </p:spPr>
        <p:txBody>
          <a:bodyPr anchorCtr="0" anchor="t" bIns="91425" lIns="91425" spcFirstLastPara="1" rIns="91425" wrap="square" tIns="91425">
            <a:normAutofit/>
          </a:bodyPr>
          <a:lstStyle>
            <a:lvl1pPr indent="-323850" lvl="0" marL="457200">
              <a:lnSpc>
                <a:spcPct val="120000"/>
              </a:lnSpc>
              <a:spcBef>
                <a:spcPts val="300"/>
              </a:spcBef>
              <a:spcAft>
                <a:spcPts val="0"/>
              </a:spcAft>
              <a:buSzPts val="1500"/>
              <a:buChar char="●"/>
              <a:defRPr sz="1500"/>
            </a:lvl1pPr>
            <a:lvl2pPr indent="-311150" lvl="1" marL="914400">
              <a:lnSpc>
                <a:spcPct val="120000"/>
              </a:lnSpc>
              <a:spcBef>
                <a:spcPts val="300"/>
              </a:spcBef>
              <a:spcAft>
                <a:spcPts val="0"/>
              </a:spcAft>
              <a:buSzPts val="1300"/>
              <a:buChar char="○"/>
              <a:defRPr sz="1300"/>
            </a:lvl2pPr>
            <a:lvl3pPr indent="-311150" lvl="2" marL="1371600">
              <a:lnSpc>
                <a:spcPct val="120000"/>
              </a:lnSpc>
              <a:spcBef>
                <a:spcPts val="300"/>
              </a:spcBef>
              <a:spcAft>
                <a:spcPts val="0"/>
              </a:spcAft>
              <a:buSzPts val="1300"/>
              <a:buChar char="■"/>
              <a:defRPr sz="1300"/>
            </a:lvl3pPr>
            <a:lvl4pPr indent="-311150" lvl="3" marL="1828800">
              <a:lnSpc>
                <a:spcPct val="120000"/>
              </a:lnSpc>
              <a:spcBef>
                <a:spcPts val="300"/>
              </a:spcBef>
              <a:spcAft>
                <a:spcPts val="0"/>
              </a:spcAft>
              <a:buSzPts val="1300"/>
              <a:buChar char="●"/>
              <a:defRPr sz="1300"/>
            </a:lvl4pPr>
            <a:lvl5pPr indent="-311150" lvl="4" marL="2286000">
              <a:lnSpc>
                <a:spcPct val="120000"/>
              </a:lnSpc>
              <a:spcBef>
                <a:spcPts val="0"/>
              </a:spcBef>
              <a:spcAft>
                <a:spcPts val="0"/>
              </a:spcAft>
              <a:buSzPts val="1300"/>
              <a:buChar char="○"/>
              <a:defRPr sz="1300"/>
            </a:lvl5pPr>
            <a:lvl6pPr indent="-311150" lvl="5" marL="2743200">
              <a:lnSpc>
                <a:spcPct val="120000"/>
              </a:lnSpc>
              <a:spcBef>
                <a:spcPts val="300"/>
              </a:spcBef>
              <a:spcAft>
                <a:spcPts val="0"/>
              </a:spcAft>
              <a:buSzPts val="1300"/>
              <a:buChar char="■"/>
              <a:defRPr sz="1300"/>
            </a:lvl6pPr>
            <a:lvl7pPr indent="-311150" lvl="6" marL="3200400">
              <a:lnSpc>
                <a:spcPct val="120000"/>
              </a:lnSpc>
              <a:spcBef>
                <a:spcPts val="300"/>
              </a:spcBef>
              <a:spcAft>
                <a:spcPts val="0"/>
              </a:spcAft>
              <a:buSzPts val="1300"/>
              <a:buChar char="●"/>
              <a:defRPr sz="1300"/>
            </a:lvl7pPr>
            <a:lvl8pPr indent="-311150" lvl="7" marL="3657600">
              <a:lnSpc>
                <a:spcPct val="120000"/>
              </a:lnSpc>
              <a:spcBef>
                <a:spcPts val="300"/>
              </a:spcBef>
              <a:spcAft>
                <a:spcPts val="0"/>
              </a:spcAft>
              <a:buSzPts val="1300"/>
              <a:buChar char="○"/>
              <a:defRPr sz="1300"/>
            </a:lvl8pPr>
            <a:lvl9pPr indent="-311150" lvl="8" marL="4114800">
              <a:lnSpc>
                <a:spcPct val="120000"/>
              </a:lnSpc>
              <a:spcBef>
                <a:spcPts val="300"/>
              </a:spcBef>
              <a:spcAft>
                <a:spcPts val="0"/>
              </a:spcAft>
              <a:buSzPts val="1300"/>
              <a:buChar char="■"/>
              <a:defRPr sz="1300"/>
            </a:lvl9pPr>
          </a:lstStyle>
          <a:p/>
        </p:txBody>
      </p:sp>
      <p:sp>
        <p:nvSpPr>
          <p:cNvPr id="190" name="Google Shape;19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ма вебинара" type="twoColTx">
  <p:cSld name="TITLE_AND_TWO_COLUMNS">
    <p:spTree>
      <p:nvGrpSpPr>
        <p:cNvPr id="191" name="Shape 191"/>
        <p:cNvGrpSpPr/>
        <p:nvPr/>
      </p:nvGrpSpPr>
      <p:grpSpPr>
        <a:xfrm>
          <a:off x="0" y="0"/>
          <a:ext cx="0" cy="0"/>
          <a:chOff x="0" y="0"/>
          <a:chExt cx="0" cy="0"/>
        </a:xfrm>
      </p:grpSpPr>
      <p:sp>
        <p:nvSpPr>
          <p:cNvPr id="192" name="Google Shape;192;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
        <p:nvSpPr>
          <p:cNvPr id="193" name="Google Shape;193;p48"/>
          <p:cNvSpPr txBox="1"/>
          <p:nvPr>
            <p:ph type="title"/>
          </p:nvPr>
        </p:nvSpPr>
        <p:spPr>
          <a:xfrm>
            <a:off x="500550" y="821213"/>
            <a:ext cx="8520600" cy="19836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4" name="Google Shape;194;p48"/>
          <p:cNvSpPr txBox="1"/>
          <p:nvPr>
            <p:ph idx="1" type="subTitle"/>
          </p:nvPr>
        </p:nvSpPr>
        <p:spPr>
          <a:xfrm>
            <a:off x="500550" y="457313"/>
            <a:ext cx="77967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sz="1500">
                <a:solidFill>
                  <a:srgbClr val="013D85"/>
                </a:solidFill>
              </a:defRPr>
            </a:lvl1pPr>
            <a:lvl2pPr lvl="1">
              <a:lnSpc>
                <a:spcPct val="100000"/>
              </a:lnSpc>
              <a:spcBef>
                <a:spcPts val="0"/>
              </a:spcBef>
              <a:spcAft>
                <a:spcPts val="0"/>
              </a:spcAft>
              <a:buClr>
                <a:srgbClr val="013D85"/>
              </a:buClr>
              <a:buSzPts val="2300"/>
              <a:buNone/>
              <a:defRPr sz="2300">
                <a:solidFill>
                  <a:srgbClr val="013D85"/>
                </a:solidFill>
              </a:defRPr>
            </a:lvl2pPr>
            <a:lvl3pPr lvl="2">
              <a:lnSpc>
                <a:spcPct val="100000"/>
              </a:lnSpc>
              <a:spcBef>
                <a:spcPts val="0"/>
              </a:spcBef>
              <a:spcAft>
                <a:spcPts val="0"/>
              </a:spcAft>
              <a:buClr>
                <a:srgbClr val="013D85"/>
              </a:buClr>
              <a:buSzPts val="2300"/>
              <a:buNone/>
              <a:defRPr sz="2300">
                <a:solidFill>
                  <a:srgbClr val="013D85"/>
                </a:solidFill>
              </a:defRPr>
            </a:lvl3pPr>
            <a:lvl4pPr lvl="3">
              <a:lnSpc>
                <a:spcPct val="100000"/>
              </a:lnSpc>
              <a:spcBef>
                <a:spcPts val="0"/>
              </a:spcBef>
              <a:spcAft>
                <a:spcPts val="0"/>
              </a:spcAft>
              <a:buClr>
                <a:srgbClr val="013D85"/>
              </a:buClr>
              <a:buSzPts val="2300"/>
              <a:buNone/>
              <a:defRPr sz="2300">
                <a:solidFill>
                  <a:srgbClr val="013D85"/>
                </a:solidFill>
              </a:defRPr>
            </a:lvl4pPr>
            <a:lvl5pPr lvl="4">
              <a:lnSpc>
                <a:spcPct val="100000"/>
              </a:lnSpc>
              <a:spcBef>
                <a:spcPts val="0"/>
              </a:spcBef>
              <a:spcAft>
                <a:spcPts val="0"/>
              </a:spcAft>
              <a:buClr>
                <a:srgbClr val="013D85"/>
              </a:buClr>
              <a:buSzPts val="2300"/>
              <a:buNone/>
              <a:defRPr sz="2300">
                <a:solidFill>
                  <a:srgbClr val="013D85"/>
                </a:solidFill>
              </a:defRPr>
            </a:lvl5pPr>
            <a:lvl6pPr lvl="5">
              <a:lnSpc>
                <a:spcPct val="100000"/>
              </a:lnSpc>
              <a:spcBef>
                <a:spcPts val="0"/>
              </a:spcBef>
              <a:spcAft>
                <a:spcPts val="0"/>
              </a:spcAft>
              <a:buClr>
                <a:srgbClr val="013D85"/>
              </a:buClr>
              <a:buSzPts val="2300"/>
              <a:buNone/>
              <a:defRPr sz="2300">
                <a:solidFill>
                  <a:srgbClr val="013D85"/>
                </a:solidFill>
              </a:defRPr>
            </a:lvl6pPr>
            <a:lvl7pPr lvl="6">
              <a:lnSpc>
                <a:spcPct val="100000"/>
              </a:lnSpc>
              <a:spcBef>
                <a:spcPts val="0"/>
              </a:spcBef>
              <a:spcAft>
                <a:spcPts val="0"/>
              </a:spcAft>
              <a:buClr>
                <a:srgbClr val="013D85"/>
              </a:buClr>
              <a:buSzPts val="2300"/>
              <a:buNone/>
              <a:defRPr sz="2300">
                <a:solidFill>
                  <a:srgbClr val="013D85"/>
                </a:solidFill>
              </a:defRPr>
            </a:lvl7pPr>
            <a:lvl8pPr lvl="7">
              <a:lnSpc>
                <a:spcPct val="100000"/>
              </a:lnSpc>
              <a:spcBef>
                <a:spcPts val="0"/>
              </a:spcBef>
              <a:spcAft>
                <a:spcPts val="0"/>
              </a:spcAft>
              <a:buClr>
                <a:srgbClr val="013D85"/>
              </a:buClr>
              <a:buSzPts val="2300"/>
              <a:buNone/>
              <a:defRPr sz="2300">
                <a:solidFill>
                  <a:srgbClr val="013D85"/>
                </a:solidFill>
              </a:defRPr>
            </a:lvl8pPr>
            <a:lvl9pPr lvl="8">
              <a:lnSpc>
                <a:spcPct val="100000"/>
              </a:lnSpc>
              <a:spcBef>
                <a:spcPts val="0"/>
              </a:spcBef>
              <a:spcAft>
                <a:spcPts val="0"/>
              </a:spcAft>
              <a:buClr>
                <a:srgbClr val="013D85"/>
              </a:buClr>
              <a:buSzPts val="2300"/>
              <a:buNone/>
              <a:defRPr sz="2300">
                <a:solidFill>
                  <a:srgbClr val="013D85"/>
                </a:solidFill>
              </a:defRPr>
            </a:lvl9pPr>
          </a:lstStyle>
          <a:p/>
        </p:txBody>
      </p:sp>
      <p:sp>
        <p:nvSpPr>
          <p:cNvPr id="195" name="Google Shape;195;p48"/>
          <p:cNvSpPr txBox="1"/>
          <p:nvPr>
            <p:ph idx="2" type="subTitle"/>
          </p:nvPr>
        </p:nvSpPr>
        <p:spPr>
          <a:xfrm>
            <a:off x="3135425" y="2978831"/>
            <a:ext cx="58563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b="1" sz="1500">
                <a:solidFill>
                  <a:srgbClr val="013D85"/>
                </a:solidFill>
              </a:defRPr>
            </a:lvl1pPr>
            <a:lvl2pPr lvl="1">
              <a:lnSpc>
                <a:spcPct val="100000"/>
              </a:lnSpc>
              <a:spcBef>
                <a:spcPts val="0"/>
              </a:spcBef>
              <a:spcAft>
                <a:spcPts val="0"/>
              </a:spcAft>
              <a:buClr>
                <a:srgbClr val="013D85"/>
              </a:buClr>
              <a:buSzPts val="2300"/>
              <a:buNone/>
              <a:defRPr b="1" sz="2300">
                <a:solidFill>
                  <a:srgbClr val="013D85"/>
                </a:solidFill>
              </a:defRPr>
            </a:lvl2pPr>
            <a:lvl3pPr lvl="2">
              <a:lnSpc>
                <a:spcPct val="100000"/>
              </a:lnSpc>
              <a:spcBef>
                <a:spcPts val="0"/>
              </a:spcBef>
              <a:spcAft>
                <a:spcPts val="0"/>
              </a:spcAft>
              <a:buClr>
                <a:srgbClr val="013D85"/>
              </a:buClr>
              <a:buSzPts val="2300"/>
              <a:buNone/>
              <a:defRPr b="1" sz="2300">
                <a:solidFill>
                  <a:srgbClr val="013D85"/>
                </a:solidFill>
              </a:defRPr>
            </a:lvl3pPr>
            <a:lvl4pPr lvl="3">
              <a:lnSpc>
                <a:spcPct val="100000"/>
              </a:lnSpc>
              <a:spcBef>
                <a:spcPts val="0"/>
              </a:spcBef>
              <a:spcAft>
                <a:spcPts val="0"/>
              </a:spcAft>
              <a:buClr>
                <a:srgbClr val="013D85"/>
              </a:buClr>
              <a:buSzPts val="2300"/>
              <a:buNone/>
              <a:defRPr b="1" sz="2300">
                <a:solidFill>
                  <a:srgbClr val="013D85"/>
                </a:solidFill>
              </a:defRPr>
            </a:lvl4pPr>
            <a:lvl5pPr lvl="4">
              <a:lnSpc>
                <a:spcPct val="100000"/>
              </a:lnSpc>
              <a:spcBef>
                <a:spcPts val="0"/>
              </a:spcBef>
              <a:spcAft>
                <a:spcPts val="0"/>
              </a:spcAft>
              <a:buClr>
                <a:srgbClr val="013D85"/>
              </a:buClr>
              <a:buSzPts val="2300"/>
              <a:buNone/>
              <a:defRPr b="1" sz="2300">
                <a:solidFill>
                  <a:srgbClr val="013D85"/>
                </a:solidFill>
              </a:defRPr>
            </a:lvl5pPr>
            <a:lvl6pPr lvl="5">
              <a:lnSpc>
                <a:spcPct val="100000"/>
              </a:lnSpc>
              <a:spcBef>
                <a:spcPts val="0"/>
              </a:spcBef>
              <a:spcAft>
                <a:spcPts val="0"/>
              </a:spcAft>
              <a:buClr>
                <a:srgbClr val="013D85"/>
              </a:buClr>
              <a:buSzPts val="2300"/>
              <a:buNone/>
              <a:defRPr b="1" sz="2300">
                <a:solidFill>
                  <a:srgbClr val="013D85"/>
                </a:solidFill>
              </a:defRPr>
            </a:lvl6pPr>
            <a:lvl7pPr lvl="6">
              <a:lnSpc>
                <a:spcPct val="100000"/>
              </a:lnSpc>
              <a:spcBef>
                <a:spcPts val="0"/>
              </a:spcBef>
              <a:spcAft>
                <a:spcPts val="0"/>
              </a:spcAft>
              <a:buClr>
                <a:srgbClr val="013D85"/>
              </a:buClr>
              <a:buSzPts val="2300"/>
              <a:buNone/>
              <a:defRPr b="1" sz="2300">
                <a:solidFill>
                  <a:srgbClr val="013D85"/>
                </a:solidFill>
              </a:defRPr>
            </a:lvl7pPr>
            <a:lvl8pPr lvl="7">
              <a:lnSpc>
                <a:spcPct val="100000"/>
              </a:lnSpc>
              <a:spcBef>
                <a:spcPts val="0"/>
              </a:spcBef>
              <a:spcAft>
                <a:spcPts val="0"/>
              </a:spcAft>
              <a:buClr>
                <a:srgbClr val="013D85"/>
              </a:buClr>
              <a:buSzPts val="2300"/>
              <a:buNone/>
              <a:defRPr b="1" sz="2300">
                <a:solidFill>
                  <a:srgbClr val="013D85"/>
                </a:solidFill>
              </a:defRPr>
            </a:lvl8pPr>
            <a:lvl9pPr lvl="8">
              <a:lnSpc>
                <a:spcPct val="100000"/>
              </a:lnSpc>
              <a:spcBef>
                <a:spcPts val="0"/>
              </a:spcBef>
              <a:spcAft>
                <a:spcPts val="0"/>
              </a:spcAft>
              <a:buClr>
                <a:srgbClr val="013D85"/>
              </a:buClr>
              <a:buSzPts val="2300"/>
              <a:buNone/>
              <a:defRPr b="1" sz="2300">
                <a:solidFill>
                  <a:srgbClr val="013D85"/>
                </a:solidFill>
              </a:defRPr>
            </a:lvl9pPr>
          </a:lstStyle>
          <a:p/>
        </p:txBody>
      </p:sp>
      <p:sp>
        <p:nvSpPr>
          <p:cNvPr id="196" name="Google Shape;196;p48"/>
          <p:cNvSpPr txBox="1"/>
          <p:nvPr>
            <p:ph idx="3" type="subTitle"/>
          </p:nvPr>
        </p:nvSpPr>
        <p:spPr>
          <a:xfrm>
            <a:off x="3135425" y="3278981"/>
            <a:ext cx="58563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197" name="Google Shape;197;p48"/>
          <p:cNvSpPr txBox="1"/>
          <p:nvPr>
            <p:ph idx="4" type="subTitle"/>
          </p:nvPr>
        </p:nvSpPr>
        <p:spPr>
          <a:xfrm>
            <a:off x="3135425" y="3662550"/>
            <a:ext cx="5856300" cy="10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extLst>
    <p:ext uri="{DCECCB84-F9BA-43D5-87BE-67443E8EF086}">
      <p15:sldGuideLst>
        <p15:guide id="1" pos="397">
          <p15:clr>
            <a:srgbClr val="FA7B17"/>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
  <p:cSld name="MAIN_POINT">
    <p:spTree>
      <p:nvGrpSpPr>
        <p:cNvPr id="198" name="Shape 198"/>
        <p:cNvGrpSpPr/>
        <p:nvPr/>
      </p:nvGrpSpPr>
      <p:grpSpPr>
        <a:xfrm>
          <a:off x="0" y="0"/>
          <a:ext cx="0" cy="0"/>
          <a:chOff x="0" y="0"/>
          <a:chExt cx="0" cy="0"/>
        </a:xfrm>
      </p:grpSpPr>
      <p:sp>
        <p:nvSpPr>
          <p:cNvPr id="199" name="Google Shape;19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pic>
        <p:nvPicPr>
          <p:cNvPr id="200" name="Google Shape;200;p49"/>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01" name="Google Shape;201;p49"/>
          <p:cNvSpPr txBox="1"/>
          <p:nvPr>
            <p:ph type="title"/>
          </p:nvPr>
        </p:nvSpPr>
        <p:spPr>
          <a:xfrm>
            <a:off x="651425" y="396394"/>
            <a:ext cx="7706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 себе">
  <p:cSld name="CUSTOM_1">
    <p:spTree>
      <p:nvGrpSpPr>
        <p:cNvPr id="202" name="Shape 202"/>
        <p:cNvGrpSpPr/>
        <p:nvPr/>
      </p:nvGrpSpPr>
      <p:grpSpPr>
        <a:xfrm>
          <a:off x="0" y="0"/>
          <a:ext cx="0" cy="0"/>
          <a:chOff x="0" y="0"/>
          <a:chExt cx="0" cy="0"/>
        </a:xfrm>
      </p:grpSpPr>
      <p:sp>
        <p:nvSpPr>
          <p:cNvPr id="203" name="Google Shape;203;p50"/>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4" name="Google Shape;204;p50"/>
          <p:cNvSpPr txBox="1"/>
          <p:nvPr>
            <p:ph idx="1" type="subTitle"/>
          </p:nvPr>
        </p:nvSpPr>
        <p:spPr>
          <a:xfrm>
            <a:off x="3891775" y="1716281"/>
            <a:ext cx="43917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600"/>
              <a:buNone/>
              <a:defRPr b="1" sz="1600">
                <a:solidFill>
                  <a:srgbClr val="013D85"/>
                </a:solidFill>
              </a:defRPr>
            </a:lvl1pPr>
            <a:lvl2pPr lvl="1">
              <a:lnSpc>
                <a:spcPct val="100000"/>
              </a:lnSpc>
              <a:spcBef>
                <a:spcPts val="0"/>
              </a:spcBef>
              <a:spcAft>
                <a:spcPts val="0"/>
              </a:spcAft>
              <a:buClr>
                <a:schemeClr val="dk1"/>
              </a:buClr>
              <a:buSzPts val="2300"/>
              <a:buNone/>
              <a:defRPr b="1" sz="2300">
                <a:solidFill>
                  <a:schemeClr val="dk1"/>
                </a:solidFill>
              </a:defRPr>
            </a:lvl2pPr>
            <a:lvl3pPr lvl="2">
              <a:lnSpc>
                <a:spcPct val="100000"/>
              </a:lnSpc>
              <a:spcBef>
                <a:spcPts val="0"/>
              </a:spcBef>
              <a:spcAft>
                <a:spcPts val="0"/>
              </a:spcAft>
              <a:buClr>
                <a:schemeClr val="dk1"/>
              </a:buClr>
              <a:buSzPts val="2300"/>
              <a:buNone/>
              <a:defRPr b="1" sz="2300">
                <a:solidFill>
                  <a:schemeClr val="dk1"/>
                </a:solidFill>
              </a:defRPr>
            </a:lvl3pPr>
            <a:lvl4pPr lvl="3">
              <a:lnSpc>
                <a:spcPct val="100000"/>
              </a:lnSpc>
              <a:spcBef>
                <a:spcPts val="0"/>
              </a:spcBef>
              <a:spcAft>
                <a:spcPts val="0"/>
              </a:spcAft>
              <a:buClr>
                <a:schemeClr val="dk1"/>
              </a:buClr>
              <a:buSzPts val="2300"/>
              <a:buNone/>
              <a:defRPr b="1" sz="2300">
                <a:solidFill>
                  <a:schemeClr val="dk1"/>
                </a:solidFill>
              </a:defRPr>
            </a:lvl4pPr>
            <a:lvl5pPr lvl="4">
              <a:lnSpc>
                <a:spcPct val="100000"/>
              </a:lnSpc>
              <a:spcBef>
                <a:spcPts val="0"/>
              </a:spcBef>
              <a:spcAft>
                <a:spcPts val="0"/>
              </a:spcAft>
              <a:buClr>
                <a:schemeClr val="dk1"/>
              </a:buClr>
              <a:buSzPts val="2300"/>
              <a:buNone/>
              <a:defRPr b="1" sz="2300">
                <a:solidFill>
                  <a:schemeClr val="dk1"/>
                </a:solidFill>
              </a:defRPr>
            </a:lvl5pPr>
            <a:lvl6pPr lvl="5">
              <a:lnSpc>
                <a:spcPct val="100000"/>
              </a:lnSpc>
              <a:spcBef>
                <a:spcPts val="0"/>
              </a:spcBef>
              <a:spcAft>
                <a:spcPts val="0"/>
              </a:spcAft>
              <a:buClr>
                <a:schemeClr val="dk1"/>
              </a:buClr>
              <a:buSzPts val="2300"/>
              <a:buNone/>
              <a:defRPr b="1" sz="2300">
                <a:solidFill>
                  <a:schemeClr val="dk1"/>
                </a:solidFill>
              </a:defRPr>
            </a:lvl6pPr>
            <a:lvl7pPr lvl="6">
              <a:lnSpc>
                <a:spcPct val="100000"/>
              </a:lnSpc>
              <a:spcBef>
                <a:spcPts val="0"/>
              </a:spcBef>
              <a:spcAft>
                <a:spcPts val="0"/>
              </a:spcAft>
              <a:buClr>
                <a:schemeClr val="dk1"/>
              </a:buClr>
              <a:buSzPts val="2300"/>
              <a:buNone/>
              <a:defRPr b="1" sz="2300">
                <a:solidFill>
                  <a:schemeClr val="dk1"/>
                </a:solidFill>
              </a:defRPr>
            </a:lvl7pPr>
            <a:lvl8pPr lvl="7">
              <a:lnSpc>
                <a:spcPct val="100000"/>
              </a:lnSpc>
              <a:spcBef>
                <a:spcPts val="0"/>
              </a:spcBef>
              <a:spcAft>
                <a:spcPts val="0"/>
              </a:spcAft>
              <a:buClr>
                <a:schemeClr val="dk1"/>
              </a:buClr>
              <a:buSzPts val="2300"/>
              <a:buNone/>
              <a:defRPr b="1" sz="2300">
                <a:solidFill>
                  <a:schemeClr val="dk1"/>
                </a:solidFill>
              </a:defRPr>
            </a:lvl8pPr>
            <a:lvl9pPr lvl="8">
              <a:lnSpc>
                <a:spcPct val="100000"/>
              </a:lnSpc>
              <a:spcBef>
                <a:spcPts val="0"/>
              </a:spcBef>
              <a:spcAft>
                <a:spcPts val="0"/>
              </a:spcAft>
              <a:buClr>
                <a:schemeClr val="dk1"/>
              </a:buClr>
              <a:buSzPts val="2300"/>
              <a:buNone/>
              <a:defRPr b="1" sz="2300">
                <a:solidFill>
                  <a:schemeClr val="dk1"/>
                </a:solidFill>
              </a:defRPr>
            </a:lvl9pPr>
          </a:lstStyle>
          <a:p/>
        </p:txBody>
      </p:sp>
      <p:sp>
        <p:nvSpPr>
          <p:cNvPr id="205" name="Google Shape;205;p50"/>
          <p:cNvSpPr txBox="1"/>
          <p:nvPr>
            <p:ph idx="2" type="subTitle"/>
          </p:nvPr>
        </p:nvSpPr>
        <p:spPr>
          <a:xfrm>
            <a:off x="3891775" y="2252801"/>
            <a:ext cx="5095200" cy="2511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описание">
  <p:cSld name="SECTION_TITLE_AND_DESCRIPTION">
    <p:spTree>
      <p:nvGrpSpPr>
        <p:cNvPr id="206" name="Shape 206"/>
        <p:cNvGrpSpPr/>
        <p:nvPr/>
      </p:nvGrpSpPr>
      <p:grpSpPr>
        <a:xfrm>
          <a:off x="0" y="0"/>
          <a:ext cx="0" cy="0"/>
          <a:chOff x="0" y="0"/>
          <a:chExt cx="0" cy="0"/>
        </a:xfrm>
      </p:grpSpPr>
      <p:sp>
        <p:nvSpPr>
          <p:cNvPr id="207" name="Google Shape;207;p51"/>
          <p:cNvSpPr/>
          <p:nvPr/>
        </p:nvSpPr>
        <p:spPr>
          <a:xfrm>
            <a:off x="4572000" y="-125"/>
            <a:ext cx="45720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1"/>
          <p:cNvSpPr txBox="1"/>
          <p:nvPr>
            <p:ph type="title"/>
          </p:nvPr>
        </p:nvSpPr>
        <p:spPr>
          <a:xfrm>
            <a:off x="609075" y="1220875"/>
            <a:ext cx="4045200" cy="14823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209" name="Google Shape;209;p51"/>
          <p:cNvSpPr txBox="1"/>
          <p:nvPr>
            <p:ph idx="1" type="subTitle"/>
          </p:nvPr>
        </p:nvSpPr>
        <p:spPr>
          <a:xfrm>
            <a:off x="609075" y="2916213"/>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210" name="Google Shape;210;p5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211" name="Google Shape;21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2" name="Shape 212"/>
        <p:cNvGrpSpPr/>
        <p:nvPr/>
      </p:nvGrpSpPr>
      <p:grpSpPr>
        <a:xfrm>
          <a:off x="0" y="0"/>
          <a:ext cx="0" cy="0"/>
          <a:chOff x="0" y="0"/>
          <a:chExt cx="0" cy="0"/>
        </a:xfrm>
      </p:grpSpPr>
      <p:sp>
        <p:nvSpPr>
          <p:cNvPr id="213" name="Google Shape;213;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p:cSld name="CUSTOM_3">
    <p:spTree>
      <p:nvGrpSpPr>
        <p:cNvPr id="214" name="Shape 214"/>
        <p:cNvGrpSpPr/>
        <p:nvPr/>
      </p:nvGrpSpPr>
      <p:grpSpPr>
        <a:xfrm>
          <a:off x="0" y="0"/>
          <a:ext cx="0" cy="0"/>
          <a:chOff x="0" y="0"/>
          <a:chExt cx="0" cy="0"/>
        </a:xfrm>
      </p:grpSpPr>
      <p:sp>
        <p:nvSpPr>
          <p:cNvPr id="215" name="Google Shape;215;p53"/>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1">
  <p:cSld name="CUSTOM_2">
    <p:spTree>
      <p:nvGrpSpPr>
        <p:cNvPr id="216" name="Shape 216"/>
        <p:cNvGrpSpPr/>
        <p:nvPr/>
      </p:nvGrpSpPr>
      <p:grpSpPr>
        <a:xfrm>
          <a:off x="0" y="0"/>
          <a:ext cx="0" cy="0"/>
          <a:chOff x="0" y="0"/>
          <a:chExt cx="0" cy="0"/>
        </a:xfrm>
      </p:grpSpPr>
      <p:sp>
        <p:nvSpPr>
          <p:cNvPr id="217" name="Google Shape;217;p5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54"/>
          <p:cNvSpPr/>
          <p:nvPr/>
        </p:nvSpPr>
        <p:spPr>
          <a:xfrm>
            <a:off x="590475" y="1364975"/>
            <a:ext cx="7988400" cy="3412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4"/>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2">
  <p:cSld name="CUSTOM_2_1">
    <p:spTree>
      <p:nvGrpSpPr>
        <p:cNvPr id="220" name="Shape 220"/>
        <p:cNvGrpSpPr/>
        <p:nvPr/>
      </p:nvGrpSpPr>
      <p:grpSpPr>
        <a:xfrm>
          <a:off x="0" y="0"/>
          <a:ext cx="0" cy="0"/>
          <a:chOff x="0" y="0"/>
          <a:chExt cx="0" cy="0"/>
        </a:xfrm>
      </p:grpSpPr>
      <p:sp>
        <p:nvSpPr>
          <p:cNvPr id="221" name="Google Shape;221;p55"/>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55"/>
          <p:cNvSpPr/>
          <p:nvPr/>
        </p:nvSpPr>
        <p:spPr>
          <a:xfrm>
            <a:off x="590475" y="1364975"/>
            <a:ext cx="7988400" cy="341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5"/>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nSpc>
                <a:spcPct val="115000"/>
              </a:lnSpc>
              <a:spcBef>
                <a:spcPts val="0"/>
              </a:spcBef>
              <a:spcAft>
                <a:spcPts val="0"/>
              </a:spcAft>
              <a:buClr>
                <a:schemeClr val="lt1"/>
              </a:buClr>
              <a:buSzPts val="1700"/>
              <a:buNone/>
              <a:defRPr sz="1700">
                <a:solidFill>
                  <a:schemeClr val="lt1"/>
                </a:solidFill>
              </a:defRPr>
            </a:lvl2pPr>
            <a:lvl3pPr lvl="2">
              <a:lnSpc>
                <a:spcPct val="115000"/>
              </a:lnSpc>
              <a:spcBef>
                <a:spcPts val="0"/>
              </a:spcBef>
              <a:spcAft>
                <a:spcPts val="0"/>
              </a:spcAft>
              <a:buClr>
                <a:schemeClr val="lt1"/>
              </a:buClr>
              <a:buSzPts val="1700"/>
              <a:buNone/>
              <a:defRPr sz="1700">
                <a:solidFill>
                  <a:schemeClr val="lt1"/>
                </a:solidFill>
              </a:defRPr>
            </a:lvl3pPr>
            <a:lvl4pPr lvl="3">
              <a:lnSpc>
                <a:spcPct val="115000"/>
              </a:lnSpc>
              <a:spcBef>
                <a:spcPts val="0"/>
              </a:spcBef>
              <a:spcAft>
                <a:spcPts val="0"/>
              </a:spcAft>
              <a:buClr>
                <a:schemeClr val="lt1"/>
              </a:buClr>
              <a:buSzPts val="1700"/>
              <a:buNone/>
              <a:defRPr sz="1700">
                <a:solidFill>
                  <a:schemeClr val="lt1"/>
                </a:solidFill>
              </a:defRPr>
            </a:lvl4pPr>
            <a:lvl5pPr lvl="4">
              <a:lnSpc>
                <a:spcPct val="115000"/>
              </a:lnSpc>
              <a:spcBef>
                <a:spcPts val="0"/>
              </a:spcBef>
              <a:spcAft>
                <a:spcPts val="0"/>
              </a:spcAft>
              <a:buClr>
                <a:schemeClr val="lt1"/>
              </a:buClr>
              <a:buSzPts val="1700"/>
              <a:buNone/>
              <a:defRPr sz="1700">
                <a:solidFill>
                  <a:schemeClr val="lt1"/>
                </a:solidFill>
              </a:defRPr>
            </a:lvl5pPr>
            <a:lvl6pPr lvl="5">
              <a:lnSpc>
                <a:spcPct val="115000"/>
              </a:lnSpc>
              <a:spcBef>
                <a:spcPts val="0"/>
              </a:spcBef>
              <a:spcAft>
                <a:spcPts val="0"/>
              </a:spcAft>
              <a:buClr>
                <a:schemeClr val="lt1"/>
              </a:buClr>
              <a:buSzPts val="1700"/>
              <a:buNone/>
              <a:defRPr sz="1700">
                <a:solidFill>
                  <a:schemeClr val="lt1"/>
                </a:solidFill>
              </a:defRPr>
            </a:lvl6pPr>
            <a:lvl7pPr lvl="6">
              <a:lnSpc>
                <a:spcPct val="115000"/>
              </a:lnSpc>
              <a:spcBef>
                <a:spcPts val="0"/>
              </a:spcBef>
              <a:spcAft>
                <a:spcPts val="0"/>
              </a:spcAft>
              <a:buClr>
                <a:schemeClr val="lt1"/>
              </a:buClr>
              <a:buSzPts val="1700"/>
              <a:buNone/>
              <a:defRPr sz="1700">
                <a:solidFill>
                  <a:schemeClr val="lt1"/>
                </a:solidFill>
              </a:defRPr>
            </a:lvl7pPr>
            <a:lvl8pPr lvl="7">
              <a:lnSpc>
                <a:spcPct val="115000"/>
              </a:lnSpc>
              <a:spcBef>
                <a:spcPts val="0"/>
              </a:spcBef>
              <a:spcAft>
                <a:spcPts val="0"/>
              </a:spcAft>
              <a:buClr>
                <a:schemeClr val="lt1"/>
              </a:buClr>
              <a:buSzPts val="1700"/>
              <a:buNone/>
              <a:defRPr sz="1700">
                <a:solidFill>
                  <a:schemeClr val="lt1"/>
                </a:solidFill>
              </a:defRPr>
            </a:lvl8pPr>
            <a:lvl9pPr lvl="8">
              <a:lnSpc>
                <a:spcPct val="115000"/>
              </a:lnSpc>
              <a:spcBef>
                <a:spcPts val="0"/>
              </a:spcBef>
              <a:spcAft>
                <a:spcPts val="0"/>
              </a:spcAft>
              <a:buClr>
                <a:schemeClr val="lt1"/>
              </a:buClr>
              <a:buSzPts val="1700"/>
              <a:buNone/>
              <a:defRPr sz="1700">
                <a:solidFill>
                  <a:schemeClr val="lt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1">
  <p:cSld name="CUSTOM_4">
    <p:spTree>
      <p:nvGrpSpPr>
        <p:cNvPr id="224" name="Shape 224"/>
        <p:cNvGrpSpPr/>
        <p:nvPr/>
      </p:nvGrpSpPr>
      <p:grpSpPr>
        <a:xfrm>
          <a:off x="0" y="0"/>
          <a:ext cx="0" cy="0"/>
          <a:chOff x="0" y="0"/>
          <a:chExt cx="0" cy="0"/>
        </a:xfrm>
      </p:grpSpPr>
      <p:sp>
        <p:nvSpPr>
          <p:cNvPr id="225" name="Google Shape;225;p56"/>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6" name="Google Shape;226;p56"/>
          <p:cNvSpPr txBox="1"/>
          <p:nvPr>
            <p:ph idx="1" type="subTitle"/>
          </p:nvPr>
        </p:nvSpPr>
        <p:spPr>
          <a:xfrm>
            <a:off x="544050" y="1350425"/>
            <a:ext cx="5316300" cy="9042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227" name="Google Shape;227;p56"/>
          <p:cNvSpPr/>
          <p:nvPr/>
        </p:nvSpPr>
        <p:spPr>
          <a:xfrm>
            <a:off x="606200" y="2144231"/>
            <a:ext cx="7938600" cy="2464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6"/>
          <p:cNvSpPr txBox="1"/>
          <p:nvPr>
            <p:ph idx="2" type="subTitle"/>
          </p:nvPr>
        </p:nvSpPr>
        <p:spPr>
          <a:xfrm>
            <a:off x="795050" y="2220038"/>
            <a:ext cx="7568100" cy="2363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2">
  <p:cSld name="CUSTOM_4_1">
    <p:spTree>
      <p:nvGrpSpPr>
        <p:cNvPr id="229" name="Shape 229"/>
        <p:cNvGrpSpPr/>
        <p:nvPr/>
      </p:nvGrpSpPr>
      <p:grpSpPr>
        <a:xfrm>
          <a:off x="0" y="0"/>
          <a:ext cx="0" cy="0"/>
          <a:chOff x="0" y="0"/>
          <a:chExt cx="0" cy="0"/>
        </a:xfrm>
      </p:grpSpPr>
      <p:sp>
        <p:nvSpPr>
          <p:cNvPr id="230" name="Google Shape;230;p57"/>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1" name="Google Shape;231;p57"/>
          <p:cNvSpPr/>
          <p:nvPr/>
        </p:nvSpPr>
        <p:spPr>
          <a:xfrm>
            <a:off x="362300" y="1384249"/>
            <a:ext cx="4748700" cy="33933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57"/>
          <p:cNvSpPr txBox="1"/>
          <p:nvPr>
            <p:ph idx="1" type="subTitle"/>
          </p:nvPr>
        </p:nvSpPr>
        <p:spPr>
          <a:xfrm>
            <a:off x="500550" y="1474819"/>
            <a:ext cx="44286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300"/>
              <a:buNone/>
              <a:defRPr sz="1300"/>
            </a:lvl2pPr>
            <a:lvl3pPr lvl="2">
              <a:lnSpc>
                <a:spcPct val="115000"/>
              </a:lnSpc>
              <a:spcBef>
                <a:spcPts val="0"/>
              </a:spcBef>
              <a:spcAft>
                <a:spcPts val="0"/>
              </a:spcAft>
              <a:buSzPts val="1300"/>
              <a:buNone/>
              <a:defRPr/>
            </a:lvl3pPr>
            <a:lvl4pPr lvl="3">
              <a:lnSpc>
                <a:spcPct val="115000"/>
              </a:lnSpc>
              <a:spcBef>
                <a:spcPts val="0"/>
              </a:spcBef>
              <a:spcAft>
                <a:spcPts val="0"/>
              </a:spcAft>
              <a:buSzPts val="1300"/>
              <a:buNone/>
              <a:defRPr/>
            </a:lvl4pPr>
            <a:lvl5pPr lvl="4">
              <a:lnSpc>
                <a:spcPct val="115000"/>
              </a:lnSpc>
              <a:spcBef>
                <a:spcPts val="0"/>
              </a:spcBef>
              <a:spcAft>
                <a:spcPts val="0"/>
              </a:spcAft>
              <a:buSzPts val="1300"/>
              <a:buNone/>
              <a:defRPr/>
            </a:lvl5pPr>
            <a:lvl6pPr lvl="5">
              <a:lnSpc>
                <a:spcPct val="115000"/>
              </a:lnSpc>
              <a:spcBef>
                <a:spcPts val="0"/>
              </a:spcBef>
              <a:spcAft>
                <a:spcPts val="0"/>
              </a:spcAft>
              <a:buSzPts val="1300"/>
              <a:buNone/>
              <a:defRPr/>
            </a:lvl6pPr>
            <a:lvl7pPr lvl="6">
              <a:lnSpc>
                <a:spcPct val="115000"/>
              </a:lnSpc>
              <a:spcBef>
                <a:spcPts val="0"/>
              </a:spcBef>
              <a:spcAft>
                <a:spcPts val="0"/>
              </a:spcAft>
              <a:buSzPts val="1300"/>
              <a:buNone/>
              <a:defRPr/>
            </a:lvl7pPr>
            <a:lvl8pPr lvl="7">
              <a:lnSpc>
                <a:spcPct val="115000"/>
              </a:lnSpc>
              <a:spcBef>
                <a:spcPts val="0"/>
              </a:spcBef>
              <a:spcAft>
                <a:spcPts val="0"/>
              </a:spcAft>
              <a:buSzPts val="1300"/>
              <a:buNone/>
              <a:defRPr/>
            </a:lvl8pPr>
            <a:lvl9pPr lvl="8">
              <a:lnSpc>
                <a:spcPct val="115000"/>
              </a:lnSpc>
              <a:spcBef>
                <a:spcPts val="0"/>
              </a:spcBef>
              <a:spcAft>
                <a:spcPts val="0"/>
              </a:spcAft>
              <a:buSzPts val="1300"/>
              <a:buNone/>
              <a:defRPr/>
            </a:lvl9pPr>
          </a:lstStyle>
          <a:p/>
        </p:txBody>
      </p:sp>
      <p:sp>
        <p:nvSpPr>
          <p:cNvPr id="233" name="Google Shape;233;p57"/>
          <p:cNvSpPr txBox="1"/>
          <p:nvPr>
            <p:ph idx="2" type="subTitle"/>
          </p:nvPr>
        </p:nvSpPr>
        <p:spPr>
          <a:xfrm>
            <a:off x="5555275" y="1474819"/>
            <a:ext cx="3151200" cy="32613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234" name="Shape 234"/>
        <p:cNvGrpSpPr/>
        <p:nvPr/>
      </p:nvGrpSpPr>
      <p:grpSpPr>
        <a:xfrm>
          <a:off x="0" y="0"/>
          <a:ext cx="0" cy="0"/>
          <a:chOff x="0" y="0"/>
          <a:chExt cx="0" cy="0"/>
        </a:xfrm>
      </p:grpSpPr>
      <p:sp>
        <p:nvSpPr>
          <p:cNvPr id="235" name="Google Shape;235;p5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36" name="Google Shape;236;p5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37" name="Google Shape;237;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238" name="Shape 238"/>
        <p:cNvGrpSpPr/>
        <p:nvPr/>
      </p:nvGrpSpPr>
      <p:grpSpPr>
        <a:xfrm>
          <a:off x="0" y="0"/>
          <a:ext cx="0" cy="0"/>
          <a:chOff x="0" y="0"/>
          <a:chExt cx="0" cy="0"/>
        </a:xfrm>
      </p:grpSpPr>
      <p:sp>
        <p:nvSpPr>
          <p:cNvPr id="239" name="Google Shape;239;p5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40" name="Google Shape;240;p5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41" name="Google Shape;241;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type="title">
  <p:cSld name="TITLE">
    <p:spTree>
      <p:nvGrpSpPr>
        <p:cNvPr id="246" name="Shape 246"/>
        <p:cNvGrpSpPr/>
        <p:nvPr/>
      </p:nvGrpSpPr>
      <p:grpSpPr>
        <a:xfrm>
          <a:off x="0" y="0"/>
          <a:ext cx="0" cy="0"/>
          <a:chOff x="0" y="0"/>
          <a:chExt cx="0" cy="0"/>
        </a:xfrm>
      </p:grpSpPr>
      <p:pic>
        <p:nvPicPr>
          <p:cNvPr id="247" name="Google Shape;247;p61"/>
          <p:cNvPicPr preferRelativeResize="0"/>
          <p:nvPr/>
        </p:nvPicPr>
        <p:blipFill rotWithShape="1">
          <a:blip r:embed="rId2">
            <a:alphaModFix/>
          </a:blip>
          <a:srcRect b="0" l="99" r="99" t="0"/>
          <a:stretch/>
        </p:blipFill>
        <p:spPr>
          <a:xfrm>
            <a:off x="-17925" y="-10075"/>
            <a:ext cx="9194726" cy="5182151"/>
          </a:xfrm>
          <a:prstGeom prst="rect">
            <a:avLst/>
          </a:prstGeom>
          <a:noFill/>
          <a:ln>
            <a:noFill/>
          </a:ln>
        </p:spPr>
      </p:pic>
      <p:sp>
        <p:nvSpPr>
          <p:cNvPr id="248" name="Google Shape;248;p61"/>
          <p:cNvSpPr txBox="1"/>
          <p:nvPr>
            <p:ph idx="1" type="subTitle"/>
          </p:nvPr>
        </p:nvSpPr>
        <p:spPr>
          <a:xfrm>
            <a:off x="944650" y="4350425"/>
            <a:ext cx="8293200" cy="480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b="1" sz="1800">
                <a:solidFill>
                  <a:schemeClr val="lt1"/>
                </a:solidFill>
              </a:defRPr>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249" name="Google Shape;249;p61"/>
          <p:cNvSpPr txBox="1"/>
          <p:nvPr>
            <p:ph type="title"/>
          </p:nvPr>
        </p:nvSpPr>
        <p:spPr>
          <a:xfrm>
            <a:off x="944650" y="1769200"/>
            <a:ext cx="7379700" cy="23754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5600"/>
              <a:buNone/>
              <a:defRPr sz="5600">
                <a:solidFill>
                  <a:schemeClr val="lt1"/>
                </a:solidFill>
              </a:defRPr>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Белый слайд + заголовок" type="secHead">
  <p:cSld name="SECTION_HEADER">
    <p:spTree>
      <p:nvGrpSpPr>
        <p:cNvPr id="250" name="Shape 250"/>
        <p:cNvGrpSpPr/>
        <p:nvPr/>
      </p:nvGrpSpPr>
      <p:grpSpPr>
        <a:xfrm>
          <a:off x="0" y="0"/>
          <a:ext cx="0" cy="0"/>
          <a:chOff x="0" y="0"/>
          <a:chExt cx="0" cy="0"/>
        </a:xfrm>
      </p:grpSpPr>
      <p:sp>
        <p:nvSpPr>
          <p:cNvPr id="251" name="Google Shape;251;p62"/>
          <p:cNvSpPr txBox="1"/>
          <p:nvPr>
            <p:ph type="title"/>
          </p:nvPr>
        </p:nvSpPr>
        <p:spPr>
          <a:xfrm>
            <a:off x="500550" y="1784775"/>
            <a:ext cx="7935300" cy="1145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52" name="Google Shape;252;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аш макет 1">
  <p:cSld name="CUSTOM_5">
    <p:spTree>
      <p:nvGrpSpPr>
        <p:cNvPr id="253" name="Shape 253"/>
        <p:cNvGrpSpPr/>
        <p:nvPr/>
      </p:nvGrpSpPr>
      <p:grpSpPr>
        <a:xfrm>
          <a:off x="0" y="0"/>
          <a:ext cx="0" cy="0"/>
          <a:chOff x="0" y="0"/>
          <a:chExt cx="0" cy="0"/>
        </a:xfrm>
      </p:grpSpPr>
      <p:sp>
        <p:nvSpPr>
          <p:cNvPr id="254" name="Google Shape;254;p63"/>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5" name="Shape 255"/>
        <p:cNvGrpSpPr/>
        <p:nvPr/>
      </p:nvGrpSpPr>
      <p:grpSpPr>
        <a:xfrm>
          <a:off x="0" y="0"/>
          <a:ext cx="0" cy="0"/>
          <a:chOff x="0" y="0"/>
          <a:chExt cx="0" cy="0"/>
        </a:xfrm>
      </p:grpSpPr>
      <p:sp>
        <p:nvSpPr>
          <p:cNvPr id="256" name="Google Shape;256;p6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7" name="Google Shape;257;p64"/>
          <p:cNvSpPr txBox="1"/>
          <p:nvPr>
            <p:ph idx="1" type="body"/>
          </p:nvPr>
        </p:nvSpPr>
        <p:spPr>
          <a:xfrm>
            <a:off x="500550" y="1426469"/>
            <a:ext cx="8520600" cy="3416400"/>
          </a:xfrm>
          <a:prstGeom prst="rect">
            <a:avLst/>
          </a:prstGeom>
        </p:spPr>
        <p:txBody>
          <a:bodyPr anchorCtr="0" anchor="t" bIns="91425" lIns="91425" spcFirstLastPara="1" rIns="91425" wrap="square" tIns="91425">
            <a:normAutofit/>
          </a:bodyPr>
          <a:lstStyle>
            <a:lvl1pPr indent="-323850" lvl="0" marL="457200">
              <a:lnSpc>
                <a:spcPct val="120000"/>
              </a:lnSpc>
              <a:spcBef>
                <a:spcPts val="300"/>
              </a:spcBef>
              <a:spcAft>
                <a:spcPts val="0"/>
              </a:spcAft>
              <a:buSzPts val="1500"/>
              <a:buChar char="●"/>
              <a:defRPr sz="1500"/>
            </a:lvl1pPr>
            <a:lvl2pPr indent="-311150" lvl="1" marL="914400">
              <a:lnSpc>
                <a:spcPct val="120000"/>
              </a:lnSpc>
              <a:spcBef>
                <a:spcPts val="300"/>
              </a:spcBef>
              <a:spcAft>
                <a:spcPts val="0"/>
              </a:spcAft>
              <a:buSzPts val="1300"/>
              <a:buChar char="○"/>
              <a:defRPr sz="1300"/>
            </a:lvl2pPr>
            <a:lvl3pPr indent="-311150" lvl="2" marL="1371600">
              <a:lnSpc>
                <a:spcPct val="120000"/>
              </a:lnSpc>
              <a:spcBef>
                <a:spcPts val="300"/>
              </a:spcBef>
              <a:spcAft>
                <a:spcPts val="0"/>
              </a:spcAft>
              <a:buSzPts val="1300"/>
              <a:buChar char="■"/>
              <a:defRPr sz="1300"/>
            </a:lvl3pPr>
            <a:lvl4pPr indent="-311150" lvl="3" marL="1828800">
              <a:lnSpc>
                <a:spcPct val="120000"/>
              </a:lnSpc>
              <a:spcBef>
                <a:spcPts val="300"/>
              </a:spcBef>
              <a:spcAft>
                <a:spcPts val="0"/>
              </a:spcAft>
              <a:buSzPts val="1300"/>
              <a:buChar char="●"/>
              <a:defRPr sz="1300"/>
            </a:lvl4pPr>
            <a:lvl5pPr indent="-311150" lvl="4" marL="2286000">
              <a:lnSpc>
                <a:spcPct val="120000"/>
              </a:lnSpc>
              <a:spcBef>
                <a:spcPts val="0"/>
              </a:spcBef>
              <a:spcAft>
                <a:spcPts val="0"/>
              </a:spcAft>
              <a:buSzPts val="1300"/>
              <a:buChar char="○"/>
              <a:defRPr sz="1300"/>
            </a:lvl5pPr>
            <a:lvl6pPr indent="-311150" lvl="5" marL="2743200">
              <a:lnSpc>
                <a:spcPct val="120000"/>
              </a:lnSpc>
              <a:spcBef>
                <a:spcPts val="300"/>
              </a:spcBef>
              <a:spcAft>
                <a:spcPts val="0"/>
              </a:spcAft>
              <a:buSzPts val="1300"/>
              <a:buChar char="■"/>
              <a:defRPr sz="1300"/>
            </a:lvl6pPr>
            <a:lvl7pPr indent="-311150" lvl="6" marL="3200400">
              <a:lnSpc>
                <a:spcPct val="120000"/>
              </a:lnSpc>
              <a:spcBef>
                <a:spcPts val="300"/>
              </a:spcBef>
              <a:spcAft>
                <a:spcPts val="0"/>
              </a:spcAft>
              <a:buSzPts val="1300"/>
              <a:buChar char="●"/>
              <a:defRPr sz="1300"/>
            </a:lvl7pPr>
            <a:lvl8pPr indent="-311150" lvl="7" marL="3657600">
              <a:lnSpc>
                <a:spcPct val="120000"/>
              </a:lnSpc>
              <a:spcBef>
                <a:spcPts val="300"/>
              </a:spcBef>
              <a:spcAft>
                <a:spcPts val="0"/>
              </a:spcAft>
              <a:buSzPts val="1300"/>
              <a:buChar char="○"/>
              <a:defRPr sz="1300"/>
            </a:lvl8pPr>
            <a:lvl9pPr indent="-311150" lvl="8" marL="4114800">
              <a:lnSpc>
                <a:spcPct val="120000"/>
              </a:lnSpc>
              <a:spcBef>
                <a:spcPts val="300"/>
              </a:spcBef>
              <a:spcAft>
                <a:spcPts val="0"/>
              </a:spcAft>
              <a:buSzPts val="1300"/>
              <a:buChar char="■"/>
              <a:defRPr sz="1300"/>
            </a:lvl9pPr>
          </a:lstStyle>
          <a:p/>
        </p:txBody>
      </p:sp>
      <p:sp>
        <p:nvSpPr>
          <p:cNvPr id="258" name="Google Shape;258;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ема вебинара" type="twoColTx">
  <p:cSld name="TITLE_AND_TWO_COLUMNS">
    <p:spTree>
      <p:nvGrpSpPr>
        <p:cNvPr id="259" name="Shape 259"/>
        <p:cNvGrpSpPr/>
        <p:nvPr/>
      </p:nvGrpSpPr>
      <p:grpSpPr>
        <a:xfrm>
          <a:off x="0" y="0"/>
          <a:ext cx="0" cy="0"/>
          <a:chOff x="0" y="0"/>
          <a:chExt cx="0" cy="0"/>
        </a:xfrm>
      </p:grpSpPr>
      <p:sp>
        <p:nvSpPr>
          <p:cNvPr id="260" name="Google Shape;260;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
        <p:nvSpPr>
          <p:cNvPr id="261" name="Google Shape;261;p65"/>
          <p:cNvSpPr txBox="1"/>
          <p:nvPr>
            <p:ph type="title"/>
          </p:nvPr>
        </p:nvSpPr>
        <p:spPr>
          <a:xfrm>
            <a:off x="500550" y="821213"/>
            <a:ext cx="8520600" cy="19836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2" name="Google Shape;262;p65"/>
          <p:cNvSpPr txBox="1"/>
          <p:nvPr>
            <p:ph idx="1" type="subTitle"/>
          </p:nvPr>
        </p:nvSpPr>
        <p:spPr>
          <a:xfrm>
            <a:off x="500550" y="457313"/>
            <a:ext cx="77967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sz="1500">
                <a:solidFill>
                  <a:srgbClr val="013D85"/>
                </a:solidFill>
              </a:defRPr>
            </a:lvl1pPr>
            <a:lvl2pPr lvl="1">
              <a:lnSpc>
                <a:spcPct val="100000"/>
              </a:lnSpc>
              <a:spcBef>
                <a:spcPts val="0"/>
              </a:spcBef>
              <a:spcAft>
                <a:spcPts val="0"/>
              </a:spcAft>
              <a:buClr>
                <a:srgbClr val="013D85"/>
              </a:buClr>
              <a:buSzPts val="2300"/>
              <a:buNone/>
              <a:defRPr sz="2300">
                <a:solidFill>
                  <a:srgbClr val="013D85"/>
                </a:solidFill>
              </a:defRPr>
            </a:lvl2pPr>
            <a:lvl3pPr lvl="2">
              <a:lnSpc>
                <a:spcPct val="100000"/>
              </a:lnSpc>
              <a:spcBef>
                <a:spcPts val="0"/>
              </a:spcBef>
              <a:spcAft>
                <a:spcPts val="0"/>
              </a:spcAft>
              <a:buClr>
                <a:srgbClr val="013D85"/>
              </a:buClr>
              <a:buSzPts val="2300"/>
              <a:buNone/>
              <a:defRPr sz="2300">
                <a:solidFill>
                  <a:srgbClr val="013D85"/>
                </a:solidFill>
              </a:defRPr>
            </a:lvl3pPr>
            <a:lvl4pPr lvl="3">
              <a:lnSpc>
                <a:spcPct val="100000"/>
              </a:lnSpc>
              <a:spcBef>
                <a:spcPts val="0"/>
              </a:spcBef>
              <a:spcAft>
                <a:spcPts val="0"/>
              </a:spcAft>
              <a:buClr>
                <a:srgbClr val="013D85"/>
              </a:buClr>
              <a:buSzPts val="2300"/>
              <a:buNone/>
              <a:defRPr sz="2300">
                <a:solidFill>
                  <a:srgbClr val="013D85"/>
                </a:solidFill>
              </a:defRPr>
            </a:lvl4pPr>
            <a:lvl5pPr lvl="4">
              <a:lnSpc>
                <a:spcPct val="100000"/>
              </a:lnSpc>
              <a:spcBef>
                <a:spcPts val="0"/>
              </a:spcBef>
              <a:spcAft>
                <a:spcPts val="0"/>
              </a:spcAft>
              <a:buClr>
                <a:srgbClr val="013D85"/>
              </a:buClr>
              <a:buSzPts val="2300"/>
              <a:buNone/>
              <a:defRPr sz="2300">
                <a:solidFill>
                  <a:srgbClr val="013D85"/>
                </a:solidFill>
              </a:defRPr>
            </a:lvl5pPr>
            <a:lvl6pPr lvl="5">
              <a:lnSpc>
                <a:spcPct val="100000"/>
              </a:lnSpc>
              <a:spcBef>
                <a:spcPts val="0"/>
              </a:spcBef>
              <a:spcAft>
                <a:spcPts val="0"/>
              </a:spcAft>
              <a:buClr>
                <a:srgbClr val="013D85"/>
              </a:buClr>
              <a:buSzPts val="2300"/>
              <a:buNone/>
              <a:defRPr sz="2300">
                <a:solidFill>
                  <a:srgbClr val="013D85"/>
                </a:solidFill>
              </a:defRPr>
            </a:lvl6pPr>
            <a:lvl7pPr lvl="6">
              <a:lnSpc>
                <a:spcPct val="100000"/>
              </a:lnSpc>
              <a:spcBef>
                <a:spcPts val="0"/>
              </a:spcBef>
              <a:spcAft>
                <a:spcPts val="0"/>
              </a:spcAft>
              <a:buClr>
                <a:srgbClr val="013D85"/>
              </a:buClr>
              <a:buSzPts val="2300"/>
              <a:buNone/>
              <a:defRPr sz="2300">
                <a:solidFill>
                  <a:srgbClr val="013D85"/>
                </a:solidFill>
              </a:defRPr>
            </a:lvl7pPr>
            <a:lvl8pPr lvl="7">
              <a:lnSpc>
                <a:spcPct val="100000"/>
              </a:lnSpc>
              <a:spcBef>
                <a:spcPts val="0"/>
              </a:spcBef>
              <a:spcAft>
                <a:spcPts val="0"/>
              </a:spcAft>
              <a:buClr>
                <a:srgbClr val="013D85"/>
              </a:buClr>
              <a:buSzPts val="2300"/>
              <a:buNone/>
              <a:defRPr sz="2300">
                <a:solidFill>
                  <a:srgbClr val="013D85"/>
                </a:solidFill>
              </a:defRPr>
            </a:lvl8pPr>
            <a:lvl9pPr lvl="8">
              <a:lnSpc>
                <a:spcPct val="100000"/>
              </a:lnSpc>
              <a:spcBef>
                <a:spcPts val="0"/>
              </a:spcBef>
              <a:spcAft>
                <a:spcPts val="0"/>
              </a:spcAft>
              <a:buClr>
                <a:srgbClr val="013D85"/>
              </a:buClr>
              <a:buSzPts val="2300"/>
              <a:buNone/>
              <a:defRPr sz="2300">
                <a:solidFill>
                  <a:srgbClr val="013D85"/>
                </a:solidFill>
              </a:defRPr>
            </a:lvl9pPr>
          </a:lstStyle>
          <a:p/>
        </p:txBody>
      </p:sp>
      <p:sp>
        <p:nvSpPr>
          <p:cNvPr id="263" name="Google Shape;263;p65"/>
          <p:cNvSpPr txBox="1"/>
          <p:nvPr>
            <p:ph idx="2" type="subTitle"/>
          </p:nvPr>
        </p:nvSpPr>
        <p:spPr>
          <a:xfrm>
            <a:off x="3135425" y="2978831"/>
            <a:ext cx="58563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500"/>
              <a:buNone/>
              <a:defRPr b="1" sz="1500">
                <a:solidFill>
                  <a:srgbClr val="013D85"/>
                </a:solidFill>
              </a:defRPr>
            </a:lvl1pPr>
            <a:lvl2pPr lvl="1">
              <a:lnSpc>
                <a:spcPct val="100000"/>
              </a:lnSpc>
              <a:spcBef>
                <a:spcPts val="0"/>
              </a:spcBef>
              <a:spcAft>
                <a:spcPts val="0"/>
              </a:spcAft>
              <a:buClr>
                <a:srgbClr val="013D85"/>
              </a:buClr>
              <a:buSzPts val="2300"/>
              <a:buNone/>
              <a:defRPr b="1" sz="2300">
                <a:solidFill>
                  <a:srgbClr val="013D85"/>
                </a:solidFill>
              </a:defRPr>
            </a:lvl2pPr>
            <a:lvl3pPr lvl="2">
              <a:lnSpc>
                <a:spcPct val="100000"/>
              </a:lnSpc>
              <a:spcBef>
                <a:spcPts val="0"/>
              </a:spcBef>
              <a:spcAft>
                <a:spcPts val="0"/>
              </a:spcAft>
              <a:buClr>
                <a:srgbClr val="013D85"/>
              </a:buClr>
              <a:buSzPts val="2300"/>
              <a:buNone/>
              <a:defRPr b="1" sz="2300">
                <a:solidFill>
                  <a:srgbClr val="013D85"/>
                </a:solidFill>
              </a:defRPr>
            </a:lvl3pPr>
            <a:lvl4pPr lvl="3">
              <a:lnSpc>
                <a:spcPct val="100000"/>
              </a:lnSpc>
              <a:spcBef>
                <a:spcPts val="0"/>
              </a:spcBef>
              <a:spcAft>
                <a:spcPts val="0"/>
              </a:spcAft>
              <a:buClr>
                <a:srgbClr val="013D85"/>
              </a:buClr>
              <a:buSzPts val="2300"/>
              <a:buNone/>
              <a:defRPr b="1" sz="2300">
                <a:solidFill>
                  <a:srgbClr val="013D85"/>
                </a:solidFill>
              </a:defRPr>
            </a:lvl4pPr>
            <a:lvl5pPr lvl="4">
              <a:lnSpc>
                <a:spcPct val="100000"/>
              </a:lnSpc>
              <a:spcBef>
                <a:spcPts val="0"/>
              </a:spcBef>
              <a:spcAft>
                <a:spcPts val="0"/>
              </a:spcAft>
              <a:buClr>
                <a:srgbClr val="013D85"/>
              </a:buClr>
              <a:buSzPts val="2300"/>
              <a:buNone/>
              <a:defRPr b="1" sz="2300">
                <a:solidFill>
                  <a:srgbClr val="013D85"/>
                </a:solidFill>
              </a:defRPr>
            </a:lvl5pPr>
            <a:lvl6pPr lvl="5">
              <a:lnSpc>
                <a:spcPct val="100000"/>
              </a:lnSpc>
              <a:spcBef>
                <a:spcPts val="0"/>
              </a:spcBef>
              <a:spcAft>
                <a:spcPts val="0"/>
              </a:spcAft>
              <a:buClr>
                <a:srgbClr val="013D85"/>
              </a:buClr>
              <a:buSzPts val="2300"/>
              <a:buNone/>
              <a:defRPr b="1" sz="2300">
                <a:solidFill>
                  <a:srgbClr val="013D85"/>
                </a:solidFill>
              </a:defRPr>
            </a:lvl6pPr>
            <a:lvl7pPr lvl="6">
              <a:lnSpc>
                <a:spcPct val="100000"/>
              </a:lnSpc>
              <a:spcBef>
                <a:spcPts val="0"/>
              </a:spcBef>
              <a:spcAft>
                <a:spcPts val="0"/>
              </a:spcAft>
              <a:buClr>
                <a:srgbClr val="013D85"/>
              </a:buClr>
              <a:buSzPts val="2300"/>
              <a:buNone/>
              <a:defRPr b="1" sz="2300">
                <a:solidFill>
                  <a:srgbClr val="013D85"/>
                </a:solidFill>
              </a:defRPr>
            </a:lvl7pPr>
            <a:lvl8pPr lvl="7">
              <a:lnSpc>
                <a:spcPct val="100000"/>
              </a:lnSpc>
              <a:spcBef>
                <a:spcPts val="0"/>
              </a:spcBef>
              <a:spcAft>
                <a:spcPts val="0"/>
              </a:spcAft>
              <a:buClr>
                <a:srgbClr val="013D85"/>
              </a:buClr>
              <a:buSzPts val="2300"/>
              <a:buNone/>
              <a:defRPr b="1" sz="2300">
                <a:solidFill>
                  <a:srgbClr val="013D85"/>
                </a:solidFill>
              </a:defRPr>
            </a:lvl8pPr>
            <a:lvl9pPr lvl="8">
              <a:lnSpc>
                <a:spcPct val="100000"/>
              </a:lnSpc>
              <a:spcBef>
                <a:spcPts val="0"/>
              </a:spcBef>
              <a:spcAft>
                <a:spcPts val="0"/>
              </a:spcAft>
              <a:buClr>
                <a:srgbClr val="013D85"/>
              </a:buClr>
              <a:buSzPts val="2300"/>
              <a:buNone/>
              <a:defRPr b="1" sz="2300">
                <a:solidFill>
                  <a:srgbClr val="013D85"/>
                </a:solidFill>
              </a:defRPr>
            </a:lvl9pPr>
          </a:lstStyle>
          <a:p/>
        </p:txBody>
      </p:sp>
      <p:sp>
        <p:nvSpPr>
          <p:cNvPr id="264" name="Google Shape;264;p65"/>
          <p:cNvSpPr txBox="1"/>
          <p:nvPr>
            <p:ph idx="3" type="subTitle"/>
          </p:nvPr>
        </p:nvSpPr>
        <p:spPr>
          <a:xfrm>
            <a:off x="3135425" y="3278981"/>
            <a:ext cx="58563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265" name="Google Shape;265;p65"/>
          <p:cNvSpPr txBox="1"/>
          <p:nvPr>
            <p:ph idx="4" type="subTitle"/>
          </p:nvPr>
        </p:nvSpPr>
        <p:spPr>
          <a:xfrm>
            <a:off x="3135425" y="3662550"/>
            <a:ext cx="5856300" cy="10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extLst>
    <p:ext uri="{DCECCB84-F9BA-43D5-87BE-67443E8EF086}">
      <p15:sldGuideLst>
        <p15:guide id="1" pos="397">
          <p15:clr>
            <a:srgbClr val="FA7B17"/>
          </p15:clr>
        </p15:guide>
      </p15:sldGuideLst>
    </p:ext>
  </p:extLst>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ительный слайд">
  <p:cSld name="MAIN_POINT">
    <p:spTree>
      <p:nvGrpSpPr>
        <p:cNvPr id="266" name="Shape 266"/>
        <p:cNvGrpSpPr/>
        <p:nvPr/>
      </p:nvGrpSpPr>
      <p:grpSpPr>
        <a:xfrm>
          <a:off x="0" y="0"/>
          <a:ext cx="0" cy="0"/>
          <a:chOff x="0" y="0"/>
          <a:chExt cx="0" cy="0"/>
        </a:xfrm>
      </p:grpSpPr>
      <p:sp>
        <p:nvSpPr>
          <p:cNvPr id="267" name="Google Shape;26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pic>
        <p:nvPicPr>
          <p:cNvPr id="268" name="Google Shape;268;p66"/>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269" name="Google Shape;269;p66"/>
          <p:cNvSpPr txBox="1"/>
          <p:nvPr>
            <p:ph type="title"/>
          </p:nvPr>
        </p:nvSpPr>
        <p:spPr>
          <a:xfrm>
            <a:off x="651425" y="396394"/>
            <a:ext cx="7706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600"/>
              <a:buNone/>
              <a:defRPr sz="4600">
                <a:solidFill>
                  <a:schemeClr val="lt1"/>
                </a:solidFill>
              </a:defRPr>
            </a:lvl1pPr>
            <a:lvl2pPr lvl="1">
              <a:spcBef>
                <a:spcPts val="0"/>
              </a:spcBef>
              <a:spcAft>
                <a:spcPts val="0"/>
              </a:spcAft>
              <a:buSzPts val="5000"/>
              <a:buNone/>
              <a:defRPr sz="5000"/>
            </a:lvl2pPr>
            <a:lvl3pPr lvl="2">
              <a:spcBef>
                <a:spcPts val="0"/>
              </a:spcBef>
              <a:spcAft>
                <a:spcPts val="0"/>
              </a:spcAft>
              <a:buSzPts val="5000"/>
              <a:buNone/>
              <a:defRPr sz="5000"/>
            </a:lvl3pPr>
            <a:lvl4pPr lvl="3">
              <a:spcBef>
                <a:spcPts val="0"/>
              </a:spcBef>
              <a:spcAft>
                <a:spcPts val="0"/>
              </a:spcAft>
              <a:buSzPts val="5000"/>
              <a:buNone/>
              <a:defRPr sz="5000"/>
            </a:lvl4pPr>
            <a:lvl5pPr lvl="4">
              <a:spcBef>
                <a:spcPts val="0"/>
              </a:spcBef>
              <a:spcAft>
                <a:spcPts val="0"/>
              </a:spcAft>
              <a:buSzPts val="5000"/>
              <a:buNone/>
              <a:defRPr sz="5000"/>
            </a:lvl5pPr>
            <a:lvl6pPr lvl="5">
              <a:spcBef>
                <a:spcPts val="0"/>
              </a:spcBef>
              <a:spcAft>
                <a:spcPts val="0"/>
              </a:spcAft>
              <a:buSzPts val="5000"/>
              <a:buNone/>
              <a:defRPr sz="5000"/>
            </a:lvl6pPr>
            <a:lvl7pPr lvl="6">
              <a:spcBef>
                <a:spcPts val="0"/>
              </a:spcBef>
              <a:spcAft>
                <a:spcPts val="0"/>
              </a:spcAft>
              <a:buSzPts val="5000"/>
              <a:buNone/>
              <a:defRPr sz="5000"/>
            </a:lvl7pPr>
            <a:lvl8pPr lvl="7">
              <a:spcBef>
                <a:spcPts val="0"/>
              </a:spcBef>
              <a:spcAft>
                <a:spcPts val="0"/>
              </a:spcAft>
              <a:buSzPts val="5000"/>
              <a:buNone/>
              <a:defRPr sz="5000"/>
            </a:lvl8pPr>
            <a:lvl9pPr lvl="8">
              <a:spcBef>
                <a:spcPts val="0"/>
              </a:spcBef>
              <a:spcAft>
                <a:spcPts val="0"/>
              </a:spcAft>
              <a:buSzPts val="5000"/>
              <a:buNone/>
              <a:defRPr sz="50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 себе">
  <p:cSld name="CUSTOM_1">
    <p:spTree>
      <p:nvGrpSpPr>
        <p:cNvPr id="270" name="Shape 270"/>
        <p:cNvGrpSpPr/>
        <p:nvPr/>
      </p:nvGrpSpPr>
      <p:grpSpPr>
        <a:xfrm>
          <a:off x="0" y="0"/>
          <a:ext cx="0" cy="0"/>
          <a:chOff x="0" y="0"/>
          <a:chExt cx="0" cy="0"/>
        </a:xfrm>
      </p:grpSpPr>
      <p:sp>
        <p:nvSpPr>
          <p:cNvPr id="271" name="Google Shape;271;p67"/>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2" name="Google Shape;272;p67"/>
          <p:cNvSpPr txBox="1"/>
          <p:nvPr>
            <p:ph idx="1" type="subTitle"/>
          </p:nvPr>
        </p:nvSpPr>
        <p:spPr>
          <a:xfrm>
            <a:off x="3891775" y="1716281"/>
            <a:ext cx="4391700" cy="587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013D85"/>
              </a:buClr>
              <a:buSzPts val="1600"/>
              <a:buNone/>
              <a:defRPr b="1" sz="1600">
                <a:solidFill>
                  <a:srgbClr val="013D85"/>
                </a:solidFill>
              </a:defRPr>
            </a:lvl1pPr>
            <a:lvl2pPr lvl="1">
              <a:lnSpc>
                <a:spcPct val="100000"/>
              </a:lnSpc>
              <a:spcBef>
                <a:spcPts val="0"/>
              </a:spcBef>
              <a:spcAft>
                <a:spcPts val="0"/>
              </a:spcAft>
              <a:buClr>
                <a:schemeClr val="dk1"/>
              </a:buClr>
              <a:buSzPts val="2300"/>
              <a:buNone/>
              <a:defRPr b="1" sz="2300">
                <a:solidFill>
                  <a:schemeClr val="dk1"/>
                </a:solidFill>
              </a:defRPr>
            </a:lvl2pPr>
            <a:lvl3pPr lvl="2">
              <a:lnSpc>
                <a:spcPct val="100000"/>
              </a:lnSpc>
              <a:spcBef>
                <a:spcPts val="0"/>
              </a:spcBef>
              <a:spcAft>
                <a:spcPts val="0"/>
              </a:spcAft>
              <a:buClr>
                <a:schemeClr val="dk1"/>
              </a:buClr>
              <a:buSzPts val="2300"/>
              <a:buNone/>
              <a:defRPr b="1" sz="2300">
                <a:solidFill>
                  <a:schemeClr val="dk1"/>
                </a:solidFill>
              </a:defRPr>
            </a:lvl3pPr>
            <a:lvl4pPr lvl="3">
              <a:lnSpc>
                <a:spcPct val="100000"/>
              </a:lnSpc>
              <a:spcBef>
                <a:spcPts val="0"/>
              </a:spcBef>
              <a:spcAft>
                <a:spcPts val="0"/>
              </a:spcAft>
              <a:buClr>
                <a:schemeClr val="dk1"/>
              </a:buClr>
              <a:buSzPts val="2300"/>
              <a:buNone/>
              <a:defRPr b="1" sz="2300">
                <a:solidFill>
                  <a:schemeClr val="dk1"/>
                </a:solidFill>
              </a:defRPr>
            </a:lvl4pPr>
            <a:lvl5pPr lvl="4">
              <a:lnSpc>
                <a:spcPct val="100000"/>
              </a:lnSpc>
              <a:spcBef>
                <a:spcPts val="0"/>
              </a:spcBef>
              <a:spcAft>
                <a:spcPts val="0"/>
              </a:spcAft>
              <a:buClr>
                <a:schemeClr val="dk1"/>
              </a:buClr>
              <a:buSzPts val="2300"/>
              <a:buNone/>
              <a:defRPr b="1" sz="2300">
                <a:solidFill>
                  <a:schemeClr val="dk1"/>
                </a:solidFill>
              </a:defRPr>
            </a:lvl5pPr>
            <a:lvl6pPr lvl="5">
              <a:lnSpc>
                <a:spcPct val="100000"/>
              </a:lnSpc>
              <a:spcBef>
                <a:spcPts val="0"/>
              </a:spcBef>
              <a:spcAft>
                <a:spcPts val="0"/>
              </a:spcAft>
              <a:buClr>
                <a:schemeClr val="dk1"/>
              </a:buClr>
              <a:buSzPts val="2300"/>
              <a:buNone/>
              <a:defRPr b="1" sz="2300">
                <a:solidFill>
                  <a:schemeClr val="dk1"/>
                </a:solidFill>
              </a:defRPr>
            </a:lvl6pPr>
            <a:lvl7pPr lvl="6">
              <a:lnSpc>
                <a:spcPct val="100000"/>
              </a:lnSpc>
              <a:spcBef>
                <a:spcPts val="0"/>
              </a:spcBef>
              <a:spcAft>
                <a:spcPts val="0"/>
              </a:spcAft>
              <a:buClr>
                <a:schemeClr val="dk1"/>
              </a:buClr>
              <a:buSzPts val="2300"/>
              <a:buNone/>
              <a:defRPr b="1" sz="2300">
                <a:solidFill>
                  <a:schemeClr val="dk1"/>
                </a:solidFill>
              </a:defRPr>
            </a:lvl7pPr>
            <a:lvl8pPr lvl="7">
              <a:lnSpc>
                <a:spcPct val="100000"/>
              </a:lnSpc>
              <a:spcBef>
                <a:spcPts val="0"/>
              </a:spcBef>
              <a:spcAft>
                <a:spcPts val="0"/>
              </a:spcAft>
              <a:buClr>
                <a:schemeClr val="dk1"/>
              </a:buClr>
              <a:buSzPts val="2300"/>
              <a:buNone/>
              <a:defRPr b="1" sz="2300">
                <a:solidFill>
                  <a:schemeClr val="dk1"/>
                </a:solidFill>
              </a:defRPr>
            </a:lvl8pPr>
            <a:lvl9pPr lvl="8">
              <a:lnSpc>
                <a:spcPct val="100000"/>
              </a:lnSpc>
              <a:spcBef>
                <a:spcPts val="0"/>
              </a:spcBef>
              <a:spcAft>
                <a:spcPts val="0"/>
              </a:spcAft>
              <a:buClr>
                <a:schemeClr val="dk1"/>
              </a:buClr>
              <a:buSzPts val="2300"/>
              <a:buNone/>
              <a:defRPr b="1" sz="2300">
                <a:solidFill>
                  <a:schemeClr val="dk1"/>
                </a:solidFill>
              </a:defRPr>
            </a:lvl9pPr>
          </a:lstStyle>
          <a:p/>
        </p:txBody>
      </p:sp>
      <p:sp>
        <p:nvSpPr>
          <p:cNvPr id="273" name="Google Shape;273;p67"/>
          <p:cNvSpPr txBox="1"/>
          <p:nvPr>
            <p:ph idx="2" type="subTitle"/>
          </p:nvPr>
        </p:nvSpPr>
        <p:spPr>
          <a:xfrm>
            <a:off x="3891775" y="2252801"/>
            <a:ext cx="5095200" cy="25113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аздел+описание">
  <p:cSld name="SECTION_TITLE_AND_DESCRIPTION">
    <p:spTree>
      <p:nvGrpSpPr>
        <p:cNvPr id="274" name="Shape 274"/>
        <p:cNvGrpSpPr/>
        <p:nvPr/>
      </p:nvGrpSpPr>
      <p:grpSpPr>
        <a:xfrm>
          <a:off x="0" y="0"/>
          <a:ext cx="0" cy="0"/>
          <a:chOff x="0" y="0"/>
          <a:chExt cx="0" cy="0"/>
        </a:xfrm>
      </p:grpSpPr>
      <p:sp>
        <p:nvSpPr>
          <p:cNvPr id="275" name="Google Shape;275;p68"/>
          <p:cNvSpPr/>
          <p:nvPr/>
        </p:nvSpPr>
        <p:spPr>
          <a:xfrm>
            <a:off x="4572000" y="-125"/>
            <a:ext cx="45720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68"/>
          <p:cNvSpPr txBox="1"/>
          <p:nvPr>
            <p:ph type="title"/>
          </p:nvPr>
        </p:nvSpPr>
        <p:spPr>
          <a:xfrm>
            <a:off x="609075" y="1220875"/>
            <a:ext cx="4045200" cy="14823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sz="3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277" name="Google Shape;277;p68"/>
          <p:cNvSpPr txBox="1"/>
          <p:nvPr>
            <p:ph idx="1" type="subTitle"/>
          </p:nvPr>
        </p:nvSpPr>
        <p:spPr>
          <a:xfrm>
            <a:off x="609075" y="2916213"/>
            <a:ext cx="4045200" cy="1235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700"/>
              <a:buNone/>
              <a:defRPr sz="1700"/>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278" name="Google Shape;278;p68"/>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11150" lvl="2" marL="1371600">
              <a:spcBef>
                <a:spcPts val="0"/>
              </a:spcBef>
              <a:spcAft>
                <a:spcPts val="0"/>
              </a:spcAft>
              <a:buSzPts val="1300"/>
              <a:buChar char="■"/>
              <a:defRPr/>
            </a:lvl3pPr>
            <a:lvl4pPr indent="-311150" lvl="3" marL="1828800">
              <a:spcBef>
                <a:spcPts val="0"/>
              </a:spcBef>
              <a:spcAft>
                <a:spcPts val="0"/>
              </a:spcAft>
              <a:buSzPts val="1300"/>
              <a:buChar char="●"/>
              <a:defRPr/>
            </a:lvl4pPr>
            <a:lvl5pPr indent="-311150" lvl="4" marL="2286000">
              <a:spcBef>
                <a:spcPts val="0"/>
              </a:spcBef>
              <a:spcAft>
                <a:spcPts val="0"/>
              </a:spcAft>
              <a:buSzPts val="1300"/>
              <a:buChar char="○"/>
              <a:defRPr/>
            </a:lvl5pPr>
            <a:lvl6pPr indent="-311150" lvl="5" marL="2743200">
              <a:spcBef>
                <a:spcPts val="0"/>
              </a:spcBef>
              <a:spcAft>
                <a:spcPts val="0"/>
              </a:spcAft>
              <a:buSzPts val="1300"/>
              <a:buChar char="■"/>
              <a:defRPr/>
            </a:lvl6pPr>
            <a:lvl7pPr indent="-311150" lvl="6" marL="3200400">
              <a:spcBef>
                <a:spcPts val="0"/>
              </a:spcBef>
              <a:spcAft>
                <a:spcPts val="0"/>
              </a:spcAft>
              <a:buSzPts val="1300"/>
              <a:buChar char="●"/>
              <a:defRPr/>
            </a:lvl7pPr>
            <a:lvl8pPr indent="-311150" lvl="7" marL="3657600">
              <a:spcBef>
                <a:spcPts val="0"/>
              </a:spcBef>
              <a:spcAft>
                <a:spcPts val="0"/>
              </a:spcAft>
              <a:buSzPts val="1300"/>
              <a:buChar char="○"/>
              <a:defRPr/>
            </a:lvl8pPr>
            <a:lvl9pPr indent="-311150" lvl="8" marL="4114800">
              <a:spcBef>
                <a:spcPts val="0"/>
              </a:spcBef>
              <a:spcAft>
                <a:spcPts val="0"/>
              </a:spcAft>
              <a:buSzPts val="1300"/>
              <a:buChar char="■"/>
              <a:defRPr/>
            </a:lvl9pPr>
          </a:lstStyle>
          <a:p/>
        </p:txBody>
      </p:sp>
      <p:sp>
        <p:nvSpPr>
          <p:cNvPr id="279" name="Google Shape;279;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0" name="Shape 280"/>
        <p:cNvGrpSpPr/>
        <p:nvPr/>
      </p:nvGrpSpPr>
      <p:grpSpPr>
        <a:xfrm>
          <a:off x="0" y="0"/>
          <a:ext cx="0" cy="0"/>
          <a:chOff x="0" y="0"/>
          <a:chExt cx="0" cy="0"/>
        </a:xfrm>
      </p:grpSpPr>
      <p:sp>
        <p:nvSpPr>
          <p:cNvPr id="281" name="Google Shape;281;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p:cSld name="CUSTOM_3">
    <p:spTree>
      <p:nvGrpSpPr>
        <p:cNvPr id="282" name="Shape 282"/>
        <p:cNvGrpSpPr/>
        <p:nvPr/>
      </p:nvGrpSpPr>
      <p:grpSpPr>
        <a:xfrm>
          <a:off x="0" y="0"/>
          <a:ext cx="0" cy="0"/>
          <a:chOff x="0" y="0"/>
          <a:chExt cx="0" cy="0"/>
        </a:xfrm>
      </p:grpSpPr>
      <p:sp>
        <p:nvSpPr>
          <p:cNvPr id="283" name="Google Shape;283;p70"/>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1">
  <p:cSld name="CUSTOM_2">
    <p:spTree>
      <p:nvGrpSpPr>
        <p:cNvPr id="284" name="Shape 284"/>
        <p:cNvGrpSpPr/>
        <p:nvPr/>
      </p:nvGrpSpPr>
      <p:grpSpPr>
        <a:xfrm>
          <a:off x="0" y="0"/>
          <a:ext cx="0" cy="0"/>
          <a:chOff x="0" y="0"/>
          <a:chExt cx="0" cy="0"/>
        </a:xfrm>
      </p:grpSpPr>
      <p:sp>
        <p:nvSpPr>
          <p:cNvPr id="285" name="Google Shape;285;p71"/>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6" name="Google Shape;286;p71"/>
          <p:cNvSpPr/>
          <p:nvPr/>
        </p:nvSpPr>
        <p:spPr>
          <a:xfrm>
            <a:off x="590475" y="1364975"/>
            <a:ext cx="7988400" cy="3412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71"/>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100"/>
              <a:buFont typeface="Courier New"/>
              <a:buNone/>
              <a:defRPr sz="11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с кодом 2">
  <p:cSld name="CUSTOM_2_1">
    <p:spTree>
      <p:nvGrpSpPr>
        <p:cNvPr id="288" name="Shape 288"/>
        <p:cNvGrpSpPr/>
        <p:nvPr/>
      </p:nvGrpSpPr>
      <p:grpSpPr>
        <a:xfrm>
          <a:off x="0" y="0"/>
          <a:ext cx="0" cy="0"/>
          <a:chOff x="0" y="0"/>
          <a:chExt cx="0" cy="0"/>
        </a:xfrm>
      </p:grpSpPr>
      <p:sp>
        <p:nvSpPr>
          <p:cNvPr id="289" name="Google Shape;289;p72"/>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0" name="Google Shape;290;p72"/>
          <p:cNvSpPr/>
          <p:nvPr/>
        </p:nvSpPr>
        <p:spPr>
          <a:xfrm>
            <a:off x="590475" y="1364975"/>
            <a:ext cx="7988400" cy="3412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72"/>
          <p:cNvSpPr txBox="1"/>
          <p:nvPr>
            <p:ph idx="1" type="subTitle"/>
          </p:nvPr>
        </p:nvSpPr>
        <p:spPr>
          <a:xfrm>
            <a:off x="754725" y="1516446"/>
            <a:ext cx="82263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Clr>
                <a:schemeClr val="lt1"/>
              </a:buClr>
              <a:buSzPts val="1100"/>
              <a:buFont typeface="Courier New"/>
              <a:buNone/>
              <a:defRPr sz="1100">
                <a:solidFill>
                  <a:schemeClr val="lt1"/>
                </a:solidFill>
                <a:latin typeface="Courier New"/>
                <a:ea typeface="Courier New"/>
                <a:cs typeface="Courier New"/>
                <a:sym typeface="Courier New"/>
              </a:defRPr>
            </a:lvl1pPr>
            <a:lvl2pPr lvl="1">
              <a:lnSpc>
                <a:spcPct val="115000"/>
              </a:lnSpc>
              <a:spcBef>
                <a:spcPts val="0"/>
              </a:spcBef>
              <a:spcAft>
                <a:spcPts val="0"/>
              </a:spcAft>
              <a:buClr>
                <a:schemeClr val="lt1"/>
              </a:buClr>
              <a:buSzPts val="1700"/>
              <a:buNone/>
              <a:defRPr sz="1700">
                <a:solidFill>
                  <a:schemeClr val="lt1"/>
                </a:solidFill>
              </a:defRPr>
            </a:lvl2pPr>
            <a:lvl3pPr lvl="2">
              <a:lnSpc>
                <a:spcPct val="115000"/>
              </a:lnSpc>
              <a:spcBef>
                <a:spcPts val="0"/>
              </a:spcBef>
              <a:spcAft>
                <a:spcPts val="0"/>
              </a:spcAft>
              <a:buClr>
                <a:schemeClr val="lt1"/>
              </a:buClr>
              <a:buSzPts val="1700"/>
              <a:buNone/>
              <a:defRPr sz="1700">
                <a:solidFill>
                  <a:schemeClr val="lt1"/>
                </a:solidFill>
              </a:defRPr>
            </a:lvl3pPr>
            <a:lvl4pPr lvl="3">
              <a:lnSpc>
                <a:spcPct val="115000"/>
              </a:lnSpc>
              <a:spcBef>
                <a:spcPts val="0"/>
              </a:spcBef>
              <a:spcAft>
                <a:spcPts val="0"/>
              </a:spcAft>
              <a:buClr>
                <a:schemeClr val="lt1"/>
              </a:buClr>
              <a:buSzPts val="1700"/>
              <a:buNone/>
              <a:defRPr sz="1700">
                <a:solidFill>
                  <a:schemeClr val="lt1"/>
                </a:solidFill>
              </a:defRPr>
            </a:lvl4pPr>
            <a:lvl5pPr lvl="4">
              <a:lnSpc>
                <a:spcPct val="115000"/>
              </a:lnSpc>
              <a:spcBef>
                <a:spcPts val="0"/>
              </a:spcBef>
              <a:spcAft>
                <a:spcPts val="0"/>
              </a:spcAft>
              <a:buClr>
                <a:schemeClr val="lt1"/>
              </a:buClr>
              <a:buSzPts val="1700"/>
              <a:buNone/>
              <a:defRPr sz="1700">
                <a:solidFill>
                  <a:schemeClr val="lt1"/>
                </a:solidFill>
              </a:defRPr>
            </a:lvl5pPr>
            <a:lvl6pPr lvl="5">
              <a:lnSpc>
                <a:spcPct val="115000"/>
              </a:lnSpc>
              <a:spcBef>
                <a:spcPts val="0"/>
              </a:spcBef>
              <a:spcAft>
                <a:spcPts val="0"/>
              </a:spcAft>
              <a:buClr>
                <a:schemeClr val="lt1"/>
              </a:buClr>
              <a:buSzPts val="1700"/>
              <a:buNone/>
              <a:defRPr sz="1700">
                <a:solidFill>
                  <a:schemeClr val="lt1"/>
                </a:solidFill>
              </a:defRPr>
            </a:lvl6pPr>
            <a:lvl7pPr lvl="6">
              <a:lnSpc>
                <a:spcPct val="115000"/>
              </a:lnSpc>
              <a:spcBef>
                <a:spcPts val="0"/>
              </a:spcBef>
              <a:spcAft>
                <a:spcPts val="0"/>
              </a:spcAft>
              <a:buClr>
                <a:schemeClr val="lt1"/>
              </a:buClr>
              <a:buSzPts val="1700"/>
              <a:buNone/>
              <a:defRPr sz="1700">
                <a:solidFill>
                  <a:schemeClr val="lt1"/>
                </a:solidFill>
              </a:defRPr>
            </a:lvl7pPr>
            <a:lvl8pPr lvl="7">
              <a:lnSpc>
                <a:spcPct val="115000"/>
              </a:lnSpc>
              <a:spcBef>
                <a:spcPts val="0"/>
              </a:spcBef>
              <a:spcAft>
                <a:spcPts val="0"/>
              </a:spcAft>
              <a:buClr>
                <a:schemeClr val="lt1"/>
              </a:buClr>
              <a:buSzPts val="1700"/>
              <a:buNone/>
              <a:defRPr sz="1700">
                <a:solidFill>
                  <a:schemeClr val="lt1"/>
                </a:solidFill>
              </a:defRPr>
            </a:lvl8pPr>
            <a:lvl9pPr lvl="8">
              <a:lnSpc>
                <a:spcPct val="115000"/>
              </a:lnSpc>
              <a:spcBef>
                <a:spcPts val="0"/>
              </a:spcBef>
              <a:spcAft>
                <a:spcPts val="0"/>
              </a:spcAft>
              <a:buClr>
                <a:schemeClr val="lt1"/>
              </a:buClr>
              <a:buSzPts val="1700"/>
              <a:buNone/>
              <a:defRPr sz="1700">
                <a:solidFill>
                  <a:schemeClr val="lt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1">
  <p:cSld name="CUSTOM_4">
    <p:spTree>
      <p:nvGrpSpPr>
        <p:cNvPr id="292" name="Shape 292"/>
        <p:cNvGrpSpPr/>
        <p:nvPr/>
      </p:nvGrpSpPr>
      <p:grpSpPr>
        <a:xfrm>
          <a:off x="0" y="0"/>
          <a:ext cx="0" cy="0"/>
          <a:chOff x="0" y="0"/>
          <a:chExt cx="0" cy="0"/>
        </a:xfrm>
      </p:grpSpPr>
      <p:sp>
        <p:nvSpPr>
          <p:cNvPr id="293" name="Google Shape;293;p73"/>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4" name="Google Shape;294;p73"/>
          <p:cNvSpPr txBox="1"/>
          <p:nvPr>
            <p:ph idx="1" type="subTitle"/>
          </p:nvPr>
        </p:nvSpPr>
        <p:spPr>
          <a:xfrm>
            <a:off x="544050" y="1350425"/>
            <a:ext cx="5316300" cy="9042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
        <p:nvSpPr>
          <p:cNvPr id="295" name="Google Shape;295;p73"/>
          <p:cNvSpPr/>
          <p:nvPr/>
        </p:nvSpPr>
        <p:spPr>
          <a:xfrm>
            <a:off x="606200" y="2144231"/>
            <a:ext cx="7938600" cy="24645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3"/>
          <p:cNvSpPr txBox="1"/>
          <p:nvPr>
            <p:ph idx="2" type="subTitle"/>
          </p:nvPr>
        </p:nvSpPr>
        <p:spPr>
          <a:xfrm>
            <a:off x="795050" y="2220038"/>
            <a:ext cx="7568100" cy="23637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700"/>
              <a:buNone/>
              <a:defRPr sz="1700"/>
            </a:lvl2pPr>
            <a:lvl3pPr lvl="2">
              <a:lnSpc>
                <a:spcPct val="115000"/>
              </a:lnSpc>
              <a:spcBef>
                <a:spcPts val="0"/>
              </a:spcBef>
              <a:spcAft>
                <a:spcPts val="0"/>
              </a:spcAft>
              <a:buSzPts val="1700"/>
              <a:buNone/>
              <a:defRPr sz="1700"/>
            </a:lvl3pPr>
            <a:lvl4pPr lvl="3">
              <a:lnSpc>
                <a:spcPct val="115000"/>
              </a:lnSpc>
              <a:spcBef>
                <a:spcPts val="0"/>
              </a:spcBef>
              <a:spcAft>
                <a:spcPts val="0"/>
              </a:spcAft>
              <a:buSzPts val="1700"/>
              <a:buNone/>
              <a:defRPr sz="1700"/>
            </a:lvl4pPr>
            <a:lvl5pPr lvl="4">
              <a:lnSpc>
                <a:spcPct val="115000"/>
              </a:lnSpc>
              <a:spcBef>
                <a:spcPts val="0"/>
              </a:spcBef>
              <a:spcAft>
                <a:spcPts val="0"/>
              </a:spcAft>
              <a:buSzPts val="1700"/>
              <a:buNone/>
              <a:defRPr sz="1700"/>
            </a:lvl5pPr>
            <a:lvl6pPr lvl="5">
              <a:lnSpc>
                <a:spcPct val="115000"/>
              </a:lnSpc>
              <a:spcBef>
                <a:spcPts val="0"/>
              </a:spcBef>
              <a:spcAft>
                <a:spcPts val="0"/>
              </a:spcAft>
              <a:buSzPts val="1700"/>
              <a:buNone/>
              <a:defRPr sz="1700"/>
            </a:lvl6pPr>
            <a:lvl7pPr lvl="6">
              <a:lnSpc>
                <a:spcPct val="115000"/>
              </a:lnSpc>
              <a:spcBef>
                <a:spcPts val="0"/>
              </a:spcBef>
              <a:spcAft>
                <a:spcPts val="0"/>
              </a:spcAft>
              <a:buSzPts val="1700"/>
              <a:buNone/>
              <a:defRPr sz="1700"/>
            </a:lvl7pPr>
            <a:lvl8pPr lvl="7">
              <a:lnSpc>
                <a:spcPct val="115000"/>
              </a:lnSpc>
              <a:spcBef>
                <a:spcPts val="0"/>
              </a:spcBef>
              <a:spcAft>
                <a:spcPts val="0"/>
              </a:spcAft>
              <a:buSzPts val="1700"/>
              <a:buNone/>
              <a:defRPr sz="1700"/>
            </a:lvl8pPr>
            <a:lvl9pPr lvl="8">
              <a:lnSpc>
                <a:spcPct val="115000"/>
              </a:lnSpc>
              <a:spcBef>
                <a:spcPts val="0"/>
              </a:spcBef>
              <a:spcAft>
                <a:spcPts val="0"/>
              </a:spcAft>
              <a:buSzPts val="1700"/>
              <a:buNone/>
              <a:defRPr sz="1700"/>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лайд КОД+ТЕКСТ 2">
  <p:cSld name="CUSTOM_4_1">
    <p:spTree>
      <p:nvGrpSpPr>
        <p:cNvPr id="297" name="Shape 297"/>
        <p:cNvGrpSpPr/>
        <p:nvPr/>
      </p:nvGrpSpPr>
      <p:grpSpPr>
        <a:xfrm>
          <a:off x="0" y="0"/>
          <a:ext cx="0" cy="0"/>
          <a:chOff x="0" y="0"/>
          <a:chExt cx="0" cy="0"/>
        </a:xfrm>
      </p:grpSpPr>
      <p:sp>
        <p:nvSpPr>
          <p:cNvPr id="298" name="Google Shape;298;p7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lvl1pPr lvl="0">
              <a:spcBef>
                <a:spcPts val="0"/>
              </a:spcBef>
              <a:spcAft>
                <a:spcPts val="0"/>
              </a:spcAft>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9" name="Google Shape;299;p74"/>
          <p:cNvSpPr/>
          <p:nvPr/>
        </p:nvSpPr>
        <p:spPr>
          <a:xfrm>
            <a:off x="362300" y="1384249"/>
            <a:ext cx="4748700" cy="3393300"/>
          </a:xfrm>
          <a:prstGeom prst="rect">
            <a:avLst/>
          </a:prstGeom>
          <a:solidFill>
            <a:srgbClr val="FBFB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74"/>
          <p:cNvSpPr txBox="1"/>
          <p:nvPr>
            <p:ph idx="1" type="subTitle"/>
          </p:nvPr>
        </p:nvSpPr>
        <p:spPr>
          <a:xfrm>
            <a:off x="500550" y="1474819"/>
            <a:ext cx="4428600" cy="3455100"/>
          </a:xfrm>
          <a:prstGeom prst="rect">
            <a:avLst/>
          </a:prstGeom>
        </p:spPr>
        <p:txBody>
          <a:bodyPr anchorCtr="0" anchor="t" bIns="91425" lIns="91425" spcFirstLastPara="1" rIns="91425" wrap="square" tIns="91425">
            <a:normAutofit/>
          </a:bodyPr>
          <a:lstStyle>
            <a:lvl1pPr lvl="0">
              <a:lnSpc>
                <a:spcPct val="115000"/>
              </a:lnSpc>
              <a:spcBef>
                <a:spcPts val="0"/>
              </a:spcBef>
              <a:spcAft>
                <a:spcPts val="0"/>
              </a:spcAft>
              <a:buSzPts val="1300"/>
              <a:buFont typeface="Courier New"/>
              <a:buNone/>
              <a:defRPr sz="1300">
                <a:latin typeface="Courier New"/>
                <a:ea typeface="Courier New"/>
                <a:cs typeface="Courier New"/>
                <a:sym typeface="Courier New"/>
              </a:defRPr>
            </a:lvl1pPr>
            <a:lvl2pPr lvl="1">
              <a:lnSpc>
                <a:spcPct val="115000"/>
              </a:lnSpc>
              <a:spcBef>
                <a:spcPts val="0"/>
              </a:spcBef>
              <a:spcAft>
                <a:spcPts val="0"/>
              </a:spcAft>
              <a:buSzPts val="1300"/>
              <a:buNone/>
              <a:defRPr sz="1300"/>
            </a:lvl2pPr>
            <a:lvl3pPr lvl="2">
              <a:lnSpc>
                <a:spcPct val="115000"/>
              </a:lnSpc>
              <a:spcBef>
                <a:spcPts val="0"/>
              </a:spcBef>
              <a:spcAft>
                <a:spcPts val="0"/>
              </a:spcAft>
              <a:buSzPts val="1300"/>
              <a:buNone/>
              <a:defRPr/>
            </a:lvl3pPr>
            <a:lvl4pPr lvl="3">
              <a:lnSpc>
                <a:spcPct val="115000"/>
              </a:lnSpc>
              <a:spcBef>
                <a:spcPts val="0"/>
              </a:spcBef>
              <a:spcAft>
                <a:spcPts val="0"/>
              </a:spcAft>
              <a:buSzPts val="1300"/>
              <a:buNone/>
              <a:defRPr/>
            </a:lvl4pPr>
            <a:lvl5pPr lvl="4">
              <a:lnSpc>
                <a:spcPct val="115000"/>
              </a:lnSpc>
              <a:spcBef>
                <a:spcPts val="0"/>
              </a:spcBef>
              <a:spcAft>
                <a:spcPts val="0"/>
              </a:spcAft>
              <a:buSzPts val="1300"/>
              <a:buNone/>
              <a:defRPr/>
            </a:lvl5pPr>
            <a:lvl6pPr lvl="5">
              <a:lnSpc>
                <a:spcPct val="115000"/>
              </a:lnSpc>
              <a:spcBef>
                <a:spcPts val="0"/>
              </a:spcBef>
              <a:spcAft>
                <a:spcPts val="0"/>
              </a:spcAft>
              <a:buSzPts val="1300"/>
              <a:buNone/>
              <a:defRPr/>
            </a:lvl6pPr>
            <a:lvl7pPr lvl="6">
              <a:lnSpc>
                <a:spcPct val="115000"/>
              </a:lnSpc>
              <a:spcBef>
                <a:spcPts val="0"/>
              </a:spcBef>
              <a:spcAft>
                <a:spcPts val="0"/>
              </a:spcAft>
              <a:buSzPts val="1300"/>
              <a:buNone/>
              <a:defRPr/>
            </a:lvl7pPr>
            <a:lvl8pPr lvl="7">
              <a:lnSpc>
                <a:spcPct val="115000"/>
              </a:lnSpc>
              <a:spcBef>
                <a:spcPts val="0"/>
              </a:spcBef>
              <a:spcAft>
                <a:spcPts val="0"/>
              </a:spcAft>
              <a:buSzPts val="1300"/>
              <a:buNone/>
              <a:defRPr/>
            </a:lvl8pPr>
            <a:lvl9pPr lvl="8">
              <a:lnSpc>
                <a:spcPct val="115000"/>
              </a:lnSpc>
              <a:spcBef>
                <a:spcPts val="0"/>
              </a:spcBef>
              <a:spcAft>
                <a:spcPts val="0"/>
              </a:spcAft>
              <a:buSzPts val="1300"/>
              <a:buNone/>
              <a:defRPr/>
            </a:lvl9pPr>
          </a:lstStyle>
          <a:p/>
        </p:txBody>
      </p:sp>
      <p:sp>
        <p:nvSpPr>
          <p:cNvPr id="301" name="Google Shape;301;p74"/>
          <p:cNvSpPr txBox="1"/>
          <p:nvPr>
            <p:ph idx="2" type="subTitle"/>
          </p:nvPr>
        </p:nvSpPr>
        <p:spPr>
          <a:xfrm>
            <a:off x="5555275" y="1474819"/>
            <a:ext cx="3151200" cy="3261300"/>
          </a:xfrm>
          <a:prstGeom prst="rect">
            <a:avLst/>
          </a:prstGeom>
        </p:spPr>
        <p:txBody>
          <a:bodyPr anchorCtr="0" anchor="t" bIns="91425" lIns="91425" spcFirstLastPara="1" rIns="91425" wrap="square" tIns="91425">
            <a:normAutofit/>
          </a:bodyPr>
          <a:lstStyle>
            <a:lvl1pPr lvl="0">
              <a:lnSpc>
                <a:spcPct val="120000"/>
              </a:lnSpc>
              <a:spcBef>
                <a:spcPts val="0"/>
              </a:spcBef>
              <a:spcAft>
                <a:spcPts val="0"/>
              </a:spcAft>
              <a:buClr>
                <a:schemeClr val="dk1"/>
              </a:buClr>
              <a:buSzPts val="1300"/>
              <a:buNone/>
              <a:defRPr b="0" sz="1300">
                <a:solidFill>
                  <a:schemeClr val="dk1"/>
                </a:solidFill>
              </a:defRPr>
            </a:lvl1pPr>
            <a:lvl2pPr lvl="1">
              <a:lnSpc>
                <a:spcPct val="100000"/>
              </a:lnSpc>
              <a:spcBef>
                <a:spcPts val="0"/>
              </a:spcBef>
              <a:spcAft>
                <a:spcPts val="0"/>
              </a:spcAft>
              <a:buClr>
                <a:schemeClr val="dk1"/>
              </a:buClr>
              <a:buSzPts val="1500"/>
              <a:buNone/>
              <a:defRPr>
                <a:solidFill>
                  <a:schemeClr val="dk1"/>
                </a:solidFill>
              </a:defRPr>
            </a:lvl2pPr>
            <a:lvl3pPr lvl="2">
              <a:lnSpc>
                <a:spcPct val="100000"/>
              </a:lnSpc>
              <a:spcBef>
                <a:spcPts val="0"/>
              </a:spcBef>
              <a:spcAft>
                <a:spcPts val="0"/>
              </a:spcAft>
              <a:buClr>
                <a:schemeClr val="dk1"/>
              </a:buClr>
              <a:buSzPts val="1300"/>
              <a:buNone/>
              <a:defRPr>
                <a:solidFill>
                  <a:schemeClr val="dk1"/>
                </a:solidFill>
              </a:defRPr>
            </a:lvl3pPr>
            <a:lvl4pPr lvl="3">
              <a:lnSpc>
                <a:spcPct val="100000"/>
              </a:lnSpc>
              <a:spcBef>
                <a:spcPts val="0"/>
              </a:spcBef>
              <a:spcAft>
                <a:spcPts val="0"/>
              </a:spcAft>
              <a:buClr>
                <a:schemeClr val="dk1"/>
              </a:buClr>
              <a:buSzPts val="1300"/>
              <a:buNone/>
              <a:defRPr>
                <a:solidFill>
                  <a:schemeClr val="dk1"/>
                </a:solidFill>
              </a:defRPr>
            </a:lvl4pPr>
            <a:lvl5pPr lvl="4">
              <a:lnSpc>
                <a:spcPct val="100000"/>
              </a:lnSpc>
              <a:spcBef>
                <a:spcPts val="0"/>
              </a:spcBef>
              <a:spcAft>
                <a:spcPts val="0"/>
              </a:spcAft>
              <a:buClr>
                <a:schemeClr val="dk1"/>
              </a:buClr>
              <a:buSzPts val="1300"/>
              <a:buNone/>
              <a:defRPr>
                <a:solidFill>
                  <a:schemeClr val="dk1"/>
                </a:solidFill>
              </a:defRPr>
            </a:lvl5pPr>
            <a:lvl6pPr lvl="5">
              <a:lnSpc>
                <a:spcPct val="100000"/>
              </a:lnSpc>
              <a:spcBef>
                <a:spcPts val="0"/>
              </a:spcBef>
              <a:spcAft>
                <a:spcPts val="0"/>
              </a:spcAft>
              <a:buClr>
                <a:schemeClr val="dk1"/>
              </a:buClr>
              <a:buSzPts val="1300"/>
              <a:buNone/>
              <a:defRPr>
                <a:solidFill>
                  <a:schemeClr val="dk1"/>
                </a:solidFill>
              </a:defRPr>
            </a:lvl6pPr>
            <a:lvl7pPr lvl="6">
              <a:lnSpc>
                <a:spcPct val="100000"/>
              </a:lnSpc>
              <a:spcBef>
                <a:spcPts val="0"/>
              </a:spcBef>
              <a:spcAft>
                <a:spcPts val="0"/>
              </a:spcAft>
              <a:buClr>
                <a:schemeClr val="dk1"/>
              </a:buClr>
              <a:buSzPts val="1300"/>
              <a:buNone/>
              <a:defRPr>
                <a:solidFill>
                  <a:schemeClr val="dk1"/>
                </a:solidFill>
              </a:defRPr>
            </a:lvl7pPr>
            <a:lvl8pPr lvl="7">
              <a:lnSpc>
                <a:spcPct val="100000"/>
              </a:lnSpc>
              <a:spcBef>
                <a:spcPts val="0"/>
              </a:spcBef>
              <a:spcAft>
                <a:spcPts val="0"/>
              </a:spcAft>
              <a:buClr>
                <a:schemeClr val="dk1"/>
              </a:buClr>
              <a:buSzPts val="1300"/>
              <a:buNone/>
              <a:defRPr>
                <a:solidFill>
                  <a:schemeClr val="dk1"/>
                </a:solidFill>
              </a:defRPr>
            </a:lvl8pPr>
            <a:lvl9pPr lvl="8">
              <a:lnSpc>
                <a:spcPct val="100000"/>
              </a:lnSpc>
              <a:spcBef>
                <a:spcPts val="0"/>
              </a:spcBef>
              <a:spcAft>
                <a:spcPts val="0"/>
              </a:spcAft>
              <a:buClr>
                <a:schemeClr val="dk1"/>
              </a:buClr>
              <a:buSzPts val="1300"/>
              <a:buNone/>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12"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11.jpg"/><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6" Type="http://schemas.openxmlformats.org/officeDocument/2006/relationships/theme" Target="../theme/theme2.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5.xml"/><Relationship Id="rId10" Type="http://schemas.openxmlformats.org/officeDocument/2006/relationships/slideLayout" Target="../slideLayouts/slideLayout34.xml"/><Relationship Id="rId13" Type="http://schemas.openxmlformats.org/officeDocument/2006/relationships/slideLayout" Target="../slideLayouts/slideLayout37.xml"/><Relationship Id="rId12" Type="http://schemas.openxmlformats.org/officeDocument/2006/relationships/slideLayout" Target="../slideLayouts/slideLayout36.xml"/><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5" Type="http://schemas.openxmlformats.org/officeDocument/2006/relationships/slideLayout" Target="../slideLayouts/slideLayout39.xml"/><Relationship Id="rId14" Type="http://schemas.openxmlformats.org/officeDocument/2006/relationships/slideLayout" Target="../slideLayouts/slideLayout38.xml"/><Relationship Id="rId16" Type="http://schemas.openxmlformats.org/officeDocument/2006/relationships/theme" Target="../theme/theme3.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9.xml"/><Relationship Id="rId10" Type="http://schemas.openxmlformats.org/officeDocument/2006/relationships/slideLayout" Target="../slideLayouts/slideLayout48.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 Type="http://schemas.openxmlformats.org/officeDocument/2006/relationships/image" Target="../media/image5.jpg"/><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5" Type="http://schemas.openxmlformats.org/officeDocument/2006/relationships/slideLayout" Target="../slideLayouts/slideLayout43.xml"/><Relationship Id="rId6" Type="http://schemas.openxmlformats.org/officeDocument/2006/relationships/slideLayout" Target="../slideLayouts/slideLayout44.xml"/><Relationship Id="rId18" Type="http://schemas.openxmlformats.org/officeDocument/2006/relationships/theme" Target="../theme/theme4.xml"/><Relationship Id="rId7" Type="http://schemas.openxmlformats.org/officeDocument/2006/relationships/slideLayout" Target="../slideLayouts/slideLayout45.xml"/><Relationship Id="rId8" Type="http://schemas.openxmlformats.org/officeDocument/2006/relationships/slideLayout" Target="../slideLayouts/slideLayout46.xml"/></Relationships>
</file>

<file path=ppt/slideMasters/_rels/slideMaster5.xml.rels><?xml version="1.0" encoding="UTF-8" standalone="yes"?><Relationships xmlns="http://schemas.openxmlformats.org/package/2006/relationships"><Relationship Id="rId11" Type="http://schemas.openxmlformats.org/officeDocument/2006/relationships/slideLayout" Target="../slideLayouts/slideLayout65.xml"/><Relationship Id="rId10" Type="http://schemas.openxmlformats.org/officeDocument/2006/relationships/slideLayout" Target="../slideLayouts/slideLayout64.xml"/><Relationship Id="rId13" Type="http://schemas.openxmlformats.org/officeDocument/2006/relationships/slideLayout" Target="../slideLayouts/slideLayout67.xml"/><Relationship Id="rId12" Type="http://schemas.openxmlformats.org/officeDocument/2006/relationships/slideLayout" Target="../slideLayouts/slideLayout66.xml"/><Relationship Id="rId1" Type="http://schemas.openxmlformats.org/officeDocument/2006/relationships/image" Target="../media/image34.png"/><Relationship Id="rId2" Type="http://schemas.openxmlformats.org/officeDocument/2006/relationships/slideLayout" Target="../slideLayouts/slideLayout56.xml"/><Relationship Id="rId3" Type="http://schemas.openxmlformats.org/officeDocument/2006/relationships/slideLayout" Target="../slideLayouts/slideLayout57.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5" Type="http://schemas.openxmlformats.org/officeDocument/2006/relationships/slideLayout" Target="../slideLayouts/slideLayout69.xml"/><Relationship Id="rId14" Type="http://schemas.openxmlformats.org/officeDocument/2006/relationships/slideLayout" Target="../slideLayouts/slideLayout68.xml"/><Relationship Id="rId16" Type="http://schemas.openxmlformats.org/officeDocument/2006/relationships/theme" Target="../theme/theme6.xml"/><Relationship Id="rId5" Type="http://schemas.openxmlformats.org/officeDocument/2006/relationships/slideLayout" Target="../slideLayouts/slideLayout59.xml"/><Relationship Id="rId6" Type="http://schemas.openxmlformats.org/officeDocument/2006/relationships/slideLayout" Target="../slideLayouts/slideLayout60.xml"/><Relationship Id="rId7" Type="http://schemas.openxmlformats.org/officeDocument/2006/relationships/slideLayout" Target="../slideLayouts/slideLayout61.xml"/><Relationship Id="rId8"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0550" y="330724"/>
            <a:ext cx="8520600" cy="109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Roboto"/>
              <a:buNone/>
              <a:defRPr b="1" sz="30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7" name="Google Shape;7;p1"/>
          <p:cNvSpPr txBox="1"/>
          <p:nvPr>
            <p:ph idx="1" type="body"/>
          </p:nvPr>
        </p:nvSpPr>
        <p:spPr>
          <a:xfrm>
            <a:off x="424350" y="1578869"/>
            <a:ext cx="8520600" cy="3416400"/>
          </a:xfrm>
          <a:prstGeom prst="rect">
            <a:avLst/>
          </a:prstGeom>
          <a:noFill/>
          <a:ln>
            <a:noFill/>
          </a:ln>
        </p:spPr>
        <p:txBody>
          <a:bodyPr anchorCtr="0" anchor="t" bIns="91425" lIns="91425" spcFirstLastPara="1" rIns="91425" wrap="square" tIns="91425">
            <a:spAutoFit/>
          </a:bodyPr>
          <a:lstStyle>
            <a:lvl1pPr indent="-336550" lvl="0" marL="45720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indent="-323850" lvl="1" marL="91440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indent="-311150" lvl="2" marL="13716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3pPr>
            <a:lvl4pPr indent="-311150" lvl="3" marL="18288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4pPr>
            <a:lvl5pPr indent="-311150" lvl="4" marL="22860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5pPr>
            <a:lvl6pPr indent="-311150" lvl="5" marL="27432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6pPr>
            <a:lvl7pPr indent="-311150" lvl="6" marL="32004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7pPr>
            <a:lvl8pPr indent="-311150" lvl="7" marL="36576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8pPr>
            <a:lvl9pPr indent="-311150" lvl="8" marL="4114800">
              <a:lnSpc>
                <a:spcPct val="120000"/>
              </a:lnSpc>
              <a:spcBef>
                <a:spcPts val="0"/>
              </a:spcBef>
              <a:spcAft>
                <a:spcPts val="0"/>
              </a:spcAft>
              <a:buClr>
                <a:schemeClr val="dk1"/>
              </a:buClr>
              <a:buSzPts val="1300"/>
              <a:buFont typeface="Roboto"/>
              <a:buChar char="■"/>
              <a:defRPr sz="13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6" name="Shape 56"/>
        <p:cNvGrpSpPr/>
        <p:nvPr/>
      </p:nvGrpSpPr>
      <p:grpSpPr>
        <a:xfrm>
          <a:off x="0" y="0"/>
          <a:ext cx="0" cy="0"/>
          <a:chOff x="0" y="0"/>
          <a:chExt cx="0" cy="0"/>
        </a:xfrm>
      </p:grpSpPr>
      <p:sp>
        <p:nvSpPr>
          <p:cNvPr id="57" name="Google Shape;57;p12"/>
          <p:cNvSpPr txBox="1"/>
          <p:nvPr>
            <p:ph type="title"/>
          </p:nvPr>
        </p:nvSpPr>
        <p:spPr>
          <a:xfrm>
            <a:off x="500550" y="330724"/>
            <a:ext cx="8520600" cy="109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Roboto"/>
              <a:buNone/>
              <a:defRPr b="1" sz="31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58" name="Google Shape;58;p12"/>
          <p:cNvSpPr txBox="1"/>
          <p:nvPr>
            <p:ph idx="1" type="body"/>
          </p:nvPr>
        </p:nvSpPr>
        <p:spPr>
          <a:xfrm>
            <a:off x="424350" y="1578869"/>
            <a:ext cx="8520600" cy="3416400"/>
          </a:xfrm>
          <a:prstGeom prst="rect">
            <a:avLst/>
          </a:prstGeom>
          <a:noFill/>
          <a:ln>
            <a:noFill/>
          </a:ln>
        </p:spPr>
        <p:txBody>
          <a:bodyPr anchorCtr="0" anchor="t" bIns="91425" lIns="91425" spcFirstLastPara="1" rIns="91425" wrap="square" tIns="91425">
            <a:normAutofit/>
          </a:bodyPr>
          <a:lstStyle>
            <a:lvl1pPr indent="-336550" lvl="0" marL="45720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indent="-323850" lvl="1" marL="91440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indent="-311150" lvl="2" marL="1371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indent="-311150" lvl="3" marL="1828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indent="-311150" lvl="4" marL="22860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indent="-311150" lvl="5" marL="27432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indent="-311150" lvl="6" marL="32004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indent="-311150" lvl="7" marL="3657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indent="-311150" lvl="8" marL="4114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p:txBody>
      </p:sp>
      <p:sp>
        <p:nvSpPr>
          <p:cNvPr id="59" name="Google Shape;59;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 id="2147483670" r:id="rId14"/>
    <p:sldLayoutId id="214748367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6" name="Shape 116"/>
        <p:cNvGrpSpPr/>
        <p:nvPr/>
      </p:nvGrpSpPr>
      <p:grpSpPr>
        <a:xfrm>
          <a:off x="0" y="0"/>
          <a:ext cx="0" cy="0"/>
          <a:chOff x="0" y="0"/>
          <a:chExt cx="0" cy="0"/>
        </a:xfrm>
      </p:grpSpPr>
      <p:sp>
        <p:nvSpPr>
          <p:cNvPr id="117" name="Google Shape;117;p27"/>
          <p:cNvSpPr txBox="1"/>
          <p:nvPr>
            <p:ph type="title"/>
          </p:nvPr>
        </p:nvSpPr>
        <p:spPr>
          <a:xfrm>
            <a:off x="500550" y="330724"/>
            <a:ext cx="8520600" cy="109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Roboto"/>
              <a:buNone/>
              <a:defRPr b="1" sz="31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118" name="Google Shape;118;p27"/>
          <p:cNvSpPr txBox="1"/>
          <p:nvPr>
            <p:ph idx="1" type="body"/>
          </p:nvPr>
        </p:nvSpPr>
        <p:spPr>
          <a:xfrm>
            <a:off x="424350" y="1578869"/>
            <a:ext cx="8520600" cy="3416400"/>
          </a:xfrm>
          <a:prstGeom prst="rect">
            <a:avLst/>
          </a:prstGeom>
          <a:noFill/>
          <a:ln>
            <a:noFill/>
          </a:ln>
        </p:spPr>
        <p:txBody>
          <a:bodyPr anchorCtr="0" anchor="t" bIns="91425" lIns="91425" spcFirstLastPara="1" rIns="91425" wrap="square" tIns="91425">
            <a:normAutofit/>
          </a:bodyPr>
          <a:lstStyle>
            <a:lvl1pPr indent="-336550" lvl="0" marL="45720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indent="-323850" lvl="1" marL="91440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indent="-311150" lvl="2" marL="1371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indent="-311150" lvl="3" marL="1828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indent="-311150" lvl="4" marL="22860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indent="-311150" lvl="5" marL="27432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indent="-311150" lvl="6" marL="32004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indent="-311150" lvl="7" marL="3657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indent="-311150" lvl="8" marL="4114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p:txBody>
      </p:sp>
      <p:sp>
        <p:nvSpPr>
          <p:cNvPr id="119" name="Google Shape;11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174" name="Shape 174"/>
        <p:cNvGrpSpPr/>
        <p:nvPr/>
      </p:nvGrpSpPr>
      <p:grpSpPr>
        <a:xfrm>
          <a:off x="0" y="0"/>
          <a:ext cx="0" cy="0"/>
          <a:chOff x="0" y="0"/>
          <a:chExt cx="0" cy="0"/>
        </a:xfrm>
      </p:grpSpPr>
      <p:sp>
        <p:nvSpPr>
          <p:cNvPr id="175" name="Google Shape;175;p43"/>
          <p:cNvSpPr txBox="1"/>
          <p:nvPr>
            <p:ph type="title"/>
          </p:nvPr>
        </p:nvSpPr>
        <p:spPr>
          <a:xfrm>
            <a:off x="500550" y="330724"/>
            <a:ext cx="8520600" cy="109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Roboto"/>
              <a:buNone/>
              <a:defRPr b="1" sz="31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176" name="Google Shape;176;p43"/>
          <p:cNvSpPr txBox="1"/>
          <p:nvPr>
            <p:ph idx="1" type="body"/>
          </p:nvPr>
        </p:nvSpPr>
        <p:spPr>
          <a:xfrm>
            <a:off x="424350" y="1578869"/>
            <a:ext cx="8520600" cy="3416400"/>
          </a:xfrm>
          <a:prstGeom prst="rect">
            <a:avLst/>
          </a:prstGeom>
          <a:noFill/>
          <a:ln>
            <a:noFill/>
          </a:ln>
        </p:spPr>
        <p:txBody>
          <a:bodyPr anchorCtr="0" anchor="t" bIns="91425" lIns="91425" spcFirstLastPara="1" rIns="91425" wrap="square" tIns="91425">
            <a:normAutofit/>
          </a:bodyPr>
          <a:lstStyle>
            <a:lvl1pPr indent="-336550" lvl="0" marL="45720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indent="-323850" lvl="1" marL="91440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indent="-311150" lvl="2" marL="1371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indent="-311150" lvl="3" marL="1828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indent="-311150" lvl="4" marL="22860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indent="-311150" lvl="5" marL="27432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indent="-311150" lvl="6" marL="32004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indent="-311150" lvl="7" marL="3657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indent="-311150" lvl="8" marL="4114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p:txBody>
      </p:sp>
      <p:sp>
        <p:nvSpPr>
          <p:cNvPr id="177" name="Google Shape;177;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242" name="Shape 242"/>
        <p:cNvGrpSpPr/>
        <p:nvPr/>
      </p:nvGrpSpPr>
      <p:grpSpPr>
        <a:xfrm>
          <a:off x="0" y="0"/>
          <a:ext cx="0" cy="0"/>
          <a:chOff x="0" y="0"/>
          <a:chExt cx="0" cy="0"/>
        </a:xfrm>
      </p:grpSpPr>
      <p:sp>
        <p:nvSpPr>
          <p:cNvPr id="243" name="Google Shape;243;p60"/>
          <p:cNvSpPr txBox="1"/>
          <p:nvPr>
            <p:ph type="title"/>
          </p:nvPr>
        </p:nvSpPr>
        <p:spPr>
          <a:xfrm>
            <a:off x="500550" y="330724"/>
            <a:ext cx="8520600" cy="1095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100"/>
              <a:buFont typeface="Roboto"/>
              <a:buNone/>
              <a:defRPr b="1" sz="3100">
                <a:solidFill>
                  <a:schemeClr val="dk1"/>
                </a:solidFill>
                <a:latin typeface="Roboto"/>
                <a:ea typeface="Roboto"/>
                <a:cs typeface="Roboto"/>
                <a:sym typeface="Roboto"/>
              </a:defRPr>
            </a:lvl1pPr>
            <a:lvl2pPr lvl="1">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2pPr>
            <a:lvl3pPr lvl="2">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3pPr>
            <a:lvl4pPr lvl="3">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4pPr>
            <a:lvl5pPr lvl="4">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5pPr>
            <a:lvl6pPr lvl="5">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6pPr>
            <a:lvl7pPr lvl="6">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7pPr>
            <a:lvl8pPr lvl="7">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8pPr>
            <a:lvl9pPr lvl="8">
              <a:spcBef>
                <a:spcPts val="0"/>
              </a:spcBef>
              <a:spcAft>
                <a:spcPts val="0"/>
              </a:spcAft>
              <a:buClr>
                <a:schemeClr val="dk1"/>
              </a:buClr>
              <a:buSzPts val="2800"/>
              <a:buFont typeface="Roboto"/>
              <a:buNone/>
              <a:defRPr sz="2800">
                <a:solidFill>
                  <a:schemeClr val="dk1"/>
                </a:solidFill>
                <a:latin typeface="Roboto"/>
                <a:ea typeface="Roboto"/>
                <a:cs typeface="Roboto"/>
                <a:sym typeface="Roboto"/>
              </a:defRPr>
            </a:lvl9pPr>
          </a:lstStyle>
          <a:p/>
        </p:txBody>
      </p:sp>
      <p:sp>
        <p:nvSpPr>
          <p:cNvPr id="244" name="Google Shape;244;p60"/>
          <p:cNvSpPr txBox="1"/>
          <p:nvPr>
            <p:ph idx="1" type="body"/>
          </p:nvPr>
        </p:nvSpPr>
        <p:spPr>
          <a:xfrm>
            <a:off x="424350" y="1578869"/>
            <a:ext cx="8520600" cy="3416400"/>
          </a:xfrm>
          <a:prstGeom prst="rect">
            <a:avLst/>
          </a:prstGeom>
          <a:noFill/>
          <a:ln>
            <a:noFill/>
          </a:ln>
        </p:spPr>
        <p:txBody>
          <a:bodyPr anchorCtr="0" anchor="t" bIns="91425" lIns="91425" spcFirstLastPara="1" rIns="91425" wrap="square" tIns="91425">
            <a:normAutofit/>
          </a:bodyPr>
          <a:lstStyle>
            <a:lvl1pPr indent="-336550" lvl="0" marL="457200">
              <a:lnSpc>
                <a:spcPct val="120000"/>
              </a:lnSpc>
              <a:spcBef>
                <a:spcPts val="0"/>
              </a:spcBef>
              <a:spcAft>
                <a:spcPts val="0"/>
              </a:spcAft>
              <a:buClr>
                <a:schemeClr val="dk1"/>
              </a:buClr>
              <a:buSzPts val="1700"/>
              <a:buFont typeface="Roboto"/>
              <a:buChar char="●"/>
              <a:defRPr sz="1700">
                <a:solidFill>
                  <a:schemeClr val="dk1"/>
                </a:solidFill>
                <a:latin typeface="Roboto"/>
                <a:ea typeface="Roboto"/>
                <a:cs typeface="Roboto"/>
                <a:sym typeface="Roboto"/>
              </a:defRPr>
            </a:lvl1pPr>
            <a:lvl2pPr indent="-323850" lvl="1" marL="914400">
              <a:lnSpc>
                <a:spcPct val="120000"/>
              </a:lnSpc>
              <a:spcBef>
                <a:spcPts val="0"/>
              </a:spcBef>
              <a:spcAft>
                <a:spcPts val="0"/>
              </a:spcAft>
              <a:buClr>
                <a:schemeClr val="dk1"/>
              </a:buClr>
              <a:buSzPts val="1500"/>
              <a:buFont typeface="Roboto"/>
              <a:buChar char="○"/>
              <a:defRPr sz="1500">
                <a:solidFill>
                  <a:schemeClr val="dk1"/>
                </a:solidFill>
                <a:latin typeface="Roboto"/>
                <a:ea typeface="Roboto"/>
                <a:cs typeface="Roboto"/>
                <a:sym typeface="Roboto"/>
              </a:defRPr>
            </a:lvl2pPr>
            <a:lvl3pPr indent="-311150" lvl="2" marL="1371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3pPr>
            <a:lvl4pPr indent="-311150" lvl="3" marL="1828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4pPr>
            <a:lvl5pPr indent="-311150" lvl="4" marL="22860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5pPr>
            <a:lvl6pPr indent="-311150" lvl="5" marL="27432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6pPr>
            <a:lvl7pPr indent="-311150" lvl="6" marL="32004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7pPr>
            <a:lvl8pPr indent="-311150" lvl="7" marL="36576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8pPr>
            <a:lvl9pPr indent="-311150" lvl="8" marL="4114800">
              <a:lnSpc>
                <a:spcPct val="120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9pPr>
          </a:lstStyle>
          <a:p/>
        </p:txBody>
      </p:sp>
      <p:sp>
        <p:nvSpPr>
          <p:cNvPr id="245" name="Google Shape;245;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6.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4.png"/><Relationship Id="rId4" Type="http://schemas.openxmlformats.org/officeDocument/2006/relationships/image" Target="../media/image27.png"/><Relationship Id="rId5"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 Id="rId3" Type="http://schemas.openxmlformats.org/officeDocument/2006/relationships/image" Target="../media/image29.jpg"/><Relationship Id="rId4" Type="http://schemas.openxmlformats.org/officeDocument/2006/relationships/image" Target="../media/image14.jpg"/><Relationship Id="rId5"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0.png"/><Relationship Id="rId6" Type="http://schemas.openxmlformats.org/officeDocument/2006/relationships/image" Target="../media/image2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46.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2.xml"/><Relationship Id="rId3" Type="http://schemas.openxmlformats.org/officeDocument/2006/relationships/image" Target="../media/image30.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 Id="rId3" Type="http://schemas.openxmlformats.org/officeDocument/2006/relationships/hyperlink" Target="https://changelog.com/gotime/105"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 Id="rId3"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5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hyperlink" Target="https://kubernetes.io/docs/concepts/workloads/pods/" TargetMode="Externa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hyperlink" Target="https://kubernetes.io/docs/concepts/services-networking/service/" TargetMode="Externa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 Id="rId3" Type="http://schemas.openxmlformats.org/officeDocument/2006/relationships/hyperlink" Target="https://kubernetes.io/docs/concepts/storage/volumes/" TargetMode="External"/><Relationship Id="rId4" Type="http://schemas.openxmlformats.org/officeDocument/2006/relationships/image" Target="../media/image42.png"/><Relationship Id="rId5"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hyperlink" Target="https://kubernetes.io/docs/concepts/overview/working-with-objects/namespaces/" TargetMode="External"/><Relationship Id="rId4"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 Id="rId3" Type="http://schemas.openxmlformats.org/officeDocument/2006/relationships/hyperlink" Target="https://kubernetes.io/docs/concepts/architecture/controller/"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6.xml"/><Relationship Id="rId3" Type="http://schemas.openxmlformats.org/officeDocument/2006/relationships/image" Target="../media/image30.png"/><Relationship Id="rId4"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 Id="rId3"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 Id="rId3" Type="http://schemas.openxmlformats.org/officeDocument/2006/relationships/image" Target="../media/image45.png"/><Relationship Id="rId4" Type="http://schemas.openxmlformats.org/officeDocument/2006/relationships/image" Target="../media/image48.png"/><Relationship Id="rId5"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1.xml"/><Relationship Id="rId3" Type="http://schemas.openxmlformats.org/officeDocument/2006/relationships/image" Target="../media/image30.png"/><Relationship Id="rId4" Type="http://schemas.openxmlformats.org/officeDocument/2006/relationships/image" Target="../media/image1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 Id="rId3" Type="http://schemas.openxmlformats.org/officeDocument/2006/relationships/image" Target="../media/image13.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3.xml"/><Relationship Id="rId3" Type="http://schemas.openxmlformats.org/officeDocument/2006/relationships/image" Target="../media/image1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4.xml"/><Relationship Id="rId3" Type="http://schemas.openxmlformats.org/officeDocument/2006/relationships/image" Target="../media/image3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5.xml"/><Relationship Id="rId3" Type="http://schemas.openxmlformats.org/officeDocument/2006/relationships/image" Target="../media/image53.png"/><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46.xml"/><Relationship Id="rId3" Type="http://schemas.openxmlformats.org/officeDocument/2006/relationships/image" Target="../media/image30.png"/><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1" Type="http://schemas.openxmlformats.org/officeDocument/2006/relationships/hyperlink" Target="https://kubernetes.io/docs/tutorials/hello-minikube/" TargetMode="External"/><Relationship Id="rId10" Type="http://schemas.openxmlformats.org/officeDocument/2006/relationships/hyperlink" Target="https://kubernetes.io/docs/home/" TargetMode="External"/><Relationship Id="rId1" Type="http://schemas.openxmlformats.org/officeDocument/2006/relationships/slideLayout" Target="../slideLayouts/slideLayout9.xml"/><Relationship Id="rId2" Type="http://schemas.openxmlformats.org/officeDocument/2006/relationships/notesSlide" Target="../notesSlides/notesSlide50.xml"/><Relationship Id="rId3" Type="http://schemas.openxmlformats.org/officeDocument/2006/relationships/image" Target="../media/image50.png"/><Relationship Id="rId4" Type="http://schemas.openxmlformats.org/officeDocument/2006/relationships/hyperlink" Target="https://habr.com/ru/companies/kts/articles/591355/" TargetMode="External"/><Relationship Id="rId9" Type="http://schemas.openxmlformats.org/officeDocument/2006/relationships/hyperlink" Target="https://www.manning.com/books/kubernetes-in-action" TargetMode="External"/><Relationship Id="rId5" Type="http://schemas.openxmlformats.org/officeDocument/2006/relationships/hyperlink" Target="https://aws.amazon.com/ru/what-is/container-orchestration/" TargetMode="External"/><Relationship Id="rId6" Type="http://schemas.openxmlformats.org/officeDocument/2006/relationships/hyperlink" Target="https://selectel.ru/blog/orchestration/" TargetMode="External"/><Relationship Id="rId7" Type="http://schemas.openxmlformats.org/officeDocument/2006/relationships/hyperlink" Target="https://habr.com/ru/companies/kts/articles/708418/" TargetMode="External"/><Relationship Id="rId8" Type="http://schemas.openxmlformats.org/officeDocument/2006/relationships/hyperlink" Target="https://habr.com/ru/articles/589415/"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2.xml"/><Relationship Id="rId3" Type="http://schemas.openxmlformats.org/officeDocument/2006/relationships/image" Target="../media/image54.png"/><Relationship Id="rId4" Type="http://schemas.openxmlformats.org/officeDocument/2006/relationships/image" Target="../media/image51.png"/><Relationship Id="rId5" Type="http://schemas.openxmlformats.org/officeDocument/2006/relationships/image" Target="../media/image55.png"/><Relationship Id="rId6" Type="http://schemas.openxmlformats.org/officeDocument/2006/relationships/image" Target="../media/image5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1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305" name="Shape 305"/>
        <p:cNvGrpSpPr/>
        <p:nvPr/>
      </p:nvGrpSpPr>
      <p:grpSpPr>
        <a:xfrm>
          <a:off x="0" y="0"/>
          <a:ext cx="0" cy="0"/>
          <a:chOff x="0" y="0"/>
          <a:chExt cx="0" cy="0"/>
        </a:xfrm>
      </p:grpSpPr>
      <p:sp>
        <p:nvSpPr>
          <p:cNvPr id="306" name="Google Shape;306;p75"/>
          <p:cNvSpPr/>
          <p:nvPr/>
        </p:nvSpPr>
        <p:spPr>
          <a:xfrm>
            <a:off x="629700" y="4138025"/>
            <a:ext cx="2920500" cy="426600"/>
          </a:xfrm>
          <a:prstGeom prst="roundRect">
            <a:avLst>
              <a:gd fmla="val 16667" name="adj"/>
            </a:avLst>
          </a:prstGeom>
          <a:solidFill>
            <a:srgbClr val="9857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75"/>
          <p:cNvSpPr txBox="1"/>
          <p:nvPr>
            <p:ph type="title"/>
          </p:nvPr>
        </p:nvSpPr>
        <p:spPr>
          <a:xfrm>
            <a:off x="538825" y="1115575"/>
            <a:ext cx="7379700" cy="1569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ru"/>
              <a:t>Введение в оркестрацию и k8s</a:t>
            </a:r>
            <a:endParaRPr sz="2800">
              <a:solidFill>
                <a:srgbClr val="FBFBFE"/>
              </a:solidFill>
              <a:latin typeface="Roboto"/>
              <a:ea typeface="Roboto"/>
              <a:cs typeface="Roboto"/>
              <a:sym typeface="Roboto"/>
            </a:endParaRPr>
          </a:p>
        </p:txBody>
      </p:sp>
      <p:pic>
        <p:nvPicPr>
          <p:cNvPr id="308" name="Google Shape;308;p75"/>
          <p:cNvPicPr preferRelativeResize="0"/>
          <p:nvPr/>
        </p:nvPicPr>
        <p:blipFill>
          <a:blip r:embed="rId3">
            <a:alphaModFix/>
          </a:blip>
          <a:stretch>
            <a:fillRect/>
          </a:stretch>
        </p:blipFill>
        <p:spPr>
          <a:xfrm>
            <a:off x="7988500" y="273875"/>
            <a:ext cx="822175" cy="284625"/>
          </a:xfrm>
          <a:prstGeom prst="rect">
            <a:avLst/>
          </a:prstGeom>
          <a:noFill/>
          <a:ln>
            <a:noFill/>
          </a:ln>
        </p:spPr>
      </p:pic>
      <p:sp>
        <p:nvSpPr>
          <p:cNvPr id="309" name="Google Shape;309;p75"/>
          <p:cNvSpPr txBox="1"/>
          <p:nvPr/>
        </p:nvSpPr>
        <p:spPr>
          <a:xfrm>
            <a:off x="886050" y="4127375"/>
            <a:ext cx="2407800" cy="4479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ru" sz="1900">
                <a:solidFill>
                  <a:schemeClr val="lt1"/>
                </a:solidFill>
                <a:latin typeface="Roboto Medium"/>
                <a:ea typeface="Roboto Medium"/>
                <a:cs typeface="Roboto Medium"/>
                <a:sym typeface="Roboto Medium"/>
              </a:rPr>
              <a:t>MLOps</a:t>
            </a:r>
            <a:endParaRPr sz="100">
              <a:latin typeface="Roboto Medium"/>
              <a:ea typeface="Roboto Medium"/>
              <a:cs typeface="Roboto Medium"/>
              <a:sym typeface="Roboto Medium"/>
            </a:endParaRPr>
          </a:p>
        </p:txBody>
      </p:sp>
      <p:pic>
        <p:nvPicPr>
          <p:cNvPr id="310" name="Google Shape;310;p75"/>
          <p:cNvPicPr preferRelativeResize="0"/>
          <p:nvPr/>
        </p:nvPicPr>
        <p:blipFill rotWithShape="1">
          <a:blip r:embed="rId4">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4" name="Shape 314"/>
        <p:cNvGrpSpPr/>
        <p:nvPr/>
      </p:nvGrpSpPr>
      <p:grpSpPr>
        <a:xfrm>
          <a:off x="0" y="0"/>
          <a:ext cx="0" cy="0"/>
          <a:chOff x="0" y="0"/>
          <a:chExt cx="0" cy="0"/>
        </a:xfrm>
      </p:grpSpPr>
      <p:sp>
        <p:nvSpPr>
          <p:cNvPr id="315" name="Google Shape;315;p76"/>
          <p:cNvSpPr txBox="1"/>
          <p:nvPr>
            <p:ph type="title"/>
          </p:nvPr>
        </p:nvSpPr>
        <p:spPr>
          <a:xfrm>
            <a:off x="1604550" y="929550"/>
            <a:ext cx="3681000" cy="507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ru" sz="2100">
                <a:solidFill>
                  <a:schemeClr val="dk1"/>
                </a:solidFill>
              </a:rPr>
              <a:t>Проверить, идет ли запись</a:t>
            </a:r>
            <a:endParaRPr sz="2100">
              <a:solidFill>
                <a:schemeClr val="dk1"/>
              </a:solidFill>
            </a:endParaRPr>
          </a:p>
        </p:txBody>
      </p:sp>
      <p:sp>
        <p:nvSpPr>
          <p:cNvPr id="316" name="Google Shape;316;p76"/>
          <p:cNvSpPr txBox="1"/>
          <p:nvPr>
            <p:ph type="title"/>
          </p:nvPr>
        </p:nvSpPr>
        <p:spPr>
          <a:xfrm>
            <a:off x="716325" y="1805199"/>
            <a:ext cx="7935300" cy="14160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000">
                <a:solidFill>
                  <a:schemeClr val="dk1"/>
                </a:solidFill>
              </a:rPr>
              <a:t>Меня хорошо видно</a:t>
            </a:r>
            <a:endParaRPr sz="4000">
              <a:solidFill>
                <a:schemeClr val="dk1"/>
              </a:solidFill>
            </a:endParaRPr>
          </a:p>
          <a:p>
            <a:pPr indent="0" lvl="0" marL="0" rtl="0" algn="l">
              <a:spcBef>
                <a:spcPts val="0"/>
              </a:spcBef>
              <a:spcAft>
                <a:spcPts val="0"/>
              </a:spcAft>
              <a:buNone/>
            </a:pPr>
            <a:r>
              <a:rPr lang="ru" sz="4000">
                <a:solidFill>
                  <a:schemeClr val="dk1"/>
                </a:solidFill>
              </a:rPr>
              <a:t>&amp; слышно?</a:t>
            </a:r>
            <a:endParaRPr sz="4000">
              <a:solidFill>
                <a:schemeClr val="dk1"/>
              </a:solidFill>
            </a:endParaRPr>
          </a:p>
        </p:txBody>
      </p:sp>
      <p:pic>
        <p:nvPicPr>
          <p:cNvPr id="317" name="Google Shape;317;p76"/>
          <p:cNvPicPr preferRelativeResize="0"/>
          <p:nvPr/>
        </p:nvPicPr>
        <p:blipFill>
          <a:blip r:embed="rId4">
            <a:alphaModFix/>
          </a:blip>
          <a:stretch>
            <a:fillRect/>
          </a:stretch>
        </p:blipFill>
        <p:spPr>
          <a:xfrm>
            <a:off x="1544062" y="3841075"/>
            <a:ext cx="545712" cy="545710"/>
          </a:xfrm>
          <a:prstGeom prst="rect">
            <a:avLst/>
          </a:prstGeom>
          <a:noFill/>
          <a:ln>
            <a:noFill/>
          </a:ln>
        </p:spPr>
      </p:pic>
      <p:pic>
        <p:nvPicPr>
          <p:cNvPr id="318" name="Google Shape;318;p76"/>
          <p:cNvPicPr preferRelativeResize="0"/>
          <p:nvPr/>
        </p:nvPicPr>
        <p:blipFill>
          <a:blip r:embed="rId5">
            <a:alphaModFix/>
          </a:blip>
          <a:stretch>
            <a:fillRect/>
          </a:stretch>
        </p:blipFill>
        <p:spPr>
          <a:xfrm>
            <a:off x="825575" y="3890890"/>
            <a:ext cx="537262" cy="537260"/>
          </a:xfrm>
          <a:prstGeom prst="rect">
            <a:avLst/>
          </a:prstGeom>
          <a:noFill/>
          <a:ln>
            <a:noFill/>
          </a:ln>
        </p:spPr>
      </p:pic>
      <p:grpSp>
        <p:nvGrpSpPr>
          <p:cNvPr id="319" name="Google Shape;319;p76"/>
          <p:cNvGrpSpPr/>
          <p:nvPr/>
        </p:nvGrpSpPr>
        <p:grpSpPr>
          <a:xfrm>
            <a:off x="825575" y="1022425"/>
            <a:ext cx="778986" cy="369300"/>
            <a:chOff x="825575" y="1022425"/>
            <a:chExt cx="778986" cy="369300"/>
          </a:xfrm>
        </p:grpSpPr>
        <p:sp>
          <p:nvSpPr>
            <p:cNvPr id="320" name="Google Shape;320;p76"/>
            <p:cNvSpPr/>
            <p:nvPr/>
          </p:nvSpPr>
          <p:spPr>
            <a:xfrm>
              <a:off x="825575" y="1037550"/>
              <a:ext cx="714900" cy="317700"/>
            </a:xfrm>
            <a:prstGeom prst="roundRect">
              <a:avLst>
                <a:gd fmla="val 16667" name="adj"/>
              </a:avLst>
            </a:prstGeom>
            <a:solidFill>
              <a:srgbClr val="9857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Roboto"/>
                <a:ea typeface="Roboto"/>
                <a:cs typeface="Roboto"/>
                <a:sym typeface="Roboto"/>
              </a:endParaRPr>
            </a:p>
          </p:txBody>
        </p:sp>
        <p:sp>
          <p:nvSpPr>
            <p:cNvPr id="321" name="Google Shape;321;p76"/>
            <p:cNvSpPr txBox="1"/>
            <p:nvPr/>
          </p:nvSpPr>
          <p:spPr>
            <a:xfrm>
              <a:off x="987760" y="1022425"/>
              <a:ext cx="6168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200">
                  <a:solidFill>
                    <a:srgbClr val="FFFFFF"/>
                  </a:solidFill>
                  <a:latin typeface="Roboto Medium"/>
                  <a:ea typeface="Roboto Medium"/>
                  <a:cs typeface="Roboto Medium"/>
                  <a:sym typeface="Roboto Medium"/>
                </a:rPr>
                <a:t>REC</a:t>
              </a:r>
              <a:endParaRPr sz="1200">
                <a:solidFill>
                  <a:srgbClr val="FFFFFF"/>
                </a:solidFill>
                <a:latin typeface="Roboto Medium"/>
                <a:ea typeface="Roboto Medium"/>
                <a:cs typeface="Roboto Medium"/>
                <a:sym typeface="Roboto Medium"/>
              </a:endParaRPr>
            </a:p>
          </p:txBody>
        </p:sp>
        <p:sp>
          <p:nvSpPr>
            <p:cNvPr id="322" name="Google Shape;322;p76"/>
            <p:cNvSpPr/>
            <p:nvPr/>
          </p:nvSpPr>
          <p:spPr>
            <a:xfrm>
              <a:off x="934700" y="1168375"/>
              <a:ext cx="85800" cy="77400"/>
            </a:xfrm>
            <a:prstGeom prst="ellipse">
              <a:avLst/>
            </a:prstGeom>
            <a:solidFill>
              <a:srgbClr val="FF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100">
                <a:latin typeface="Roboto"/>
                <a:ea typeface="Roboto"/>
                <a:cs typeface="Roboto"/>
                <a:sym typeface="Roboto"/>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id="327" name="Google Shape;327;p77"/>
          <p:cNvPicPr preferRelativeResize="0"/>
          <p:nvPr/>
        </p:nvPicPr>
        <p:blipFill rotWithShape="1">
          <a:blip r:embed="rId3">
            <a:alphaModFix/>
          </a:blip>
          <a:srcRect b="0" l="0" r="58506" t="0"/>
          <a:stretch/>
        </p:blipFill>
        <p:spPr>
          <a:xfrm>
            <a:off x="-110975" y="0"/>
            <a:ext cx="3794125" cy="5143499"/>
          </a:xfrm>
          <a:prstGeom prst="rect">
            <a:avLst/>
          </a:prstGeom>
          <a:noFill/>
          <a:ln>
            <a:noFill/>
          </a:ln>
        </p:spPr>
      </p:pic>
      <p:pic>
        <p:nvPicPr>
          <p:cNvPr id="328" name="Google Shape;328;p77" title="photo_2025-08-21 10.01.53.jpeg"/>
          <p:cNvPicPr preferRelativeResize="0"/>
          <p:nvPr/>
        </p:nvPicPr>
        <p:blipFill rotWithShape="1">
          <a:blip r:embed="rId4">
            <a:alphaModFix/>
          </a:blip>
          <a:srcRect b="670" l="0" r="0" t="661"/>
          <a:stretch/>
        </p:blipFill>
        <p:spPr>
          <a:xfrm>
            <a:off x="630000" y="1269456"/>
            <a:ext cx="2639700" cy="2604600"/>
          </a:xfrm>
          <a:prstGeom prst="ellipse">
            <a:avLst/>
          </a:prstGeom>
          <a:noFill/>
          <a:ln>
            <a:noFill/>
          </a:ln>
        </p:spPr>
      </p:pic>
      <p:sp>
        <p:nvSpPr>
          <p:cNvPr id="329" name="Google Shape;329;p77"/>
          <p:cNvSpPr txBox="1"/>
          <p:nvPr>
            <p:ph idx="4294967295" type="subTitle"/>
          </p:nvPr>
        </p:nvSpPr>
        <p:spPr>
          <a:xfrm>
            <a:off x="3913375" y="1163876"/>
            <a:ext cx="3701700" cy="3759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rPr b="1" lang="ru" sz="2300">
                <a:solidFill>
                  <a:schemeClr val="dk2"/>
                </a:solidFill>
              </a:rPr>
              <a:t>Степанов Николай</a:t>
            </a:r>
            <a:endParaRPr b="1" sz="2300">
              <a:solidFill>
                <a:schemeClr val="dk2"/>
              </a:solidFill>
            </a:endParaRPr>
          </a:p>
        </p:txBody>
      </p:sp>
      <p:sp>
        <p:nvSpPr>
          <p:cNvPr id="330" name="Google Shape;330;p77"/>
          <p:cNvSpPr txBox="1"/>
          <p:nvPr>
            <p:ph idx="4294967295" type="subTitle"/>
          </p:nvPr>
        </p:nvSpPr>
        <p:spPr>
          <a:xfrm>
            <a:off x="3754025" y="2071175"/>
            <a:ext cx="4914300" cy="1218900"/>
          </a:xfrm>
          <a:prstGeom prst="rect">
            <a:avLst/>
          </a:prstGeom>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050505"/>
              </a:buClr>
              <a:buSzPts val="1200"/>
              <a:buChar char="●"/>
            </a:pPr>
            <a:r>
              <a:rPr lang="ru" sz="1200">
                <a:solidFill>
                  <a:srgbClr val="050505"/>
                </a:solidFill>
              </a:rPr>
              <a:t>6 лет опыта в ML с </a:t>
            </a:r>
            <a:r>
              <a:rPr lang="ru" sz="1200">
                <a:solidFill>
                  <a:srgbClr val="050505"/>
                </a:solidFill>
              </a:rPr>
              <a:t>разными</a:t>
            </a:r>
            <a:r>
              <a:rPr lang="ru" sz="1200">
                <a:solidFill>
                  <a:srgbClr val="050505"/>
                </a:solidFill>
              </a:rPr>
              <a:t> задачами — от разработки моделей до общения бизнесом и управления командой</a:t>
            </a:r>
            <a:endParaRPr b="0" sz="1200">
              <a:solidFill>
                <a:srgbClr val="050505"/>
              </a:solidFill>
            </a:endParaRPr>
          </a:p>
          <a:p>
            <a:pPr indent="-304800" lvl="0" marL="457200" rtl="0" algn="l">
              <a:lnSpc>
                <a:spcPct val="115000"/>
              </a:lnSpc>
              <a:spcBef>
                <a:spcPts val="0"/>
              </a:spcBef>
              <a:spcAft>
                <a:spcPts val="0"/>
              </a:spcAft>
              <a:buClr>
                <a:srgbClr val="050505"/>
              </a:buClr>
              <a:buSzPts val="1200"/>
              <a:buChar char="●"/>
            </a:pPr>
            <a:r>
              <a:rPr lang="ru" sz="1200">
                <a:solidFill>
                  <a:srgbClr val="050505"/>
                </a:solidFill>
              </a:rPr>
              <a:t>3 публикации на международных конференциях про ML в телекоме</a:t>
            </a:r>
            <a:endParaRPr sz="1200">
              <a:solidFill>
                <a:srgbClr val="050505"/>
              </a:solidFill>
            </a:endParaRPr>
          </a:p>
          <a:p>
            <a:pPr indent="-304800" lvl="0" marL="457200" rtl="0" algn="l">
              <a:lnSpc>
                <a:spcPct val="115000"/>
              </a:lnSpc>
              <a:spcBef>
                <a:spcPts val="0"/>
              </a:spcBef>
              <a:spcAft>
                <a:spcPts val="0"/>
              </a:spcAft>
              <a:buClr>
                <a:srgbClr val="050505"/>
              </a:buClr>
              <a:buSzPts val="1200"/>
              <a:buChar char="●"/>
            </a:pPr>
            <a:r>
              <a:rPr lang="ru" sz="1200">
                <a:solidFill>
                  <a:srgbClr val="050505"/>
                </a:solidFill>
              </a:rPr>
              <a:t>Работаю в Emerging Travel Group</a:t>
            </a:r>
            <a:endParaRPr sz="1200">
              <a:solidFill>
                <a:srgbClr val="050505"/>
              </a:solidFill>
            </a:endParaRPr>
          </a:p>
        </p:txBody>
      </p:sp>
      <p:sp>
        <p:nvSpPr>
          <p:cNvPr id="331" name="Google Shape;331;p77"/>
          <p:cNvSpPr txBox="1"/>
          <p:nvPr>
            <p:ph idx="4294967295" type="subTitle"/>
          </p:nvPr>
        </p:nvSpPr>
        <p:spPr>
          <a:xfrm>
            <a:off x="3913375" y="1516788"/>
            <a:ext cx="5337300" cy="384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sz="1300">
                <a:latin typeface="Roboto Medium"/>
                <a:ea typeface="Roboto Medium"/>
                <a:cs typeface="Roboto Medium"/>
                <a:sym typeface="Roboto Medium"/>
              </a:rPr>
              <a:t>ML Engineer</a:t>
            </a:r>
            <a:endParaRPr b="0" sz="1300">
              <a:solidFill>
                <a:schemeClr val="dk1"/>
              </a:solidFill>
              <a:latin typeface="Roboto Medium"/>
              <a:ea typeface="Roboto Medium"/>
              <a:cs typeface="Roboto Medium"/>
              <a:sym typeface="Roboto Medium"/>
            </a:endParaRPr>
          </a:p>
        </p:txBody>
      </p:sp>
      <p:sp>
        <p:nvSpPr>
          <p:cNvPr id="332" name="Google Shape;332;p77"/>
          <p:cNvSpPr txBox="1"/>
          <p:nvPr/>
        </p:nvSpPr>
        <p:spPr>
          <a:xfrm>
            <a:off x="4181538" y="3418038"/>
            <a:ext cx="300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dk1"/>
                </a:solidFill>
                <a:latin typeface="Roboto"/>
                <a:ea typeface="Roboto"/>
                <a:cs typeface="Roboto"/>
                <a:sym typeface="Roboto"/>
              </a:rPr>
              <a:t>@nikolaistepanov</a:t>
            </a:r>
            <a:endParaRPr sz="1100">
              <a:solidFill>
                <a:schemeClr val="dk1"/>
              </a:solidFill>
            </a:endParaRPr>
          </a:p>
        </p:txBody>
      </p:sp>
      <p:pic>
        <p:nvPicPr>
          <p:cNvPr id="333" name="Google Shape;333;p77"/>
          <p:cNvPicPr preferRelativeResize="0"/>
          <p:nvPr/>
        </p:nvPicPr>
        <p:blipFill>
          <a:blip r:embed="rId5">
            <a:alphaModFix/>
          </a:blip>
          <a:stretch>
            <a:fillRect/>
          </a:stretch>
        </p:blipFill>
        <p:spPr>
          <a:xfrm>
            <a:off x="4024890" y="3516725"/>
            <a:ext cx="156659" cy="15665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78"/>
          <p:cNvSpPr txBox="1"/>
          <p:nvPr>
            <p:ph type="title"/>
          </p:nvPr>
        </p:nvSpPr>
        <p:spPr>
          <a:xfrm>
            <a:off x="511400" y="42914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ru" sz="3200"/>
              <a:t>Правила вебинара</a:t>
            </a:r>
            <a:endParaRPr b="1" sz="3200"/>
          </a:p>
        </p:txBody>
      </p:sp>
      <p:sp>
        <p:nvSpPr>
          <p:cNvPr id="339" name="Google Shape;339;p78"/>
          <p:cNvSpPr txBox="1"/>
          <p:nvPr/>
        </p:nvSpPr>
        <p:spPr>
          <a:xfrm>
            <a:off x="1654525" y="1252250"/>
            <a:ext cx="24753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a:latin typeface="Roboto"/>
                <a:ea typeface="Roboto"/>
                <a:cs typeface="Roboto"/>
                <a:sym typeface="Roboto"/>
              </a:rPr>
              <a:t>Активно</a:t>
            </a:r>
            <a:endParaRPr>
              <a:latin typeface="Roboto"/>
              <a:ea typeface="Roboto"/>
              <a:cs typeface="Roboto"/>
              <a:sym typeface="Roboto"/>
            </a:endParaRPr>
          </a:p>
          <a:p>
            <a:pPr indent="0" lvl="0" marL="0" rtl="0" algn="l">
              <a:lnSpc>
                <a:spcPct val="115000"/>
              </a:lnSpc>
              <a:spcBef>
                <a:spcPts val="0"/>
              </a:spcBef>
              <a:spcAft>
                <a:spcPts val="0"/>
              </a:spcAft>
              <a:buNone/>
            </a:pPr>
            <a:r>
              <a:rPr lang="ru">
                <a:latin typeface="Roboto"/>
                <a:ea typeface="Roboto"/>
                <a:cs typeface="Roboto"/>
                <a:sym typeface="Roboto"/>
              </a:rPr>
              <a:t>участвуем</a:t>
            </a:r>
            <a:endParaRPr>
              <a:latin typeface="Roboto"/>
              <a:ea typeface="Roboto"/>
              <a:cs typeface="Roboto"/>
              <a:sym typeface="Roboto"/>
            </a:endParaRPr>
          </a:p>
        </p:txBody>
      </p:sp>
      <p:sp>
        <p:nvSpPr>
          <p:cNvPr id="340" name="Google Shape;340;p78"/>
          <p:cNvSpPr txBox="1"/>
          <p:nvPr/>
        </p:nvSpPr>
        <p:spPr>
          <a:xfrm>
            <a:off x="1654525" y="2926494"/>
            <a:ext cx="323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latin typeface="Roboto"/>
                <a:ea typeface="Roboto"/>
                <a:cs typeface="Roboto"/>
                <a:sym typeface="Roboto"/>
              </a:rPr>
              <a:t>Задаем вопрос</a:t>
            </a:r>
            <a:endParaRPr>
              <a:latin typeface="Roboto"/>
              <a:ea typeface="Roboto"/>
              <a:cs typeface="Roboto"/>
              <a:sym typeface="Roboto"/>
            </a:endParaRPr>
          </a:p>
          <a:p>
            <a:pPr indent="0" lvl="0" marL="0" rtl="0" algn="l">
              <a:spcBef>
                <a:spcPts val="0"/>
              </a:spcBef>
              <a:spcAft>
                <a:spcPts val="0"/>
              </a:spcAft>
              <a:buNone/>
            </a:pPr>
            <a:r>
              <a:rPr lang="ru">
                <a:latin typeface="Roboto"/>
                <a:ea typeface="Roboto"/>
                <a:cs typeface="Roboto"/>
                <a:sym typeface="Roboto"/>
              </a:rPr>
              <a:t>в чат или голосом</a:t>
            </a:r>
            <a:endParaRPr>
              <a:latin typeface="Roboto"/>
              <a:ea typeface="Roboto"/>
              <a:cs typeface="Roboto"/>
              <a:sym typeface="Roboto"/>
            </a:endParaRPr>
          </a:p>
        </p:txBody>
      </p:sp>
      <p:sp>
        <p:nvSpPr>
          <p:cNvPr id="341" name="Google Shape;341;p78"/>
          <p:cNvSpPr txBox="1"/>
          <p:nvPr/>
        </p:nvSpPr>
        <p:spPr>
          <a:xfrm>
            <a:off x="1654525" y="3713359"/>
            <a:ext cx="323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solidFill>
                  <a:schemeClr val="dk1"/>
                </a:solidFill>
                <a:latin typeface="Roboto"/>
                <a:ea typeface="Roboto"/>
                <a:cs typeface="Roboto"/>
                <a:sym typeface="Roboto"/>
              </a:rPr>
              <a:t>Вопросы вижу в чате,</a:t>
            </a:r>
            <a:endParaRPr>
              <a:solidFill>
                <a:schemeClr val="dk1"/>
              </a:solidFill>
              <a:latin typeface="Roboto"/>
              <a:ea typeface="Roboto"/>
              <a:cs typeface="Roboto"/>
              <a:sym typeface="Roboto"/>
            </a:endParaRPr>
          </a:p>
          <a:p>
            <a:pPr indent="0" lvl="0" marL="0" rtl="0" algn="l">
              <a:spcBef>
                <a:spcPts val="0"/>
              </a:spcBef>
              <a:spcAft>
                <a:spcPts val="0"/>
              </a:spcAft>
              <a:buNone/>
            </a:pPr>
            <a:r>
              <a:rPr lang="ru">
                <a:solidFill>
                  <a:schemeClr val="dk1"/>
                </a:solidFill>
                <a:latin typeface="Roboto"/>
                <a:ea typeface="Roboto"/>
                <a:cs typeface="Roboto"/>
                <a:sym typeface="Roboto"/>
              </a:rPr>
              <a:t>могу ответить не сразу</a:t>
            </a:r>
            <a:endParaRPr>
              <a:latin typeface="Roboto"/>
              <a:ea typeface="Roboto"/>
              <a:cs typeface="Roboto"/>
              <a:sym typeface="Roboto"/>
            </a:endParaRPr>
          </a:p>
        </p:txBody>
      </p:sp>
      <p:sp>
        <p:nvSpPr>
          <p:cNvPr id="342" name="Google Shape;342;p78"/>
          <p:cNvSpPr txBox="1"/>
          <p:nvPr/>
        </p:nvSpPr>
        <p:spPr>
          <a:xfrm>
            <a:off x="1654525" y="1991275"/>
            <a:ext cx="2475300" cy="82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a:latin typeface="Roboto"/>
                <a:ea typeface="Roboto"/>
                <a:cs typeface="Roboto"/>
                <a:sym typeface="Roboto"/>
              </a:rPr>
              <a:t>Off-topic обсуждаем</a:t>
            </a:r>
            <a:endParaRPr>
              <a:latin typeface="Roboto"/>
              <a:ea typeface="Roboto"/>
              <a:cs typeface="Roboto"/>
              <a:sym typeface="Roboto"/>
            </a:endParaRPr>
          </a:p>
          <a:p>
            <a:pPr indent="0" lvl="0" marL="0" rtl="0" algn="l">
              <a:spcBef>
                <a:spcPts val="0"/>
              </a:spcBef>
              <a:spcAft>
                <a:spcPts val="0"/>
              </a:spcAft>
              <a:buNone/>
            </a:pPr>
            <a:r>
              <a:rPr lang="ru">
                <a:latin typeface="Roboto"/>
                <a:ea typeface="Roboto"/>
                <a:cs typeface="Roboto"/>
                <a:sym typeface="Roboto"/>
              </a:rPr>
              <a:t>в учебной группе #</a:t>
            </a:r>
            <a:r>
              <a:rPr lang="ru" sz="1350">
                <a:solidFill>
                  <a:schemeClr val="dk1"/>
                </a:solidFill>
              </a:rPr>
              <a:t>OTUS MLOps-2025-03</a:t>
            </a:r>
            <a:endParaRPr b="1">
              <a:latin typeface="Roboto"/>
              <a:ea typeface="Roboto"/>
              <a:cs typeface="Roboto"/>
              <a:sym typeface="Roboto"/>
            </a:endParaRPr>
          </a:p>
        </p:txBody>
      </p:sp>
      <p:pic>
        <p:nvPicPr>
          <p:cNvPr id="343" name="Google Shape;343;p78"/>
          <p:cNvPicPr preferRelativeResize="0"/>
          <p:nvPr/>
        </p:nvPicPr>
        <p:blipFill>
          <a:blip r:embed="rId3">
            <a:alphaModFix/>
          </a:blip>
          <a:stretch>
            <a:fillRect/>
          </a:stretch>
        </p:blipFill>
        <p:spPr>
          <a:xfrm>
            <a:off x="957645" y="2205277"/>
            <a:ext cx="394991" cy="394989"/>
          </a:xfrm>
          <a:prstGeom prst="rect">
            <a:avLst/>
          </a:prstGeom>
          <a:noFill/>
          <a:ln>
            <a:noFill/>
          </a:ln>
        </p:spPr>
      </p:pic>
      <p:pic>
        <p:nvPicPr>
          <p:cNvPr id="344" name="Google Shape;344;p78"/>
          <p:cNvPicPr preferRelativeResize="0"/>
          <p:nvPr/>
        </p:nvPicPr>
        <p:blipFill>
          <a:blip r:embed="rId4">
            <a:alphaModFix/>
          </a:blip>
          <a:stretch>
            <a:fillRect/>
          </a:stretch>
        </p:blipFill>
        <p:spPr>
          <a:xfrm>
            <a:off x="976767" y="3077372"/>
            <a:ext cx="394992" cy="395004"/>
          </a:xfrm>
          <a:prstGeom prst="rect">
            <a:avLst/>
          </a:prstGeom>
          <a:noFill/>
          <a:ln>
            <a:noFill/>
          </a:ln>
        </p:spPr>
      </p:pic>
      <p:pic>
        <p:nvPicPr>
          <p:cNvPr id="345" name="Google Shape;345;p78"/>
          <p:cNvPicPr preferRelativeResize="0"/>
          <p:nvPr/>
        </p:nvPicPr>
        <p:blipFill>
          <a:blip r:embed="rId5">
            <a:alphaModFix/>
          </a:blip>
          <a:stretch>
            <a:fillRect/>
          </a:stretch>
        </p:blipFill>
        <p:spPr>
          <a:xfrm>
            <a:off x="976767" y="1378750"/>
            <a:ext cx="394992" cy="394990"/>
          </a:xfrm>
          <a:prstGeom prst="rect">
            <a:avLst/>
          </a:prstGeom>
          <a:noFill/>
          <a:ln>
            <a:noFill/>
          </a:ln>
        </p:spPr>
      </p:pic>
      <p:pic>
        <p:nvPicPr>
          <p:cNvPr id="346" name="Google Shape;346;p78"/>
          <p:cNvPicPr preferRelativeResize="0"/>
          <p:nvPr/>
        </p:nvPicPr>
        <p:blipFill>
          <a:blip r:embed="rId6">
            <a:alphaModFix/>
          </a:blip>
          <a:stretch>
            <a:fillRect/>
          </a:stretch>
        </p:blipFill>
        <p:spPr>
          <a:xfrm>
            <a:off x="957650" y="3804540"/>
            <a:ext cx="433225" cy="4332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79"/>
          <p:cNvSpPr txBox="1"/>
          <p:nvPr/>
        </p:nvSpPr>
        <p:spPr>
          <a:xfrm>
            <a:off x="573350" y="401600"/>
            <a:ext cx="3000000" cy="6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u" sz="3100">
                <a:solidFill>
                  <a:srgbClr val="000000"/>
                </a:solidFill>
                <a:latin typeface="Roboto"/>
                <a:ea typeface="Roboto"/>
                <a:cs typeface="Roboto"/>
                <a:sym typeface="Roboto"/>
              </a:rPr>
              <a:t>Карта курса</a:t>
            </a:r>
            <a:endParaRPr/>
          </a:p>
        </p:txBody>
      </p:sp>
      <p:sp>
        <p:nvSpPr>
          <p:cNvPr id="352" name="Google Shape;352;p79"/>
          <p:cNvSpPr/>
          <p:nvPr/>
        </p:nvSpPr>
        <p:spPr>
          <a:xfrm>
            <a:off x="904307" y="1990325"/>
            <a:ext cx="1855500" cy="457800"/>
          </a:xfrm>
          <a:prstGeom prst="roundRect">
            <a:avLst>
              <a:gd fmla="val 16667" name="adj"/>
            </a:avLst>
          </a:prstGeom>
          <a:solidFill>
            <a:schemeClr val="lt2"/>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Процессы</a:t>
            </a:r>
            <a:endParaRPr sz="1200">
              <a:solidFill>
                <a:srgbClr val="000000"/>
              </a:solidFill>
              <a:latin typeface="Roboto"/>
              <a:ea typeface="Roboto"/>
              <a:cs typeface="Roboto"/>
              <a:sym typeface="Roboto"/>
            </a:endParaRPr>
          </a:p>
        </p:txBody>
      </p:sp>
      <p:sp>
        <p:nvSpPr>
          <p:cNvPr id="353" name="Google Shape;353;p79"/>
          <p:cNvSpPr/>
          <p:nvPr/>
        </p:nvSpPr>
        <p:spPr>
          <a:xfrm>
            <a:off x="6112458" y="2917250"/>
            <a:ext cx="1855500" cy="457800"/>
          </a:xfrm>
          <a:prstGeom prst="roundRect">
            <a:avLst>
              <a:gd fmla="val 16667" name="adj"/>
            </a:avLst>
          </a:prstGeom>
          <a:solidFill>
            <a:srgbClr val="6402BA"/>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ctr">
              <a:spcBef>
                <a:spcPts val="0"/>
              </a:spcBef>
              <a:spcAft>
                <a:spcPts val="0"/>
              </a:spcAft>
              <a:buClr>
                <a:schemeClr val="dk1"/>
              </a:buClr>
              <a:buSzPts val="1100"/>
              <a:buFont typeface="Arial"/>
              <a:buNone/>
            </a:pPr>
            <a:r>
              <a:rPr lang="ru" sz="1200">
                <a:solidFill>
                  <a:schemeClr val="lt1"/>
                </a:solidFill>
                <a:latin typeface="Roboto"/>
                <a:ea typeface="Roboto"/>
                <a:cs typeface="Roboto"/>
                <a:sym typeface="Roboto"/>
              </a:rPr>
              <a:t>Развертывание</a:t>
            </a:r>
            <a:endParaRPr sz="1200">
              <a:solidFill>
                <a:schemeClr val="lt1"/>
              </a:solidFill>
              <a:latin typeface="Roboto Medium"/>
              <a:ea typeface="Roboto Medium"/>
              <a:cs typeface="Roboto Medium"/>
              <a:sym typeface="Roboto Medium"/>
            </a:endParaRPr>
          </a:p>
        </p:txBody>
      </p:sp>
      <p:sp>
        <p:nvSpPr>
          <p:cNvPr id="354" name="Google Shape;354;p79"/>
          <p:cNvSpPr/>
          <p:nvPr/>
        </p:nvSpPr>
        <p:spPr>
          <a:xfrm>
            <a:off x="3541957" y="2917257"/>
            <a:ext cx="1855500" cy="457800"/>
          </a:xfrm>
          <a:prstGeom prst="roundRect">
            <a:avLst>
              <a:gd fmla="val 16667" name="adj"/>
            </a:avLst>
          </a:prstGeom>
          <a:solidFill>
            <a:srgbClr val="EEEEEE"/>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Валидация</a:t>
            </a:r>
            <a:endParaRPr sz="1200">
              <a:solidFill>
                <a:srgbClr val="000000"/>
              </a:solidFill>
              <a:latin typeface="Roboto"/>
              <a:ea typeface="Roboto"/>
              <a:cs typeface="Roboto"/>
              <a:sym typeface="Roboto"/>
            </a:endParaRPr>
          </a:p>
        </p:txBody>
      </p:sp>
      <p:sp>
        <p:nvSpPr>
          <p:cNvPr id="355" name="Google Shape;355;p79"/>
          <p:cNvSpPr/>
          <p:nvPr/>
        </p:nvSpPr>
        <p:spPr>
          <a:xfrm>
            <a:off x="6112458" y="1990320"/>
            <a:ext cx="1855500" cy="457800"/>
          </a:xfrm>
          <a:prstGeom prst="roundRect">
            <a:avLst>
              <a:gd fmla="val 16667" name="adj"/>
            </a:avLst>
          </a:prstGeom>
          <a:solidFill>
            <a:srgbClr val="EEEEEE"/>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Подготовка данных</a:t>
            </a:r>
            <a:endParaRPr sz="1200">
              <a:solidFill>
                <a:srgbClr val="000000"/>
              </a:solidFill>
              <a:latin typeface="Roboto"/>
              <a:ea typeface="Roboto"/>
              <a:cs typeface="Roboto"/>
              <a:sym typeface="Roboto"/>
            </a:endParaRPr>
          </a:p>
        </p:txBody>
      </p:sp>
      <p:sp>
        <p:nvSpPr>
          <p:cNvPr id="356" name="Google Shape;356;p79"/>
          <p:cNvSpPr/>
          <p:nvPr/>
        </p:nvSpPr>
        <p:spPr>
          <a:xfrm>
            <a:off x="904297" y="2917257"/>
            <a:ext cx="1855500" cy="457800"/>
          </a:xfrm>
          <a:prstGeom prst="roundRect">
            <a:avLst>
              <a:gd fmla="val 16667" name="adj"/>
            </a:avLst>
          </a:prstGeom>
          <a:solidFill>
            <a:schemeClr val="lt2"/>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Моделирование</a:t>
            </a:r>
            <a:endParaRPr sz="1200">
              <a:solidFill>
                <a:srgbClr val="000000"/>
              </a:solidFill>
              <a:latin typeface="Roboto"/>
              <a:ea typeface="Roboto"/>
              <a:cs typeface="Roboto"/>
              <a:sym typeface="Roboto"/>
            </a:endParaRPr>
          </a:p>
        </p:txBody>
      </p:sp>
      <p:pic>
        <p:nvPicPr>
          <p:cNvPr id="357" name="Google Shape;357;p79"/>
          <p:cNvPicPr preferRelativeResize="0"/>
          <p:nvPr/>
        </p:nvPicPr>
        <p:blipFill>
          <a:blip r:embed="rId3">
            <a:alphaModFix/>
          </a:blip>
          <a:stretch>
            <a:fillRect/>
          </a:stretch>
        </p:blipFill>
        <p:spPr>
          <a:xfrm>
            <a:off x="6917892" y="4035402"/>
            <a:ext cx="477597" cy="477598"/>
          </a:xfrm>
          <a:prstGeom prst="rect">
            <a:avLst/>
          </a:prstGeom>
          <a:noFill/>
          <a:ln>
            <a:noFill/>
          </a:ln>
        </p:spPr>
      </p:pic>
      <p:sp>
        <p:nvSpPr>
          <p:cNvPr id="358" name="Google Shape;358;p79"/>
          <p:cNvSpPr txBox="1"/>
          <p:nvPr/>
        </p:nvSpPr>
        <p:spPr>
          <a:xfrm>
            <a:off x="719988" y="1393275"/>
            <a:ext cx="9144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700">
                <a:solidFill>
                  <a:schemeClr val="dk1"/>
                </a:solidFill>
                <a:latin typeface="Roboto Black"/>
                <a:ea typeface="Roboto Black"/>
                <a:cs typeface="Roboto Black"/>
                <a:sym typeface="Roboto Black"/>
              </a:rPr>
              <a:t>СТАРТ</a:t>
            </a:r>
            <a:endParaRPr sz="1700">
              <a:solidFill>
                <a:schemeClr val="dk1"/>
              </a:solidFill>
              <a:latin typeface="Roboto Black"/>
              <a:ea typeface="Roboto Black"/>
              <a:cs typeface="Roboto Black"/>
              <a:sym typeface="Roboto Black"/>
            </a:endParaRPr>
          </a:p>
        </p:txBody>
      </p:sp>
      <p:pic>
        <p:nvPicPr>
          <p:cNvPr id="359" name="Google Shape;359;p79"/>
          <p:cNvPicPr preferRelativeResize="0"/>
          <p:nvPr/>
        </p:nvPicPr>
        <p:blipFill>
          <a:blip r:embed="rId4">
            <a:alphaModFix/>
          </a:blip>
          <a:stretch>
            <a:fillRect/>
          </a:stretch>
        </p:blipFill>
        <p:spPr>
          <a:xfrm>
            <a:off x="242412" y="1377675"/>
            <a:ext cx="477597" cy="477598"/>
          </a:xfrm>
          <a:prstGeom prst="rect">
            <a:avLst/>
          </a:prstGeom>
          <a:noFill/>
          <a:ln>
            <a:noFill/>
          </a:ln>
        </p:spPr>
      </p:pic>
      <p:sp>
        <p:nvSpPr>
          <p:cNvPr id="360" name="Google Shape;360;p79"/>
          <p:cNvSpPr txBox="1"/>
          <p:nvPr/>
        </p:nvSpPr>
        <p:spPr>
          <a:xfrm>
            <a:off x="5842291" y="4096225"/>
            <a:ext cx="11979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700">
                <a:solidFill>
                  <a:schemeClr val="dk1"/>
                </a:solidFill>
                <a:latin typeface="Roboto Black"/>
                <a:ea typeface="Roboto Black"/>
                <a:cs typeface="Roboto Black"/>
                <a:sym typeface="Roboto Black"/>
              </a:rPr>
              <a:t>ФИНИШ</a:t>
            </a:r>
            <a:endParaRPr sz="1700">
              <a:solidFill>
                <a:schemeClr val="dk1"/>
              </a:solidFill>
              <a:latin typeface="Roboto Black"/>
              <a:ea typeface="Roboto Black"/>
              <a:cs typeface="Roboto Black"/>
              <a:sym typeface="Roboto Black"/>
            </a:endParaRPr>
          </a:p>
        </p:txBody>
      </p:sp>
      <p:sp>
        <p:nvSpPr>
          <p:cNvPr id="361" name="Google Shape;361;p79"/>
          <p:cNvSpPr/>
          <p:nvPr/>
        </p:nvSpPr>
        <p:spPr>
          <a:xfrm>
            <a:off x="904294" y="3778473"/>
            <a:ext cx="1855500" cy="457800"/>
          </a:xfrm>
          <a:prstGeom prst="roundRect">
            <a:avLst>
              <a:gd fmla="val 16667" name="adj"/>
            </a:avLst>
          </a:prstGeom>
          <a:solidFill>
            <a:srgbClr val="EEEEEE"/>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Мониторинг</a:t>
            </a:r>
            <a:endParaRPr sz="1200">
              <a:solidFill>
                <a:srgbClr val="000000"/>
              </a:solidFill>
              <a:latin typeface="Roboto"/>
              <a:ea typeface="Roboto"/>
              <a:cs typeface="Roboto"/>
              <a:sym typeface="Roboto"/>
            </a:endParaRPr>
          </a:p>
        </p:txBody>
      </p:sp>
      <p:sp>
        <p:nvSpPr>
          <p:cNvPr id="362" name="Google Shape;362;p79"/>
          <p:cNvSpPr/>
          <p:nvPr/>
        </p:nvSpPr>
        <p:spPr>
          <a:xfrm>
            <a:off x="3541957" y="3778473"/>
            <a:ext cx="1855500" cy="457800"/>
          </a:xfrm>
          <a:prstGeom prst="roundRect">
            <a:avLst>
              <a:gd fmla="val 16667" name="adj"/>
            </a:avLst>
          </a:prstGeom>
          <a:solidFill>
            <a:srgbClr val="EEEEEE"/>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Проект</a:t>
            </a:r>
            <a:endParaRPr sz="1200">
              <a:solidFill>
                <a:srgbClr val="000000"/>
              </a:solidFill>
              <a:latin typeface="Roboto"/>
              <a:ea typeface="Roboto"/>
              <a:cs typeface="Roboto"/>
              <a:sym typeface="Roboto"/>
            </a:endParaRPr>
          </a:p>
        </p:txBody>
      </p:sp>
      <p:sp>
        <p:nvSpPr>
          <p:cNvPr id="363" name="Google Shape;363;p79"/>
          <p:cNvSpPr/>
          <p:nvPr/>
        </p:nvSpPr>
        <p:spPr>
          <a:xfrm>
            <a:off x="3508382" y="1990325"/>
            <a:ext cx="1855500" cy="457800"/>
          </a:xfrm>
          <a:prstGeom prst="roundRect">
            <a:avLst>
              <a:gd fmla="val 16667" name="adj"/>
            </a:avLst>
          </a:prstGeom>
          <a:solidFill>
            <a:schemeClr val="lt2"/>
          </a:solidFill>
          <a:ln>
            <a:noFill/>
          </a:ln>
        </p:spPr>
        <p:txBody>
          <a:bodyPr anchorCtr="0" anchor="ctr" bIns="91425" lIns="162000" spcFirstLastPara="1" rIns="162000" wrap="square" tIns="91425">
            <a:noAutofit/>
          </a:bodyPr>
          <a:lstStyle/>
          <a:p>
            <a:pPr indent="0" lvl="0" marL="0" rtl="0" algn="ctr">
              <a:spcBef>
                <a:spcPts val="0"/>
              </a:spcBef>
              <a:spcAft>
                <a:spcPts val="0"/>
              </a:spcAft>
              <a:buNone/>
            </a:pPr>
            <a:r>
              <a:rPr lang="ru" sz="1200">
                <a:latin typeface="Roboto"/>
                <a:ea typeface="Roboto"/>
                <a:cs typeface="Roboto"/>
                <a:sym typeface="Roboto"/>
              </a:rPr>
              <a:t>Инфраструктура</a:t>
            </a:r>
            <a:endParaRPr sz="1200">
              <a:solidFill>
                <a:srgbClr val="000000"/>
              </a:solidFill>
              <a:latin typeface="Roboto"/>
              <a:ea typeface="Roboto"/>
              <a:cs typeface="Roboto"/>
              <a:sym typeface="Roboto"/>
            </a:endParaRPr>
          </a:p>
        </p:txBody>
      </p:sp>
      <p:cxnSp>
        <p:nvCxnSpPr>
          <p:cNvPr id="364" name="Google Shape;364;p79"/>
          <p:cNvCxnSpPr>
            <a:stCxn id="352" idx="3"/>
            <a:endCxn id="363" idx="1"/>
          </p:cNvCxnSpPr>
          <p:nvPr/>
        </p:nvCxnSpPr>
        <p:spPr>
          <a:xfrm>
            <a:off x="2759807" y="2219225"/>
            <a:ext cx="748500" cy="0"/>
          </a:xfrm>
          <a:prstGeom prst="straightConnector1">
            <a:avLst/>
          </a:prstGeom>
          <a:noFill/>
          <a:ln cap="flat" cmpd="sng" w="9525">
            <a:solidFill>
              <a:schemeClr val="dk2"/>
            </a:solidFill>
            <a:prstDash val="dot"/>
            <a:round/>
            <a:headEnd len="med" w="med" type="none"/>
            <a:tailEnd len="med" w="med" type="triangle"/>
          </a:ln>
        </p:spPr>
      </p:cxnSp>
      <p:cxnSp>
        <p:nvCxnSpPr>
          <p:cNvPr id="365" name="Google Shape;365;p79"/>
          <p:cNvCxnSpPr>
            <a:stCxn id="363" idx="3"/>
            <a:endCxn id="355" idx="1"/>
          </p:cNvCxnSpPr>
          <p:nvPr/>
        </p:nvCxnSpPr>
        <p:spPr>
          <a:xfrm>
            <a:off x="5363882" y="2219225"/>
            <a:ext cx="748500" cy="0"/>
          </a:xfrm>
          <a:prstGeom prst="straightConnector1">
            <a:avLst/>
          </a:prstGeom>
          <a:noFill/>
          <a:ln cap="flat" cmpd="sng" w="9525">
            <a:solidFill>
              <a:schemeClr val="dk2"/>
            </a:solidFill>
            <a:prstDash val="dot"/>
            <a:round/>
            <a:headEnd len="med" w="med" type="none"/>
            <a:tailEnd len="med" w="med" type="triangle"/>
          </a:ln>
        </p:spPr>
      </p:cxnSp>
      <p:cxnSp>
        <p:nvCxnSpPr>
          <p:cNvPr id="366" name="Google Shape;366;p79"/>
          <p:cNvCxnSpPr>
            <a:stCxn id="355" idx="2"/>
            <a:endCxn id="356" idx="1"/>
          </p:cNvCxnSpPr>
          <p:nvPr/>
        </p:nvCxnSpPr>
        <p:spPr>
          <a:xfrm rot="5400000">
            <a:off x="3623208" y="-270780"/>
            <a:ext cx="698100" cy="6135900"/>
          </a:xfrm>
          <a:prstGeom prst="bentConnector4">
            <a:avLst>
              <a:gd fmla="val 33601" name="adj1"/>
              <a:gd fmla="val 103881" name="adj2"/>
            </a:avLst>
          </a:prstGeom>
          <a:noFill/>
          <a:ln cap="flat" cmpd="sng" w="9525">
            <a:solidFill>
              <a:schemeClr val="dk2"/>
            </a:solidFill>
            <a:prstDash val="dot"/>
            <a:round/>
            <a:headEnd len="med" w="med" type="none"/>
            <a:tailEnd len="med" w="med" type="triangle"/>
          </a:ln>
        </p:spPr>
      </p:cxnSp>
      <p:cxnSp>
        <p:nvCxnSpPr>
          <p:cNvPr id="367" name="Google Shape;367;p79"/>
          <p:cNvCxnSpPr>
            <a:stCxn id="356" idx="3"/>
            <a:endCxn id="354" idx="1"/>
          </p:cNvCxnSpPr>
          <p:nvPr/>
        </p:nvCxnSpPr>
        <p:spPr>
          <a:xfrm>
            <a:off x="2759797" y="3146157"/>
            <a:ext cx="782100" cy="0"/>
          </a:xfrm>
          <a:prstGeom prst="straightConnector1">
            <a:avLst/>
          </a:prstGeom>
          <a:noFill/>
          <a:ln cap="flat" cmpd="sng" w="9525">
            <a:solidFill>
              <a:schemeClr val="dk2"/>
            </a:solidFill>
            <a:prstDash val="dot"/>
            <a:round/>
            <a:headEnd len="med" w="med" type="none"/>
            <a:tailEnd len="med" w="med" type="triangle"/>
          </a:ln>
        </p:spPr>
      </p:cxnSp>
      <p:cxnSp>
        <p:nvCxnSpPr>
          <p:cNvPr id="368" name="Google Shape;368;p79"/>
          <p:cNvCxnSpPr>
            <a:stCxn id="353" idx="2"/>
            <a:endCxn id="361" idx="1"/>
          </p:cNvCxnSpPr>
          <p:nvPr/>
        </p:nvCxnSpPr>
        <p:spPr>
          <a:xfrm rot="5400000">
            <a:off x="3656058" y="623300"/>
            <a:ext cx="632400" cy="6135900"/>
          </a:xfrm>
          <a:prstGeom prst="bentConnector4">
            <a:avLst>
              <a:gd fmla="val 31896" name="adj1"/>
              <a:gd fmla="val 103881" name="adj2"/>
            </a:avLst>
          </a:prstGeom>
          <a:noFill/>
          <a:ln cap="flat" cmpd="sng" w="9525">
            <a:solidFill>
              <a:schemeClr val="dk2"/>
            </a:solidFill>
            <a:prstDash val="dot"/>
            <a:round/>
            <a:headEnd len="med" w="med" type="none"/>
            <a:tailEnd len="med" w="med" type="triangle"/>
          </a:ln>
        </p:spPr>
      </p:cxnSp>
      <p:cxnSp>
        <p:nvCxnSpPr>
          <p:cNvPr id="369" name="Google Shape;369;p79"/>
          <p:cNvCxnSpPr>
            <a:stCxn id="354" idx="3"/>
            <a:endCxn id="353" idx="1"/>
          </p:cNvCxnSpPr>
          <p:nvPr/>
        </p:nvCxnSpPr>
        <p:spPr>
          <a:xfrm>
            <a:off x="5397457" y="3146157"/>
            <a:ext cx="714900" cy="0"/>
          </a:xfrm>
          <a:prstGeom prst="straightConnector1">
            <a:avLst/>
          </a:prstGeom>
          <a:noFill/>
          <a:ln cap="flat" cmpd="sng" w="9525">
            <a:solidFill>
              <a:schemeClr val="dk2"/>
            </a:solidFill>
            <a:prstDash val="dot"/>
            <a:round/>
            <a:headEnd len="med" w="med" type="none"/>
            <a:tailEnd len="med" w="med" type="triangle"/>
          </a:ln>
        </p:spPr>
      </p:cxnSp>
      <p:cxnSp>
        <p:nvCxnSpPr>
          <p:cNvPr id="370" name="Google Shape;370;p79"/>
          <p:cNvCxnSpPr>
            <a:stCxn id="361" idx="3"/>
            <a:endCxn id="362" idx="1"/>
          </p:cNvCxnSpPr>
          <p:nvPr/>
        </p:nvCxnSpPr>
        <p:spPr>
          <a:xfrm>
            <a:off x="2759794" y="4007373"/>
            <a:ext cx="782100" cy="0"/>
          </a:xfrm>
          <a:prstGeom prst="straightConnector1">
            <a:avLst/>
          </a:prstGeom>
          <a:noFill/>
          <a:ln cap="flat" cmpd="sng" w="9525">
            <a:solidFill>
              <a:schemeClr val="dk2"/>
            </a:solidFill>
            <a:prstDash val="dot"/>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80"/>
          <p:cNvSpPr txBox="1"/>
          <p:nvPr>
            <p:ph type="title"/>
          </p:nvPr>
        </p:nvSpPr>
        <p:spPr>
          <a:xfrm>
            <a:off x="900000" y="404574"/>
            <a:ext cx="85206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Маршрут вебинара</a:t>
            </a:r>
            <a:endParaRPr/>
          </a:p>
        </p:txBody>
      </p:sp>
      <p:sp>
        <p:nvSpPr>
          <p:cNvPr id="376" name="Google Shape;376;p80"/>
          <p:cNvSpPr/>
          <p:nvPr/>
        </p:nvSpPr>
        <p:spPr>
          <a:xfrm>
            <a:off x="1138125" y="1249925"/>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Знако</a:t>
            </a:r>
            <a:r>
              <a:rPr lang="ru">
                <a:solidFill>
                  <a:schemeClr val="dk1"/>
                </a:solidFill>
                <a:latin typeface="Roboto"/>
                <a:ea typeface="Roboto"/>
                <a:cs typeface="Roboto"/>
                <a:sym typeface="Roboto"/>
              </a:rPr>
              <a:t>мство</a:t>
            </a:r>
            <a:endParaRPr>
              <a:solidFill>
                <a:schemeClr val="dk1"/>
              </a:solidFill>
              <a:latin typeface="Roboto"/>
              <a:ea typeface="Roboto"/>
              <a:cs typeface="Roboto"/>
              <a:sym typeface="Roboto"/>
            </a:endParaRPr>
          </a:p>
        </p:txBody>
      </p:sp>
      <p:sp>
        <p:nvSpPr>
          <p:cNvPr id="377" name="Google Shape;377;p80"/>
          <p:cNvSpPr/>
          <p:nvPr/>
        </p:nvSpPr>
        <p:spPr>
          <a:xfrm>
            <a:off x="1138125" y="1809677"/>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Цели и смысл</a:t>
            </a:r>
            <a:endParaRPr>
              <a:solidFill>
                <a:schemeClr val="dk1"/>
              </a:solidFill>
              <a:latin typeface="Roboto"/>
              <a:ea typeface="Roboto"/>
              <a:cs typeface="Roboto"/>
              <a:sym typeface="Roboto"/>
            </a:endParaRPr>
          </a:p>
        </p:txBody>
      </p:sp>
      <p:sp>
        <p:nvSpPr>
          <p:cNvPr id="378" name="Google Shape;378;p80"/>
          <p:cNvSpPr/>
          <p:nvPr/>
        </p:nvSpPr>
        <p:spPr>
          <a:xfrm>
            <a:off x="1138125" y="2389867"/>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Введение в оркестрацию</a:t>
            </a:r>
            <a:endParaRPr>
              <a:solidFill>
                <a:schemeClr val="dk1"/>
              </a:solidFill>
              <a:latin typeface="Roboto"/>
              <a:ea typeface="Roboto"/>
              <a:cs typeface="Roboto"/>
              <a:sym typeface="Roboto"/>
            </a:endParaRPr>
          </a:p>
        </p:txBody>
      </p:sp>
      <p:sp>
        <p:nvSpPr>
          <p:cNvPr id="379" name="Google Shape;379;p80"/>
          <p:cNvSpPr/>
          <p:nvPr/>
        </p:nvSpPr>
        <p:spPr>
          <a:xfrm>
            <a:off x="1138125" y="2970051"/>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Введение в k8s</a:t>
            </a:r>
            <a:endParaRPr>
              <a:solidFill>
                <a:schemeClr val="dk1"/>
              </a:solidFill>
              <a:latin typeface="Roboto"/>
              <a:ea typeface="Roboto"/>
              <a:cs typeface="Roboto"/>
              <a:sym typeface="Roboto"/>
            </a:endParaRPr>
          </a:p>
        </p:txBody>
      </p:sp>
      <p:sp>
        <p:nvSpPr>
          <p:cNvPr id="380" name="Google Shape;380;p80"/>
          <p:cNvSpPr/>
          <p:nvPr/>
        </p:nvSpPr>
        <p:spPr>
          <a:xfrm>
            <a:off x="1138125" y="3564600"/>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Практика и задачи</a:t>
            </a:r>
            <a:endParaRPr>
              <a:solidFill>
                <a:schemeClr val="dk1"/>
              </a:solidFill>
              <a:latin typeface="Roboto"/>
              <a:ea typeface="Roboto"/>
              <a:cs typeface="Roboto"/>
              <a:sym typeface="Roboto"/>
            </a:endParaRPr>
          </a:p>
        </p:txBody>
      </p:sp>
      <p:sp>
        <p:nvSpPr>
          <p:cNvPr id="381" name="Google Shape;381;p80"/>
          <p:cNvSpPr/>
          <p:nvPr/>
        </p:nvSpPr>
        <p:spPr>
          <a:xfrm>
            <a:off x="1138125" y="4159144"/>
            <a:ext cx="3384900" cy="3762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a:solidFill>
                  <a:schemeClr val="dk1"/>
                </a:solidFill>
                <a:latin typeface="Roboto"/>
                <a:ea typeface="Roboto"/>
                <a:cs typeface="Roboto"/>
                <a:sym typeface="Roboto"/>
              </a:rPr>
              <a:t>Основные тезисы</a:t>
            </a:r>
            <a:endParaRPr>
              <a:solidFill>
                <a:schemeClr val="dk1"/>
              </a:solidFill>
              <a:latin typeface="Roboto"/>
              <a:ea typeface="Roboto"/>
              <a:cs typeface="Roboto"/>
              <a:sym typeface="Roboto"/>
            </a:endParaRPr>
          </a:p>
        </p:txBody>
      </p:sp>
      <p:cxnSp>
        <p:nvCxnSpPr>
          <p:cNvPr id="382" name="Google Shape;382;p80"/>
          <p:cNvCxnSpPr>
            <a:stCxn id="377" idx="1"/>
            <a:endCxn id="376" idx="1"/>
          </p:cNvCxnSpPr>
          <p:nvPr/>
        </p:nvCxnSpPr>
        <p:spPr>
          <a:xfrm flipH="1" rot="10800000">
            <a:off x="1138125" y="1437977"/>
            <a:ext cx="600" cy="559800"/>
          </a:xfrm>
          <a:prstGeom prst="bentConnector3">
            <a:avLst>
              <a:gd fmla="val -39687500" name="adj1"/>
            </a:avLst>
          </a:prstGeom>
          <a:noFill/>
          <a:ln cap="flat" cmpd="sng" w="9525">
            <a:solidFill>
              <a:srgbClr val="9857F3"/>
            </a:solidFill>
            <a:prstDash val="dash"/>
            <a:round/>
            <a:headEnd len="med" w="med" type="none"/>
            <a:tailEnd len="med" w="med" type="none"/>
          </a:ln>
        </p:spPr>
      </p:cxnSp>
      <p:cxnSp>
        <p:nvCxnSpPr>
          <p:cNvPr id="383" name="Google Shape;383;p80"/>
          <p:cNvCxnSpPr>
            <a:stCxn id="377" idx="1"/>
            <a:endCxn id="378" idx="1"/>
          </p:cNvCxnSpPr>
          <p:nvPr/>
        </p:nvCxnSpPr>
        <p:spPr>
          <a:xfrm>
            <a:off x="1138125" y="1997777"/>
            <a:ext cx="600" cy="580200"/>
          </a:xfrm>
          <a:prstGeom prst="bentConnector3">
            <a:avLst>
              <a:gd fmla="val -39687500" name="adj1"/>
            </a:avLst>
          </a:prstGeom>
          <a:noFill/>
          <a:ln cap="flat" cmpd="sng" w="9525">
            <a:solidFill>
              <a:srgbClr val="9857F3"/>
            </a:solidFill>
            <a:prstDash val="dash"/>
            <a:round/>
            <a:headEnd len="med" w="med" type="none"/>
            <a:tailEnd len="med" w="med" type="none"/>
          </a:ln>
        </p:spPr>
      </p:cxnSp>
      <p:cxnSp>
        <p:nvCxnSpPr>
          <p:cNvPr id="384" name="Google Shape;384;p80"/>
          <p:cNvCxnSpPr>
            <a:stCxn id="378" idx="1"/>
            <a:endCxn id="379" idx="1"/>
          </p:cNvCxnSpPr>
          <p:nvPr/>
        </p:nvCxnSpPr>
        <p:spPr>
          <a:xfrm>
            <a:off x="1138125" y="2577967"/>
            <a:ext cx="600" cy="580200"/>
          </a:xfrm>
          <a:prstGeom prst="bentConnector3">
            <a:avLst>
              <a:gd fmla="val -39687500" name="adj1"/>
            </a:avLst>
          </a:prstGeom>
          <a:noFill/>
          <a:ln cap="flat" cmpd="sng" w="9525">
            <a:solidFill>
              <a:srgbClr val="9857F3"/>
            </a:solidFill>
            <a:prstDash val="dash"/>
            <a:round/>
            <a:headEnd len="med" w="med" type="none"/>
            <a:tailEnd len="med" w="med" type="none"/>
          </a:ln>
        </p:spPr>
      </p:cxnSp>
      <p:cxnSp>
        <p:nvCxnSpPr>
          <p:cNvPr id="385" name="Google Shape;385;p80"/>
          <p:cNvCxnSpPr>
            <a:stCxn id="379" idx="1"/>
            <a:endCxn id="380" idx="1"/>
          </p:cNvCxnSpPr>
          <p:nvPr/>
        </p:nvCxnSpPr>
        <p:spPr>
          <a:xfrm>
            <a:off x="1138125" y="3158151"/>
            <a:ext cx="600" cy="594600"/>
          </a:xfrm>
          <a:prstGeom prst="bentConnector3">
            <a:avLst>
              <a:gd fmla="val -39687500" name="adj1"/>
            </a:avLst>
          </a:prstGeom>
          <a:noFill/>
          <a:ln cap="flat" cmpd="sng" w="9525">
            <a:solidFill>
              <a:srgbClr val="9857F3"/>
            </a:solidFill>
            <a:prstDash val="dash"/>
            <a:round/>
            <a:headEnd len="med" w="med" type="none"/>
            <a:tailEnd len="med" w="med" type="none"/>
          </a:ln>
        </p:spPr>
      </p:cxnSp>
      <p:cxnSp>
        <p:nvCxnSpPr>
          <p:cNvPr id="386" name="Google Shape;386;p80"/>
          <p:cNvCxnSpPr>
            <a:stCxn id="380" idx="1"/>
            <a:endCxn id="381" idx="1"/>
          </p:cNvCxnSpPr>
          <p:nvPr/>
        </p:nvCxnSpPr>
        <p:spPr>
          <a:xfrm>
            <a:off x="1138125" y="3752700"/>
            <a:ext cx="600" cy="594600"/>
          </a:xfrm>
          <a:prstGeom prst="bentConnector3">
            <a:avLst>
              <a:gd fmla="val -39687500" name="adj1"/>
            </a:avLst>
          </a:prstGeom>
          <a:noFill/>
          <a:ln cap="flat" cmpd="sng" w="9525">
            <a:solidFill>
              <a:srgbClr val="9857F3"/>
            </a:solidFill>
            <a:prstDash val="dash"/>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graphicFrame>
        <p:nvGraphicFramePr>
          <p:cNvPr id="391" name="Google Shape;391;p81"/>
          <p:cNvGraphicFramePr/>
          <p:nvPr/>
        </p:nvGraphicFramePr>
        <p:xfrm>
          <a:off x="620463" y="420325"/>
          <a:ext cx="3000000" cy="3000000"/>
        </p:xfrm>
        <a:graphic>
          <a:graphicData uri="http://schemas.openxmlformats.org/drawingml/2006/table">
            <a:tbl>
              <a:tblPr>
                <a:noFill/>
                <a:tableStyleId>{17E1D209-6D39-4D6E-9036-57D33D6770C4}</a:tableStyleId>
              </a:tblPr>
              <a:tblGrid>
                <a:gridCol w="3828200"/>
                <a:gridCol w="4203125"/>
              </a:tblGrid>
              <a:tr h="1062975">
                <a:tc>
                  <a:txBody>
                    <a:bodyPr/>
                    <a:lstStyle/>
                    <a:p>
                      <a:pPr indent="0" lvl="0" marL="0" rtl="0" algn="l">
                        <a:spcBef>
                          <a:spcPts val="1000"/>
                        </a:spcBef>
                        <a:spcAft>
                          <a:spcPts val="0"/>
                        </a:spcAft>
                        <a:buNone/>
                      </a:pPr>
                      <a:r>
                        <a:rPr b="1" lang="ru" sz="3100">
                          <a:latin typeface="Roboto"/>
                          <a:ea typeface="Roboto"/>
                          <a:cs typeface="Roboto"/>
                          <a:sym typeface="Roboto"/>
                        </a:rPr>
                        <a:t>Цели вебинара</a:t>
                      </a:r>
                      <a:endParaRPr b="1" sz="3100">
                        <a:latin typeface="Roboto"/>
                        <a:ea typeface="Roboto"/>
                        <a:cs typeface="Roboto"/>
                        <a:sym typeface="Roboto"/>
                      </a:endParaRPr>
                    </a:p>
                    <a:p>
                      <a:pPr indent="0" lvl="0" marL="0" rtl="0" algn="l">
                        <a:spcBef>
                          <a:spcPts val="1000"/>
                        </a:spcBef>
                        <a:spcAft>
                          <a:spcPts val="0"/>
                        </a:spcAft>
                        <a:buNone/>
                      </a:pPr>
                      <a:r>
                        <a:t/>
                      </a:r>
                      <a:endParaRPr b="1" sz="1600">
                        <a:solidFill>
                          <a:srgbClr val="6402BA"/>
                        </a:solidFill>
                        <a:latin typeface="Roboto"/>
                        <a:ea typeface="Roboto"/>
                        <a:cs typeface="Roboto"/>
                        <a:sym typeface="Roboto"/>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457200" rtl="0" algn="l">
                        <a:spcBef>
                          <a:spcPts val="1000"/>
                        </a:spcBef>
                        <a:spcAft>
                          <a:spcPts val="0"/>
                        </a:spcAft>
                        <a:buNone/>
                      </a:pPr>
                      <a:r>
                        <a:rPr b="1" lang="ru" sz="3100">
                          <a:latin typeface="Roboto"/>
                          <a:ea typeface="Roboto"/>
                          <a:cs typeface="Roboto"/>
                          <a:sym typeface="Roboto"/>
                        </a:rPr>
                        <a:t>Смысл</a:t>
                      </a:r>
                      <a:endParaRPr b="1" sz="3100">
                        <a:latin typeface="Roboto"/>
                        <a:ea typeface="Roboto"/>
                        <a:cs typeface="Roboto"/>
                        <a:sym typeface="Roboto"/>
                      </a:endParaRPr>
                    </a:p>
                    <a:p>
                      <a:pPr indent="0" lvl="0" marL="457200" rtl="0" algn="l">
                        <a:spcBef>
                          <a:spcPts val="1000"/>
                        </a:spcBef>
                        <a:spcAft>
                          <a:spcPts val="0"/>
                        </a:spcAft>
                        <a:buNone/>
                      </a:pPr>
                      <a:r>
                        <a:t/>
                      </a:r>
                      <a:endParaRPr b="1" sz="1600">
                        <a:solidFill>
                          <a:srgbClr val="6402BA"/>
                        </a:solidFill>
                        <a:latin typeface="Roboto"/>
                        <a:ea typeface="Roboto"/>
                        <a:cs typeface="Roboto"/>
                        <a:sym typeface="Roboto"/>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392" name="Google Shape;392;p81"/>
          <p:cNvSpPr/>
          <p:nvPr/>
        </p:nvSpPr>
        <p:spPr>
          <a:xfrm>
            <a:off x="553325" y="208257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1. Объяснить, что такое оркестрация и какие проблемы она решает</a:t>
            </a:r>
            <a:endParaRPr sz="1200">
              <a:solidFill>
                <a:schemeClr val="dk1"/>
              </a:solidFill>
              <a:latin typeface="Roboto"/>
              <a:ea typeface="Roboto"/>
              <a:cs typeface="Roboto"/>
              <a:sym typeface="Roboto"/>
            </a:endParaRPr>
          </a:p>
        </p:txBody>
      </p:sp>
      <p:sp>
        <p:nvSpPr>
          <p:cNvPr id="393" name="Google Shape;393;p81"/>
          <p:cNvSpPr/>
          <p:nvPr/>
        </p:nvSpPr>
        <p:spPr>
          <a:xfrm>
            <a:off x="553300" y="2825888"/>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2. Запускать и управлять базовыми объектами k8s (Pod, Deployment, Service)</a:t>
            </a:r>
            <a:endParaRPr sz="1200">
              <a:solidFill>
                <a:schemeClr val="dk1"/>
              </a:solidFill>
              <a:latin typeface="Roboto"/>
              <a:ea typeface="Roboto"/>
              <a:cs typeface="Roboto"/>
              <a:sym typeface="Roboto"/>
            </a:endParaRPr>
          </a:p>
        </p:txBody>
      </p:sp>
      <p:sp>
        <p:nvSpPr>
          <p:cNvPr id="394" name="Google Shape;394;p81"/>
          <p:cNvSpPr/>
          <p:nvPr/>
        </p:nvSpPr>
        <p:spPr>
          <a:xfrm>
            <a:off x="4694250" y="2825900"/>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понимать, как поддерживать модель доступной и масштабируемой</a:t>
            </a:r>
            <a:endParaRPr sz="1200">
              <a:solidFill>
                <a:schemeClr val="dk1"/>
              </a:solidFill>
              <a:latin typeface="Roboto"/>
              <a:ea typeface="Roboto"/>
              <a:cs typeface="Roboto"/>
              <a:sym typeface="Roboto"/>
            </a:endParaRPr>
          </a:p>
        </p:txBody>
      </p:sp>
      <p:sp>
        <p:nvSpPr>
          <p:cNvPr id="395" name="Google Shape;395;p81"/>
          <p:cNvSpPr/>
          <p:nvPr/>
        </p:nvSpPr>
        <p:spPr>
          <a:xfrm>
            <a:off x="553300" y="356922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3. Настраивать простое приложение в k8s</a:t>
            </a:r>
            <a:endParaRPr sz="1200">
              <a:solidFill>
                <a:schemeClr val="dk1"/>
              </a:solidFill>
              <a:latin typeface="Roboto"/>
              <a:ea typeface="Roboto"/>
              <a:cs typeface="Roboto"/>
              <a:sym typeface="Roboto"/>
            </a:endParaRPr>
          </a:p>
        </p:txBody>
      </p:sp>
      <p:sp>
        <p:nvSpPr>
          <p:cNvPr id="396" name="Google Shape;396;p81"/>
          <p:cNvSpPr txBox="1"/>
          <p:nvPr/>
        </p:nvSpPr>
        <p:spPr>
          <a:xfrm>
            <a:off x="620475" y="912475"/>
            <a:ext cx="3785700" cy="4311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ru" sz="1600">
                <a:solidFill>
                  <a:srgbClr val="6402BA"/>
                </a:solidFill>
                <a:latin typeface="Roboto"/>
                <a:ea typeface="Roboto"/>
                <a:cs typeface="Roboto"/>
                <a:sym typeface="Roboto"/>
              </a:rPr>
              <a:t>К концу занятия вы сможете</a:t>
            </a:r>
            <a:endParaRPr/>
          </a:p>
        </p:txBody>
      </p:sp>
      <p:sp>
        <p:nvSpPr>
          <p:cNvPr id="397" name="Google Shape;397;p81"/>
          <p:cNvSpPr txBox="1"/>
          <p:nvPr/>
        </p:nvSpPr>
        <p:spPr>
          <a:xfrm>
            <a:off x="4448675" y="912475"/>
            <a:ext cx="3000000" cy="431100"/>
          </a:xfrm>
          <a:prstGeom prst="rect">
            <a:avLst/>
          </a:prstGeom>
          <a:noFill/>
          <a:ln>
            <a:noFill/>
          </a:ln>
        </p:spPr>
        <p:txBody>
          <a:bodyPr anchorCtr="0" anchor="t" bIns="91425" lIns="91425" spcFirstLastPara="1" rIns="91425" wrap="square" tIns="91425">
            <a:spAutoFit/>
          </a:bodyPr>
          <a:lstStyle/>
          <a:p>
            <a:pPr indent="0" lvl="0" marL="457200" rtl="0" algn="l">
              <a:spcBef>
                <a:spcPts val="1000"/>
              </a:spcBef>
              <a:spcAft>
                <a:spcPts val="0"/>
              </a:spcAft>
              <a:buNone/>
            </a:pPr>
            <a:r>
              <a:rPr b="1" lang="ru" sz="1600">
                <a:solidFill>
                  <a:srgbClr val="6402BA"/>
                </a:solidFill>
                <a:latin typeface="Roboto"/>
                <a:ea typeface="Roboto"/>
                <a:cs typeface="Roboto"/>
                <a:sym typeface="Roboto"/>
              </a:rPr>
              <a:t>Для чего вам это уметь</a:t>
            </a:r>
            <a:endParaRPr/>
          </a:p>
        </p:txBody>
      </p:sp>
      <p:sp>
        <p:nvSpPr>
          <p:cNvPr id="398" name="Google Shape;398;p81"/>
          <p:cNvSpPr/>
          <p:nvPr/>
        </p:nvSpPr>
        <p:spPr>
          <a:xfrm>
            <a:off x="4694250" y="208257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уметь развернуть ML-модель в реальном окружении</a:t>
            </a:r>
            <a:endParaRPr sz="1200">
              <a:solidFill>
                <a:schemeClr val="dk1"/>
              </a:solidFill>
              <a:latin typeface="Roboto"/>
              <a:ea typeface="Roboto"/>
              <a:cs typeface="Roboto"/>
              <a:sym typeface="Roboto"/>
            </a:endParaRPr>
          </a:p>
        </p:txBody>
      </p:sp>
      <p:sp>
        <p:nvSpPr>
          <p:cNvPr id="399" name="Google Shape;399;p81"/>
          <p:cNvSpPr/>
          <p:nvPr/>
        </p:nvSpPr>
        <p:spPr>
          <a:xfrm>
            <a:off x="4694250" y="356922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быть готовым к типовым задачам в работе (деплой, апдейты, мониторинг)</a:t>
            </a:r>
            <a:endParaRPr sz="1200">
              <a:solidFill>
                <a:schemeClr val="dk1"/>
              </a:solidFill>
              <a:latin typeface="Roboto"/>
              <a:ea typeface="Roboto"/>
              <a:cs typeface="Roboto"/>
              <a:sym typeface="Roboto"/>
            </a:endParaRPr>
          </a:p>
        </p:txBody>
      </p:sp>
      <p:cxnSp>
        <p:nvCxnSpPr>
          <p:cNvPr id="400" name="Google Shape;400;p81"/>
          <p:cNvCxnSpPr>
            <a:stCxn id="392" idx="3"/>
            <a:endCxn id="398" idx="1"/>
          </p:cNvCxnSpPr>
          <p:nvPr/>
        </p:nvCxnSpPr>
        <p:spPr>
          <a:xfrm>
            <a:off x="3938225" y="2347625"/>
            <a:ext cx="756000" cy="0"/>
          </a:xfrm>
          <a:prstGeom prst="straightConnector1">
            <a:avLst/>
          </a:prstGeom>
          <a:noFill/>
          <a:ln cap="flat" cmpd="sng" w="9525">
            <a:solidFill>
              <a:schemeClr val="dk2"/>
            </a:solidFill>
            <a:prstDash val="dash"/>
            <a:round/>
            <a:headEnd len="med" w="med" type="none"/>
            <a:tailEnd len="med" w="med" type="triangle"/>
          </a:ln>
        </p:spPr>
      </p:cxnSp>
      <p:cxnSp>
        <p:nvCxnSpPr>
          <p:cNvPr id="401" name="Google Shape;401;p81"/>
          <p:cNvCxnSpPr>
            <a:stCxn id="393" idx="3"/>
            <a:endCxn id="394" idx="1"/>
          </p:cNvCxnSpPr>
          <p:nvPr/>
        </p:nvCxnSpPr>
        <p:spPr>
          <a:xfrm>
            <a:off x="3938200" y="3090938"/>
            <a:ext cx="756000" cy="0"/>
          </a:xfrm>
          <a:prstGeom prst="straightConnector1">
            <a:avLst/>
          </a:prstGeom>
          <a:noFill/>
          <a:ln cap="flat" cmpd="sng" w="9525">
            <a:solidFill>
              <a:schemeClr val="dk2"/>
            </a:solidFill>
            <a:prstDash val="dash"/>
            <a:round/>
            <a:headEnd len="med" w="med" type="none"/>
            <a:tailEnd len="med" w="med" type="triangle"/>
          </a:ln>
        </p:spPr>
      </p:cxnSp>
      <p:cxnSp>
        <p:nvCxnSpPr>
          <p:cNvPr id="402" name="Google Shape;402;p81"/>
          <p:cNvCxnSpPr>
            <a:stCxn id="395" idx="3"/>
            <a:endCxn id="399" idx="1"/>
          </p:cNvCxnSpPr>
          <p:nvPr/>
        </p:nvCxnSpPr>
        <p:spPr>
          <a:xfrm>
            <a:off x="3938200" y="3834275"/>
            <a:ext cx="756000" cy="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82"/>
          <p:cNvSpPr txBox="1"/>
          <p:nvPr/>
        </p:nvSpPr>
        <p:spPr>
          <a:xfrm>
            <a:off x="2073200" y="1276850"/>
            <a:ext cx="6064500" cy="2596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ru" sz="2500">
                <a:solidFill>
                  <a:schemeClr val="dk1"/>
                </a:solidFill>
                <a:latin typeface="Roboto"/>
                <a:ea typeface="Roboto"/>
                <a:cs typeface="Roboto"/>
                <a:sym typeface="Roboto"/>
              </a:rPr>
              <a:t>Кто деплоил свои модели в production?</a:t>
            </a:r>
            <a:endParaRPr b="1" sz="2500">
              <a:solidFill>
                <a:schemeClr val="dk1"/>
              </a:solidFill>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t/>
            </a:r>
            <a:endParaRPr b="1" sz="2500">
              <a:solidFill>
                <a:schemeClr val="dk1"/>
              </a:solidFill>
              <a:latin typeface="Roboto"/>
              <a:ea typeface="Roboto"/>
              <a:cs typeface="Roboto"/>
              <a:sym typeface="Roboto"/>
            </a:endParaRPr>
          </a:p>
          <a:p>
            <a:pPr indent="0" lvl="0" marL="0" rtl="0" algn="l">
              <a:lnSpc>
                <a:spcPct val="115000"/>
              </a:lnSpc>
              <a:spcBef>
                <a:spcPts val="1000"/>
              </a:spcBef>
              <a:spcAft>
                <a:spcPts val="1000"/>
              </a:spcAft>
              <a:buClr>
                <a:schemeClr val="dk1"/>
              </a:buClr>
              <a:buSzPts val="1100"/>
              <a:buFont typeface="Arial"/>
              <a:buNone/>
            </a:pPr>
            <a:r>
              <a:rPr b="1" lang="ru" sz="2500">
                <a:solidFill>
                  <a:schemeClr val="dk1"/>
                </a:solidFill>
                <a:latin typeface="Roboto"/>
                <a:ea typeface="Roboto"/>
                <a:cs typeface="Roboto"/>
                <a:sym typeface="Roboto"/>
              </a:rPr>
              <a:t>Какие технологии для деплоя вы использовали?</a:t>
            </a:r>
            <a:endParaRPr b="1" sz="2500">
              <a:solidFill>
                <a:schemeClr val="dk1"/>
              </a:solidFill>
              <a:latin typeface="Roboto"/>
              <a:ea typeface="Roboto"/>
              <a:cs typeface="Roboto"/>
              <a:sym typeface="Roboto"/>
            </a:endParaRPr>
          </a:p>
        </p:txBody>
      </p:sp>
      <p:pic>
        <p:nvPicPr>
          <p:cNvPr id="408" name="Google Shape;408;p82"/>
          <p:cNvPicPr preferRelativeResize="0"/>
          <p:nvPr/>
        </p:nvPicPr>
        <p:blipFill>
          <a:blip r:embed="rId3">
            <a:alphaModFix/>
          </a:blip>
          <a:stretch>
            <a:fillRect/>
          </a:stretch>
        </p:blipFill>
        <p:spPr>
          <a:xfrm>
            <a:off x="1434048" y="1282353"/>
            <a:ext cx="495294" cy="495293"/>
          </a:xfrm>
          <a:prstGeom prst="rect">
            <a:avLst/>
          </a:prstGeom>
          <a:noFill/>
          <a:ln>
            <a:noFill/>
          </a:ln>
        </p:spPr>
      </p:pic>
      <p:pic>
        <p:nvPicPr>
          <p:cNvPr id="409" name="Google Shape;409;p82"/>
          <p:cNvPicPr preferRelativeResize="0"/>
          <p:nvPr/>
        </p:nvPicPr>
        <p:blipFill>
          <a:blip r:embed="rId3">
            <a:alphaModFix/>
          </a:blip>
          <a:stretch>
            <a:fillRect/>
          </a:stretch>
        </p:blipFill>
        <p:spPr>
          <a:xfrm>
            <a:off x="1434048" y="2868928"/>
            <a:ext cx="495294" cy="49529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13" name="Shape 413"/>
        <p:cNvGrpSpPr/>
        <p:nvPr/>
      </p:nvGrpSpPr>
      <p:grpSpPr>
        <a:xfrm>
          <a:off x="0" y="0"/>
          <a:ext cx="0" cy="0"/>
          <a:chOff x="0" y="0"/>
          <a:chExt cx="0" cy="0"/>
        </a:xfrm>
      </p:grpSpPr>
      <p:sp>
        <p:nvSpPr>
          <p:cNvPr id="414" name="Google Shape;414;p83"/>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a:t>Окрестрация</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415" name="Google Shape;415;p83"/>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84"/>
          <p:cNvSpPr txBox="1"/>
          <p:nvPr/>
        </p:nvSpPr>
        <p:spPr>
          <a:xfrm>
            <a:off x="721493" y="832471"/>
            <a:ext cx="7701000" cy="815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5300"/>
              <a:buFont typeface="Roboto"/>
              <a:buNone/>
            </a:pPr>
            <a:r>
              <a:rPr b="1" lang="ru" sz="5300">
                <a:solidFill>
                  <a:srgbClr val="6402BA"/>
                </a:solidFill>
                <a:latin typeface="Roboto"/>
                <a:ea typeface="Roboto"/>
                <a:cs typeface="Roboto"/>
                <a:sym typeface="Roboto"/>
              </a:rPr>
              <a:t>Оркестрация </a:t>
            </a:r>
            <a:r>
              <a:rPr b="1" lang="ru" sz="5300">
                <a:solidFill>
                  <a:srgbClr val="6402BA"/>
                </a:solidFill>
                <a:latin typeface="Roboto"/>
                <a:ea typeface="Roboto"/>
                <a:cs typeface="Roboto"/>
                <a:sym typeface="Roboto"/>
              </a:rPr>
              <a:t>— это</a:t>
            </a:r>
            <a:endParaRPr sz="2300">
              <a:solidFill>
                <a:srgbClr val="6402BA"/>
              </a:solidFill>
              <a:latin typeface="Roboto Medium"/>
              <a:ea typeface="Roboto Medium"/>
              <a:cs typeface="Roboto Medium"/>
              <a:sym typeface="Roboto Medium"/>
            </a:endParaRPr>
          </a:p>
        </p:txBody>
      </p:sp>
      <p:sp>
        <p:nvSpPr>
          <p:cNvPr id="421" name="Google Shape;421;p84"/>
          <p:cNvSpPr txBox="1"/>
          <p:nvPr/>
        </p:nvSpPr>
        <p:spPr>
          <a:xfrm>
            <a:off x="721500" y="1984175"/>
            <a:ext cx="7403400" cy="176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ru" sz="2300">
                <a:solidFill>
                  <a:srgbClr val="001D35"/>
                </a:solidFill>
                <a:highlight>
                  <a:srgbClr val="FFFFFF"/>
                </a:highlight>
                <a:latin typeface="Roboto"/>
                <a:ea typeface="Roboto"/>
                <a:cs typeface="Roboto"/>
                <a:sym typeface="Roboto"/>
              </a:rPr>
              <a:t>процесс автоматизации развертывания, масштабирования, управления и координации работы </a:t>
            </a:r>
            <a:r>
              <a:rPr b="1" lang="ru" sz="2300">
                <a:solidFill>
                  <a:srgbClr val="001D35"/>
                </a:solidFill>
                <a:highlight>
                  <a:srgbClr val="FFFFFF"/>
                </a:highlight>
                <a:latin typeface="Roboto"/>
                <a:ea typeface="Roboto"/>
                <a:cs typeface="Roboto"/>
                <a:sym typeface="Roboto"/>
              </a:rPr>
              <a:t>множества контейнеров</a:t>
            </a:r>
            <a:r>
              <a:rPr lang="ru" sz="2300">
                <a:solidFill>
                  <a:srgbClr val="001D35"/>
                </a:solidFill>
                <a:highlight>
                  <a:srgbClr val="FFFFFF"/>
                </a:highlight>
                <a:latin typeface="Roboto"/>
                <a:ea typeface="Roboto"/>
                <a:cs typeface="Roboto"/>
                <a:sym typeface="Roboto"/>
              </a:rPr>
              <a:t> в рамках одной или нескольких систем</a:t>
            </a:r>
            <a:endParaRPr sz="2300">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graphicFrame>
        <p:nvGraphicFramePr>
          <p:cNvPr id="426" name="Google Shape;426;p85"/>
          <p:cNvGraphicFramePr/>
          <p:nvPr/>
        </p:nvGraphicFramePr>
        <p:xfrm>
          <a:off x="623400" y="1392000"/>
          <a:ext cx="3000000" cy="3000000"/>
        </p:xfrm>
        <a:graphic>
          <a:graphicData uri="http://schemas.openxmlformats.org/drawingml/2006/table">
            <a:tbl>
              <a:tblPr>
                <a:noFill/>
                <a:tableStyleId>{17E1D209-6D39-4D6E-9036-57D33D6770C4}</a:tableStyleId>
              </a:tblPr>
              <a:tblGrid>
                <a:gridCol w="489425"/>
                <a:gridCol w="6749575"/>
              </a:tblGrid>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1.</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Автоматизировать процесс управления сервисом — создание, обновление, удаление</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2.</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Автоматизировать мониторинг состояния сервиса</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3.</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Гибко управлять ресурсами — быстро масштабировать и балансировать нагрузку</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4.</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Контролировать сетевой взаимодействие</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5.</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Обеспечивать отказоустойчивость</a:t>
                      </a:r>
                      <a:endParaRPr sz="1300">
                        <a:solidFill>
                          <a:schemeClr val="dk1"/>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427" name="Google Shape;427;p85"/>
          <p:cNvSpPr txBox="1"/>
          <p:nvPr>
            <p:ph type="title"/>
          </p:nvPr>
        </p:nvSpPr>
        <p:spPr>
          <a:xfrm>
            <a:off x="623400" y="34559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50505"/>
                </a:solidFill>
              </a:rPr>
              <a:t>Для чего нужна оркестрация</a:t>
            </a:r>
            <a:endParaRPr>
              <a:solidFill>
                <a:srgbClr val="050505"/>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86"/>
          <p:cNvSpPr txBox="1"/>
          <p:nvPr>
            <p:ph type="title"/>
          </p:nvPr>
        </p:nvSpPr>
        <p:spPr>
          <a:xfrm>
            <a:off x="623400" y="34559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50505"/>
                </a:solidFill>
              </a:rPr>
              <a:t>Примеры оркестрации</a:t>
            </a:r>
            <a:endParaRPr>
              <a:solidFill>
                <a:srgbClr val="050505"/>
              </a:solidFill>
            </a:endParaRPr>
          </a:p>
        </p:txBody>
      </p:sp>
      <p:graphicFrame>
        <p:nvGraphicFramePr>
          <p:cNvPr id="433" name="Google Shape;433;p86"/>
          <p:cNvGraphicFramePr/>
          <p:nvPr/>
        </p:nvGraphicFramePr>
        <p:xfrm>
          <a:off x="623400" y="1392000"/>
          <a:ext cx="3000000" cy="3000000"/>
        </p:xfrm>
        <a:graphic>
          <a:graphicData uri="http://schemas.openxmlformats.org/drawingml/2006/table">
            <a:tbl>
              <a:tblPr>
                <a:noFill/>
                <a:tableStyleId>{17E1D209-6D39-4D6E-9036-57D33D6770C4}</a:tableStyleId>
              </a:tblPr>
              <a:tblGrid>
                <a:gridCol w="489425"/>
                <a:gridCol w="6749575"/>
              </a:tblGrid>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1.</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Развертывание моделей и сервисов</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2.</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Автомасштабирование под нагрузку на сервис</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3.</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Балансировка нагрузки (AB тестирование)</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4.</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Мониторинг и перезапуск при сбоях</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5.</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Безопасное сетевое взаимодействие</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6.</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Обновление моделей без простоя</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7.</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Запуск фоновых задач</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8.</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Разделение сред</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graphicFrame>
        <p:nvGraphicFramePr>
          <p:cNvPr id="438" name="Google Shape;438;p87"/>
          <p:cNvGraphicFramePr/>
          <p:nvPr/>
        </p:nvGraphicFramePr>
        <p:xfrm>
          <a:off x="623400" y="1392000"/>
          <a:ext cx="3000000" cy="3000000"/>
        </p:xfrm>
        <a:graphic>
          <a:graphicData uri="http://schemas.openxmlformats.org/drawingml/2006/table">
            <a:tbl>
              <a:tblPr>
                <a:noFill/>
                <a:tableStyleId>{17E1D209-6D39-4D6E-9036-57D33D6770C4}</a:tableStyleId>
              </a:tblPr>
              <a:tblGrid>
                <a:gridCol w="489425"/>
                <a:gridCol w="6749575"/>
              </a:tblGrid>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1.</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Вытекает из </a:t>
                      </a:r>
                      <a:r>
                        <a:rPr lang="ru" sz="1300">
                          <a:latin typeface="Roboto"/>
                          <a:ea typeface="Roboto"/>
                          <a:cs typeface="Roboto"/>
                          <a:sym typeface="Roboto"/>
                        </a:rPr>
                        <a:t>микросервисной</a:t>
                      </a:r>
                      <a:r>
                        <a:rPr lang="ru" sz="1300">
                          <a:latin typeface="Roboto"/>
                          <a:ea typeface="Roboto"/>
                          <a:cs typeface="Roboto"/>
                          <a:sym typeface="Roboto"/>
                        </a:rPr>
                        <a:t> парадигме</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2.</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Масштаб от 100 до 1000 контейнеров</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3.</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solidFill>
                            <a:schemeClr val="dk1"/>
                          </a:solidFill>
                          <a:latin typeface="Roboto"/>
                          <a:ea typeface="Roboto"/>
                          <a:cs typeface="Roboto"/>
                          <a:sym typeface="Roboto"/>
                        </a:rPr>
                        <a:t>Облачные провайдеры заточены под работу с контейнерами</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4</a:t>
                      </a:r>
                      <a:r>
                        <a:rPr b="1" lang="ru" sz="1500">
                          <a:solidFill>
                            <a:srgbClr val="9857F3"/>
                          </a:solidFill>
                          <a:latin typeface="Roboto"/>
                          <a:ea typeface="Roboto"/>
                          <a:cs typeface="Roboto"/>
                          <a:sym typeface="Roboto"/>
                        </a:rPr>
                        <a:t>.</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Декларативный подход через манифесты</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5.</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Открытый стандарт в виде k8s</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439" name="Google Shape;439;p87"/>
          <p:cNvSpPr txBox="1"/>
          <p:nvPr>
            <p:ph type="title"/>
          </p:nvPr>
        </p:nvSpPr>
        <p:spPr>
          <a:xfrm>
            <a:off x="623400" y="34559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50505"/>
                </a:solidFill>
              </a:rPr>
              <a:t>Факты об оркестрации</a:t>
            </a:r>
            <a:endParaRPr>
              <a:solidFill>
                <a:srgbClr val="05050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88"/>
          <p:cNvSpPr txBox="1"/>
          <p:nvPr>
            <p:ph type="title"/>
          </p:nvPr>
        </p:nvSpPr>
        <p:spPr>
          <a:xfrm>
            <a:off x="623400" y="34559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rgbClr val="050505"/>
                </a:solidFill>
              </a:rPr>
              <a:t>Примеры </a:t>
            </a:r>
            <a:r>
              <a:rPr lang="ru">
                <a:solidFill>
                  <a:srgbClr val="050505"/>
                </a:solidFill>
              </a:rPr>
              <a:t>оркестраторов</a:t>
            </a:r>
            <a:endParaRPr>
              <a:solidFill>
                <a:srgbClr val="050505"/>
              </a:solidFill>
            </a:endParaRPr>
          </a:p>
        </p:txBody>
      </p:sp>
      <p:graphicFrame>
        <p:nvGraphicFramePr>
          <p:cNvPr id="445" name="Google Shape;445;p88"/>
          <p:cNvGraphicFramePr/>
          <p:nvPr/>
        </p:nvGraphicFramePr>
        <p:xfrm>
          <a:off x="623400" y="1392000"/>
          <a:ext cx="3000000" cy="3000000"/>
        </p:xfrm>
        <a:graphic>
          <a:graphicData uri="http://schemas.openxmlformats.org/drawingml/2006/table">
            <a:tbl>
              <a:tblPr>
                <a:noFill/>
                <a:tableStyleId>{17E1D209-6D39-4D6E-9036-57D33D6770C4}</a:tableStyleId>
              </a:tblPr>
              <a:tblGrid>
                <a:gridCol w="489425"/>
                <a:gridCol w="6749575"/>
              </a:tblGrid>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1.</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Kubernetes — стандарт индустрии, мощный инструмент для оркестрации контейнеров</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2.</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Red Hat OpenShift — «Kubernetes на стероидах» с готовыми встроенными инструментами (CI/CD, безопасность, мониторинг)</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3.</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Apache Mesos —  универсальный менеджер ресурсов, умеет управлять не только контейнерами, но и виртуалками</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4.</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Amazon ECS —  управляемый сервис AWS, проще в использовании, отлично интегрируется с другими сервисами Amazon</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285750">
                <a:tc>
                  <a:txBody>
                    <a:bodyPr/>
                    <a:lstStyle/>
                    <a:p>
                      <a:pPr indent="0" lvl="0" marL="0" rtl="0" algn="l">
                        <a:spcBef>
                          <a:spcPts val="0"/>
                        </a:spcBef>
                        <a:spcAft>
                          <a:spcPts val="0"/>
                        </a:spcAft>
                        <a:buNone/>
                      </a:pPr>
                      <a:r>
                        <a:rPr b="1" lang="ru" sz="1500">
                          <a:solidFill>
                            <a:srgbClr val="9857F3"/>
                          </a:solidFill>
                          <a:latin typeface="Roboto"/>
                          <a:ea typeface="Roboto"/>
                          <a:cs typeface="Roboto"/>
                          <a:sym typeface="Roboto"/>
                        </a:rPr>
                        <a:t>5.</a:t>
                      </a:r>
                      <a:endParaRPr b="1" sz="1500">
                        <a:solidFill>
                          <a:srgbClr val="9857F3"/>
                        </a:solidFill>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ru" sz="1300">
                          <a:latin typeface="Roboto"/>
                          <a:ea typeface="Roboto"/>
                          <a:cs typeface="Roboto"/>
                          <a:sym typeface="Roboto"/>
                        </a:rPr>
                        <a:t>Docker Swarm — простая альтернатива Kubernetes, встроенная в Docker, подходит для небольших проектов</a:t>
                      </a:r>
                      <a:endParaRPr sz="1300">
                        <a:latin typeface="Roboto"/>
                        <a:ea typeface="Roboto"/>
                        <a:cs typeface="Roboto"/>
                        <a:sym typeface="Roboto"/>
                      </a:endParaRPr>
                    </a:p>
                  </a:txBody>
                  <a:tcPr marT="68575" marB="68575" marR="91425" marL="198000">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449" name="Shape 449"/>
        <p:cNvGrpSpPr/>
        <p:nvPr/>
      </p:nvGrpSpPr>
      <p:grpSpPr>
        <a:xfrm>
          <a:off x="0" y="0"/>
          <a:ext cx="0" cy="0"/>
          <a:chOff x="0" y="0"/>
          <a:chExt cx="0" cy="0"/>
        </a:xfrm>
      </p:grpSpPr>
      <p:sp>
        <p:nvSpPr>
          <p:cNvPr id="450" name="Google Shape;450;p89"/>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Практика</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451" name="Google Shape;451;p89"/>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90"/>
          <p:cNvSpPr txBox="1"/>
          <p:nvPr>
            <p:ph type="title"/>
          </p:nvPr>
        </p:nvSpPr>
        <p:spPr>
          <a:xfrm>
            <a:off x="623400" y="42597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Чем занимается система оркестрации контейнеров?</a:t>
            </a:r>
            <a:endParaRPr/>
          </a:p>
        </p:txBody>
      </p:sp>
      <p:sp>
        <p:nvSpPr>
          <p:cNvPr id="457" name="Google Shape;457;p90"/>
          <p:cNvSpPr/>
          <p:nvPr/>
        </p:nvSpPr>
        <p:spPr>
          <a:xfrm>
            <a:off x="2187689" y="16935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8" name="Google Shape;458;p90"/>
          <p:cNvSpPr/>
          <p:nvPr/>
        </p:nvSpPr>
        <p:spPr>
          <a:xfrm>
            <a:off x="4925379" y="16935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9" name="Google Shape;459;p90"/>
          <p:cNvSpPr/>
          <p:nvPr/>
        </p:nvSpPr>
        <p:spPr>
          <a:xfrm>
            <a:off x="2187689" y="30078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90"/>
          <p:cNvSpPr/>
          <p:nvPr/>
        </p:nvSpPr>
        <p:spPr>
          <a:xfrm>
            <a:off x="4925375" y="2856647"/>
            <a:ext cx="2418300" cy="11823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90"/>
          <p:cNvSpPr txBox="1"/>
          <p:nvPr/>
        </p:nvSpPr>
        <p:spPr>
          <a:xfrm>
            <a:off x="2299288" y="17364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1. </a:t>
            </a:r>
            <a:r>
              <a:rPr lang="ru" sz="1200">
                <a:solidFill>
                  <a:schemeClr val="dk1"/>
                </a:solidFill>
                <a:latin typeface="Roboto"/>
                <a:ea typeface="Roboto"/>
                <a:cs typeface="Roboto"/>
                <a:sym typeface="Roboto"/>
              </a:rPr>
              <a:t>Сохраняет модели машинного обучения в GitHub</a:t>
            </a:r>
            <a:endParaRPr sz="1200">
              <a:solidFill>
                <a:schemeClr val="dk1"/>
              </a:solidFill>
              <a:latin typeface="Roboto"/>
              <a:ea typeface="Roboto"/>
              <a:cs typeface="Roboto"/>
              <a:sym typeface="Roboto"/>
            </a:endParaRPr>
          </a:p>
        </p:txBody>
      </p:sp>
      <p:sp>
        <p:nvSpPr>
          <p:cNvPr id="462" name="Google Shape;462;p90"/>
          <p:cNvSpPr txBox="1"/>
          <p:nvPr/>
        </p:nvSpPr>
        <p:spPr>
          <a:xfrm>
            <a:off x="2187688" y="3050763"/>
            <a:ext cx="2418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3. Управляет контейнерами: их запуском, обновлением, перезапуском</a:t>
            </a:r>
            <a:endParaRPr sz="1200">
              <a:solidFill>
                <a:schemeClr val="dk1"/>
              </a:solidFill>
              <a:latin typeface="Roboto"/>
              <a:ea typeface="Roboto"/>
              <a:cs typeface="Roboto"/>
              <a:sym typeface="Roboto"/>
            </a:endParaRPr>
          </a:p>
        </p:txBody>
      </p:sp>
      <p:sp>
        <p:nvSpPr>
          <p:cNvPr id="463" name="Google Shape;463;p90"/>
          <p:cNvSpPr txBox="1"/>
          <p:nvPr/>
        </p:nvSpPr>
        <p:spPr>
          <a:xfrm>
            <a:off x="5076878" y="17364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Управляет оркестром музыкантов на концерте</a:t>
            </a:r>
            <a:endParaRPr sz="1200">
              <a:solidFill>
                <a:schemeClr val="dk1"/>
              </a:solidFill>
              <a:latin typeface="Roboto"/>
              <a:ea typeface="Roboto"/>
              <a:cs typeface="Roboto"/>
              <a:sym typeface="Roboto"/>
            </a:endParaRPr>
          </a:p>
        </p:txBody>
      </p:sp>
      <p:sp>
        <p:nvSpPr>
          <p:cNvPr id="464" name="Google Shape;464;p90"/>
          <p:cNvSpPr txBox="1"/>
          <p:nvPr/>
        </p:nvSpPr>
        <p:spPr>
          <a:xfrm>
            <a:off x="5076876" y="2936725"/>
            <a:ext cx="21153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4. Следит за состоянием сервисов и может перезапустить упавший контейнер</a:t>
            </a:r>
            <a:endParaRPr sz="1200">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91"/>
          <p:cNvSpPr txBox="1"/>
          <p:nvPr>
            <p:ph type="title"/>
          </p:nvPr>
        </p:nvSpPr>
        <p:spPr>
          <a:xfrm>
            <a:off x="623400" y="42597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Чем занимается система оркестрации контейнеров?</a:t>
            </a:r>
            <a:endParaRPr/>
          </a:p>
        </p:txBody>
      </p:sp>
      <p:sp>
        <p:nvSpPr>
          <p:cNvPr id="470" name="Google Shape;470;p91"/>
          <p:cNvSpPr/>
          <p:nvPr/>
        </p:nvSpPr>
        <p:spPr>
          <a:xfrm>
            <a:off x="2187689" y="16935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1" name="Google Shape;471;p91"/>
          <p:cNvSpPr/>
          <p:nvPr/>
        </p:nvSpPr>
        <p:spPr>
          <a:xfrm>
            <a:off x="4925379" y="16935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2" name="Google Shape;472;p91"/>
          <p:cNvSpPr/>
          <p:nvPr/>
        </p:nvSpPr>
        <p:spPr>
          <a:xfrm>
            <a:off x="2187689" y="3007858"/>
            <a:ext cx="2418300" cy="879900"/>
          </a:xfrm>
          <a:prstGeom prst="roundRect">
            <a:avLst>
              <a:gd fmla="val 16667" name="adj"/>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3" name="Google Shape;473;p91"/>
          <p:cNvSpPr/>
          <p:nvPr/>
        </p:nvSpPr>
        <p:spPr>
          <a:xfrm>
            <a:off x="4925375" y="2856647"/>
            <a:ext cx="2418300" cy="1182300"/>
          </a:xfrm>
          <a:prstGeom prst="roundRect">
            <a:avLst>
              <a:gd fmla="val 16667" name="adj"/>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highlight>
                <a:schemeClr val="dk2"/>
              </a:highlight>
              <a:latin typeface="Roboto"/>
              <a:ea typeface="Roboto"/>
              <a:cs typeface="Roboto"/>
              <a:sym typeface="Roboto"/>
            </a:endParaRPr>
          </a:p>
        </p:txBody>
      </p:sp>
      <p:sp>
        <p:nvSpPr>
          <p:cNvPr id="474" name="Google Shape;474;p91"/>
          <p:cNvSpPr txBox="1"/>
          <p:nvPr/>
        </p:nvSpPr>
        <p:spPr>
          <a:xfrm>
            <a:off x="2299288" y="17364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1. </a:t>
            </a:r>
            <a:r>
              <a:rPr lang="ru" sz="1200">
                <a:solidFill>
                  <a:schemeClr val="dk1"/>
                </a:solidFill>
                <a:latin typeface="Roboto"/>
                <a:ea typeface="Roboto"/>
                <a:cs typeface="Roboto"/>
                <a:sym typeface="Roboto"/>
              </a:rPr>
              <a:t>Сохраняет модели машинного обучения в GitHub</a:t>
            </a:r>
            <a:endParaRPr sz="1200">
              <a:solidFill>
                <a:schemeClr val="dk1"/>
              </a:solidFill>
              <a:latin typeface="Roboto"/>
              <a:ea typeface="Roboto"/>
              <a:cs typeface="Roboto"/>
              <a:sym typeface="Roboto"/>
            </a:endParaRPr>
          </a:p>
        </p:txBody>
      </p:sp>
      <p:sp>
        <p:nvSpPr>
          <p:cNvPr id="475" name="Google Shape;475;p91"/>
          <p:cNvSpPr txBox="1"/>
          <p:nvPr/>
        </p:nvSpPr>
        <p:spPr>
          <a:xfrm>
            <a:off x="2187688" y="3050763"/>
            <a:ext cx="24183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lt1"/>
                </a:solidFill>
                <a:latin typeface="Roboto"/>
                <a:ea typeface="Roboto"/>
                <a:cs typeface="Roboto"/>
                <a:sym typeface="Roboto"/>
              </a:rPr>
              <a:t>3. </a:t>
            </a:r>
            <a:r>
              <a:rPr lang="ru" sz="1200">
                <a:solidFill>
                  <a:schemeClr val="lt1"/>
                </a:solidFill>
                <a:latin typeface="Roboto"/>
                <a:ea typeface="Roboto"/>
                <a:cs typeface="Roboto"/>
                <a:sym typeface="Roboto"/>
              </a:rPr>
              <a:t>Управляет контейнерами: их запуском, обновлением, перезапуском</a:t>
            </a:r>
            <a:endParaRPr sz="1200">
              <a:solidFill>
                <a:schemeClr val="lt1"/>
              </a:solidFill>
              <a:latin typeface="Roboto"/>
              <a:ea typeface="Roboto"/>
              <a:cs typeface="Roboto"/>
              <a:sym typeface="Roboto"/>
            </a:endParaRPr>
          </a:p>
        </p:txBody>
      </p:sp>
      <p:sp>
        <p:nvSpPr>
          <p:cNvPr id="476" name="Google Shape;476;p91"/>
          <p:cNvSpPr txBox="1"/>
          <p:nvPr/>
        </p:nvSpPr>
        <p:spPr>
          <a:xfrm>
            <a:off x="5076878" y="17364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a:t>
            </a:r>
            <a:r>
              <a:rPr lang="ru" sz="1200">
                <a:solidFill>
                  <a:schemeClr val="dk1"/>
                </a:solidFill>
                <a:latin typeface="Roboto"/>
                <a:ea typeface="Roboto"/>
                <a:cs typeface="Roboto"/>
                <a:sym typeface="Roboto"/>
              </a:rPr>
              <a:t>Управляет оркестром музыкантов на концерте</a:t>
            </a:r>
            <a:endParaRPr sz="1200">
              <a:solidFill>
                <a:schemeClr val="dk1"/>
              </a:solidFill>
              <a:latin typeface="Roboto"/>
              <a:ea typeface="Roboto"/>
              <a:cs typeface="Roboto"/>
              <a:sym typeface="Roboto"/>
            </a:endParaRPr>
          </a:p>
        </p:txBody>
      </p:sp>
      <p:sp>
        <p:nvSpPr>
          <p:cNvPr id="477" name="Google Shape;477;p91"/>
          <p:cNvSpPr txBox="1"/>
          <p:nvPr/>
        </p:nvSpPr>
        <p:spPr>
          <a:xfrm>
            <a:off x="5076876" y="2936725"/>
            <a:ext cx="2115300" cy="100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lt1"/>
                </a:solidFill>
                <a:latin typeface="Roboto"/>
                <a:ea typeface="Roboto"/>
                <a:cs typeface="Roboto"/>
                <a:sym typeface="Roboto"/>
              </a:rPr>
              <a:t>4. </a:t>
            </a:r>
            <a:r>
              <a:rPr lang="ru" sz="1200">
                <a:solidFill>
                  <a:schemeClr val="lt1"/>
                </a:solidFill>
                <a:latin typeface="Roboto"/>
                <a:ea typeface="Roboto"/>
                <a:cs typeface="Roboto"/>
                <a:sym typeface="Roboto"/>
              </a:rPr>
              <a:t>Следит за состоянием сервисов и может перезапустить упавший контейнер</a:t>
            </a:r>
            <a:endParaRPr sz="1200">
              <a:solidFill>
                <a:schemeClr val="lt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92"/>
          <p:cNvSpPr/>
          <p:nvPr/>
        </p:nvSpPr>
        <p:spPr>
          <a:xfrm>
            <a:off x="4850939"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3" name="Google Shape;483;p92"/>
          <p:cNvSpPr txBox="1"/>
          <p:nvPr>
            <p:ph type="title"/>
          </p:nvPr>
        </p:nvSpPr>
        <p:spPr>
          <a:xfrm>
            <a:off x="623400" y="425974"/>
            <a:ext cx="8520600" cy="1095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ru"/>
              <a:t>У вас модель рекомендаций, и вечером поток запросов вырос в 10 раз. Что сделает оркестратор?</a:t>
            </a:r>
            <a:endParaRPr/>
          </a:p>
        </p:txBody>
      </p:sp>
      <p:sp>
        <p:nvSpPr>
          <p:cNvPr id="484" name="Google Shape;484;p92"/>
          <p:cNvSpPr/>
          <p:nvPr/>
        </p:nvSpPr>
        <p:spPr>
          <a:xfrm>
            <a:off x="211326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92"/>
          <p:cNvSpPr/>
          <p:nvPr/>
        </p:nvSpPr>
        <p:spPr>
          <a:xfrm>
            <a:off x="485095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6" name="Google Shape;486;p92"/>
          <p:cNvSpPr/>
          <p:nvPr/>
        </p:nvSpPr>
        <p:spPr>
          <a:xfrm>
            <a:off x="2113264"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7" name="Google Shape;487;p92"/>
          <p:cNvSpPr txBox="1"/>
          <p:nvPr/>
        </p:nvSpPr>
        <p:spPr>
          <a:xfrm>
            <a:off x="2224863" y="24989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1. </a:t>
            </a:r>
            <a:r>
              <a:rPr lang="ru" sz="1200">
                <a:solidFill>
                  <a:schemeClr val="dk1"/>
                </a:solidFill>
                <a:latin typeface="Roboto"/>
                <a:ea typeface="Roboto"/>
                <a:cs typeface="Roboto"/>
                <a:sym typeface="Roboto"/>
              </a:rPr>
              <a:t>Автоматически поднимет больше копий сервиса с моделью</a:t>
            </a:r>
            <a:endParaRPr sz="1200">
              <a:solidFill>
                <a:schemeClr val="dk1"/>
              </a:solidFill>
              <a:latin typeface="Roboto"/>
              <a:ea typeface="Roboto"/>
              <a:cs typeface="Roboto"/>
              <a:sym typeface="Roboto"/>
            </a:endParaRPr>
          </a:p>
        </p:txBody>
      </p:sp>
      <p:sp>
        <p:nvSpPr>
          <p:cNvPr id="488" name="Google Shape;488;p92"/>
          <p:cNvSpPr txBox="1"/>
          <p:nvPr/>
        </p:nvSpPr>
        <p:spPr>
          <a:xfrm>
            <a:off x="2113263" y="3813263"/>
            <a:ext cx="241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3. Остановит все контейнеры и перезапустит систему</a:t>
            </a:r>
            <a:endParaRPr sz="1200">
              <a:solidFill>
                <a:schemeClr val="dk1"/>
              </a:solidFill>
              <a:latin typeface="Roboto"/>
              <a:ea typeface="Roboto"/>
              <a:cs typeface="Roboto"/>
              <a:sym typeface="Roboto"/>
            </a:endParaRPr>
          </a:p>
        </p:txBody>
      </p:sp>
      <p:sp>
        <p:nvSpPr>
          <p:cNvPr id="489" name="Google Shape;489;p92"/>
          <p:cNvSpPr txBox="1"/>
          <p:nvPr/>
        </p:nvSpPr>
        <p:spPr>
          <a:xfrm>
            <a:off x="5002453" y="24989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Отправит сообщение в Slack «держитесь»</a:t>
            </a:r>
            <a:endParaRPr sz="1200">
              <a:solidFill>
                <a:schemeClr val="dk1"/>
              </a:solidFill>
              <a:latin typeface="Roboto"/>
              <a:ea typeface="Roboto"/>
              <a:cs typeface="Roboto"/>
              <a:sym typeface="Roboto"/>
            </a:endParaRPr>
          </a:p>
        </p:txBody>
      </p:sp>
      <p:sp>
        <p:nvSpPr>
          <p:cNvPr id="490" name="Google Shape;490;p92"/>
          <p:cNvSpPr txBox="1"/>
          <p:nvPr/>
        </p:nvSpPr>
        <p:spPr>
          <a:xfrm>
            <a:off x="5002451" y="381327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4. Увеличит скорость обучения модели</a:t>
            </a:r>
            <a:endParaRPr sz="1200">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93"/>
          <p:cNvSpPr txBox="1"/>
          <p:nvPr>
            <p:ph type="title"/>
          </p:nvPr>
        </p:nvSpPr>
        <p:spPr>
          <a:xfrm>
            <a:off x="623400" y="425976"/>
            <a:ext cx="8520600" cy="1595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ru"/>
              <a:t>У вас модель рекомендаций, и вечером поток запросов вырос в 10 раз. Что сделает оркестратор?</a:t>
            </a:r>
            <a:endParaRPr/>
          </a:p>
        </p:txBody>
      </p:sp>
      <p:sp>
        <p:nvSpPr>
          <p:cNvPr id="496" name="Google Shape;496;p93"/>
          <p:cNvSpPr/>
          <p:nvPr/>
        </p:nvSpPr>
        <p:spPr>
          <a:xfrm>
            <a:off x="4850939"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7" name="Google Shape;497;p93"/>
          <p:cNvSpPr/>
          <p:nvPr/>
        </p:nvSpPr>
        <p:spPr>
          <a:xfrm>
            <a:off x="2113264" y="2456025"/>
            <a:ext cx="2418300" cy="879900"/>
          </a:xfrm>
          <a:prstGeom prst="roundRect">
            <a:avLst>
              <a:gd fmla="val 16667" name="adj"/>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8" name="Google Shape;498;p93"/>
          <p:cNvSpPr/>
          <p:nvPr/>
        </p:nvSpPr>
        <p:spPr>
          <a:xfrm>
            <a:off x="485095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9" name="Google Shape;499;p93"/>
          <p:cNvSpPr/>
          <p:nvPr/>
        </p:nvSpPr>
        <p:spPr>
          <a:xfrm>
            <a:off x="2113264"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0" name="Google Shape;500;p93"/>
          <p:cNvSpPr txBox="1"/>
          <p:nvPr/>
        </p:nvSpPr>
        <p:spPr>
          <a:xfrm>
            <a:off x="2224863" y="24989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lt1"/>
                </a:solidFill>
                <a:latin typeface="Roboto"/>
                <a:ea typeface="Roboto"/>
                <a:cs typeface="Roboto"/>
                <a:sym typeface="Roboto"/>
              </a:rPr>
              <a:t>1. </a:t>
            </a:r>
            <a:r>
              <a:rPr lang="ru" sz="1200">
                <a:solidFill>
                  <a:schemeClr val="lt1"/>
                </a:solidFill>
                <a:latin typeface="Roboto"/>
                <a:ea typeface="Roboto"/>
                <a:cs typeface="Roboto"/>
                <a:sym typeface="Roboto"/>
              </a:rPr>
              <a:t>Автоматически поднимет больше копий сервиса с моделью</a:t>
            </a:r>
            <a:endParaRPr sz="1200">
              <a:solidFill>
                <a:schemeClr val="lt1"/>
              </a:solidFill>
              <a:latin typeface="Roboto"/>
              <a:ea typeface="Roboto"/>
              <a:cs typeface="Roboto"/>
              <a:sym typeface="Roboto"/>
            </a:endParaRPr>
          </a:p>
        </p:txBody>
      </p:sp>
      <p:sp>
        <p:nvSpPr>
          <p:cNvPr id="501" name="Google Shape;501;p93"/>
          <p:cNvSpPr txBox="1"/>
          <p:nvPr/>
        </p:nvSpPr>
        <p:spPr>
          <a:xfrm>
            <a:off x="2113263" y="3813263"/>
            <a:ext cx="241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3. </a:t>
            </a:r>
            <a:r>
              <a:rPr lang="ru" sz="1200">
                <a:solidFill>
                  <a:schemeClr val="dk1"/>
                </a:solidFill>
                <a:latin typeface="Roboto"/>
                <a:ea typeface="Roboto"/>
                <a:cs typeface="Roboto"/>
                <a:sym typeface="Roboto"/>
              </a:rPr>
              <a:t>Остановит все контейнеры и перезапустит систему</a:t>
            </a:r>
            <a:endParaRPr sz="1200">
              <a:solidFill>
                <a:schemeClr val="dk1"/>
              </a:solidFill>
              <a:latin typeface="Roboto"/>
              <a:ea typeface="Roboto"/>
              <a:cs typeface="Roboto"/>
              <a:sym typeface="Roboto"/>
            </a:endParaRPr>
          </a:p>
        </p:txBody>
      </p:sp>
      <p:sp>
        <p:nvSpPr>
          <p:cNvPr id="502" name="Google Shape;502;p93"/>
          <p:cNvSpPr txBox="1"/>
          <p:nvPr/>
        </p:nvSpPr>
        <p:spPr>
          <a:xfrm>
            <a:off x="5002453" y="24989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a:t>
            </a:r>
            <a:r>
              <a:rPr lang="ru" sz="1200">
                <a:solidFill>
                  <a:schemeClr val="dk1"/>
                </a:solidFill>
                <a:latin typeface="Roboto"/>
                <a:ea typeface="Roboto"/>
                <a:cs typeface="Roboto"/>
                <a:sym typeface="Roboto"/>
              </a:rPr>
              <a:t>Отправит сообщение в Slack «держитесь»</a:t>
            </a:r>
            <a:endParaRPr sz="1200">
              <a:solidFill>
                <a:schemeClr val="dk1"/>
              </a:solidFill>
              <a:latin typeface="Roboto"/>
              <a:ea typeface="Roboto"/>
              <a:cs typeface="Roboto"/>
              <a:sym typeface="Roboto"/>
            </a:endParaRPr>
          </a:p>
        </p:txBody>
      </p:sp>
      <p:sp>
        <p:nvSpPr>
          <p:cNvPr id="503" name="Google Shape;503;p93"/>
          <p:cNvSpPr txBox="1"/>
          <p:nvPr/>
        </p:nvSpPr>
        <p:spPr>
          <a:xfrm>
            <a:off x="5002451" y="381327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4. </a:t>
            </a:r>
            <a:r>
              <a:rPr lang="ru" sz="1200">
                <a:solidFill>
                  <a:schemeClr val="dk1"/>
                </a:solidFill>
                <a:latin typeface="Roboto"/>
                <a:ea typeface="Roboto"/>
                <a:cs typeface="Roboto"/>
                <a:sym typeface="Roboto"/>
              </a:rPr>
              <a:t>Увеличит скорость обучения модели</a:t>
            </a:r>
            <a:endParaRPr sz="1200">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94"/>
          <p:cNvSpPr/>
          <p:nvPr/>
        </p:nvSpPr>
        <p:spPr>
          <a:xfrm>
            <a:off x="4850939"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9" name="Google Shape;509;p94"/>
          <p:cNvSpPr txBox="1"/>
          <p:nvPr>
            <p:ph type="title"/>
          </p:nvPr>
        </p:nvSpPr>
        <p:spPr>
          <a:xfrm>
            <a:off x="623400" y="425974"/>
            <a:ext cx="8520600" cy="1095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ru"/>
              <a:t>Почему MLOps-инженеру важно уметь работать с оркестраторами?</a:t>
            </a:r>
            <a:endParaRPr/>
          </a:p>
        </p:txBody>
      </p:sp>
      <p:sp>
        <p:nvSpPr>
          <p:cNvPr id="510" name="Google Shape;510;p94"/>
          <p:cNvSpPr/>
          <p:nvPr/>
        </p:nvSpPr>
        <p:spPr>
          <a:xfrm>
            <a:off x="211326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1" name="Google Shape;511;p94"/>
          <p:cNvSpPr/>
          <p:nvPr/>
        </p:nvSpPr>
        <p:spPr>
          <a:xfrm>
            <a:off x="485095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94"/>
          <p:cNvSpPr/>
          <p:nvPr/>
        </p:nvSpPr>
        <p:spPr>
          <a:xfrm>
            <a:off x="2113264"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94"/>
          <p:cNvSpPr txBox="1"/>
          <p:nvPr/>
        </p:nvSpPr>
        <p:spPr>
          <a:xfrm>
            <a:off x="2224863" y="24989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1. </a:t>
            </a:r>
            <a:r>
              <a:rPr lang="ru" sz="1200">
                <a:solidFill>
                  <a:schemeClr val="dk1"/>
                </a:solidFill>
                <a:latin typeface="Roboto"/>
                <a:ea typeface="Roboto"/>
                <a:cs typeface="Roboto"/>
                <a:sym typeface="Roboto"/>
              </a:rPr>
              <a:t>Чтобы вручную следить за каждым контейнером</a:t>
            </a:r>
            <a:endParaRPr sz="1200">
              <a:solidFill>
                <a:schemeClr val="dk1"/>
              </a:solidFill>
              <a:latin typeface="Roboto"/>
              <a:ea typeface="Roboto"/>
              <a:cs typeface="Roboto"/>
              <a:sym typeface="Roboto"/>
            </a:endParaRPr>
          </a:p>
        </p:txBody>
      </p:sp>
      <p:sp>
        <p:nvSpPr>
          <p:cNvPr id="514" name="Google Shape;514;p94"/>
          <p:cNvSpPr txBox="1"/>
          <p:nvPr/>
        </p:nvSpPr>
        <p:spPr>
          <a:xfrm>
            <a:off x="5002453" y="24989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Чтобы писать меньше кода Python</a:t>
            </a:r>
            <a:endParaRPr sz="1200">
              <a:solidFill>
                <a:schemeClr val="dk1"/>
              </a:solidFill>
              <a:latin typeface="Roboto"/>
              <a:ea typeface="Roboto"/>
              <a:cs typeface="Roboto"/>
              <a:sym typeface="Roboto"/>
            </a:endParaRPr>
          </a:p>
        </p:txBody>
      </p:sp>
      <p:sp>
        <p:nvSpPr>
          <p:cNvPr id="515" name="Google Shape;515;p94"/>
          <p:cNvSpPr txBox="1"/>
          <p:nvPr/>
        </p:nvSpPr>
        <p:spPr>
          <a:xfrm>
            <a:off x="2113263" y="3813263"/>
            <a:ext cx="241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3. Чтобы обойтись без DevOps-команды</a:t>
            </a:r>
            <a:endParaRPr sz="1200">
              <a:solidFill>
                <a:schemeClr val="dk1"/>
              </a:solidFill>
              <a:latin typeface="Roboto"/>
              <a:ea typeface="Roboto"/>
              <a:cs typeface="Roboto"/>
              <a:sym typeface="Roboto"/>
            </a:endParaRPr>
          </a:p>
        </p:txBody>
      </p:sp>
      <p:sp>
        <p:nvSpPr>
          <p:cNvPr id="516" name="Google Shape;516;p94"/>
          <p:cNvSpPr txBox="1"/>
          <p:nvPr/>
        </p:nvSpPr>
        <p:spPr>
          <a:xfrm>
            <a:off x="4850950" y="3813275"/>
            <a:ext cx="2502600" cy="116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200">
                <a:solidFill>
                  <a:schemeClr val="dk1"/>
                </a:solidFill>
                <a:latin typeface="Roboto"/>
                <a:ea typeface="Roboto"/>
                <a:cs typeface="Roboto"/>
                <a:sym typeface="Roboto"/>
              </a:rPr>
              <a:t>4. Чтобы легко деплоить модели в production и поддерживать их стабильность</a:t>
            </a:r>
            <a:endParaRPr sz="1200">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t/>
            </a:r>
            <a:endParaRPr sz="1200">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95"/>
          <p:cNvSpPr/>
          <p:nvPr/>
        </p:nvSpPr>
        <p:spPr>
          <a:xfrm>
            <a:off x="4850939" y="3770358"/>
            <a:ext cx="2418300" cy="879900"/>
          </a:xfrm>
          <a:prstGeom prst="roundRect">
            <a:avLst>
              <a:gd fmla="val 16667" name="adj"/>
            </a:avLst>
          </a:prstGeom>
          <a:solidFill>
            <a:schemeClr val="dk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2" name="Google Shape;522;p95"/>
          <p:cNvSpPr txBox="1"/>
          <p:nvPr>
            <p:ph type="title"/>
          </p:nvPr>
        </p:nvSpPr>
        <p:spPr>
          <a:xfrm>
            <a:off x="623400" y="425974"/>
            <a:ext cx="8520600" cy="10959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ru"/>
              <a:t>Почему MLOps-инженеру важно уметь работать с оркестраторами?</a:t>
            </a:r>
            <a:endParaRPr/>
          </a:p>
        </p:txBody>
      </p:sp>
      <p:sp>
        <p:nvSpPr>
          <p:cNvPr id="523" name="Google Shape;523;p95"/>
          <p:cNvSpPr/>
          <p:nvPr/>
        </p:nvSpPr>
        <p:spPr>
          <a:xfrm>
            <a:off x="211326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4" name="Google Shape;524;p95"/>
          <p:cNvSpPr/>
          <p:nvPr/>
        </p:nvSpPr>
        <p:spPr>
          <a:xfrm>
            <a:off x="4850954" y="2456025"/>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5" name="Google Shape;525;p95"/>
          <p:cNvSpPr/>
          <p:nvPr/>
        </p:nvSpPr>
        <p:spPr>
          <a:xfrm>
            <a:off x="2113264" y="3770358"/>
            <a:ext cx="2418300" cy="8799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6" name="Google Shape;526;p95"/>
          <p:cNvSpPr txBox="1"/>
          <p:nvPr/>
        </p:nvSpPr>
        <p:spPr>
          <a:xfrm>
            <a:off x="2224863" y="2498925"/>
            <a:ext cx="19749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1. </a:t>
            </a:r>
            <a:r>
              <a:rPr lang="ru" sz="1200">
                <a:solidFill>
                  <a:schemeClr val="dk1"/>
                </a:solidFill>
                <a:latin typeface="Roboto"/>
                <a:ea typeface="Roboto"/>
                <a:cs typeface="Roboto"/>
                <a:sym typeface="Roboto"/>
              </a:rPr>
              <a:t>Чтобы вручную следить за каждым контейнером</a:t>
            </a:r>
            <a:endParaRPr sz="1200">
              <a:solidFill>
                <a:schemeClr val="dk1"/>
              </a:solidFill>
              <a:latin typeface="Roboto"/>
              <a:ea typeface="Roboto"/>
              <a:cs typeface="Roboto"/>
              <a:sym typeface="Roboto"/>
            </a:endParaRPr>
          </a:p>
        </p:txBody>
      </p:sp>
      <p:sp>
        <p:nvSpPr>
          <p:cNvPr id="527" name="Google Shape;527;p95"/>
          <p:cNvSpPr txBox="1"/>
          <p:nvPr/>
        </p:nvSpPr>
        <p:spPr>
          <a:xfrm>
            <a:off x="2113263" y="3813263"/>
            <a:ext cx="2418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3. </a:t>
            </a:r>
            <a:r>
              <a:rPr lang="ru" sz="1200">
                <a:solidFill>
                  <a:schemeClr val="dk1"/>
                </a:solidFill>
                <a:latin typeface="Roboto"/>
                <a:ea typeface="Roboto"/>
                <a:cs typeface="Roboto"/>
                <a:sym typeface="Roboto"/>
              </a:rPr>
              <a:t>Чтобы обойтись без DevOps-команды</a:t>
            </a:r>
            <a:endParaRPr sz="1200">
              <a:solidFill>
                <a:schemeClr val="dk1"/>
              </a:solidFill>
              <a:latin typeface="Roboto"/>
              <a:ea typeface="Roboto"/>
              <a:cs typeface="Roboto"/>
              <a:sym typeface="Roboto"/>
            </a:endParaRPr>
          </a:p>
        </p:txBody>
      </p:sp>
      <p:sp>
        <p:nvSpPr>
          <p:cNvPr id="528" name="Google Shape;528;p95"/>
          <p:cNvSpPr txBox="1"/>
          <p:nvPr/>
        </p:nvSpPr>
        <p:spPr>
          <a:xfrm>
            <a:off x="5002453" y="2498925"/>
            <a:ext cx="2115300" cy="58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2. </a:t>
            </a:r>
            <a:r>
              <a:rPr lang="ru" sz="1200">
                <a:solidFill>
                  <a:schemeClr val="dk1"/>
                </a:solidFill>
                <a:latin typeface="Roboto"/>
                <a:ea typeface="Roboto"/>
                <a:cs typeface="Roboto"/>
                <a:sym typeface="Roboto"/>
              </a:rPr>
              <a:t>Чтобы писать меньше кода Python</a:t>
            </a:r>
            <a:endParaRPr sz="1200">
              <a:solidFill>
                <a:schemeClr val="dk1"/>
              </a:solidFill>
              <a:latin typeface="Roboto"/>
              <a:ea typeface="Roboto"/>
              <a:cs typeface="Roboto"/>
              <a:sym typeface="Roboto"/>
            </a:endParaRPr>
          </a:p>
        </p:txBody>
      </p:sp>
      <p:sp>
        <p:nvSpPr>
          <p:cNvPr id="529" name="Google Shape;529;p95"/>
          <p:cNvSpPr txBox="1"/>
          <p:nvPr/>
        </p:nvSpPr>
        <p:spPr>
          <a:xfrm>
            <a:off x="4850950" y="3813275"/>
            <a:ext cx="2502600" cy="794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200">
                <a:solidFill>
                  <a:schemeClr val="lt1"/>
                </a:solidFill>
                <a:latin typeface="Roboto"/>
                <a:ea typeface="Roboto"/>
                <a:cs typeface="Roboto"/>
                <a:sym typeface="Roboto"/>
              </a:rPr>
              <a:t>4. </a:t>
            </a:r>
            <a:r>
              <a:rPr lang="ru" sz="1200">
                <a:solidFill>
                  <a:schemeClr val="lt1"/>
                </a:solidFill>
                <a:latin typeface="Roboto"/>
                <a:ea typeface="Roboto"/>
                <a:cs typeface="Roboto"/>
                <a:sym typeface="Roboto"/>
              </a:rPr>
              <a:t>Чтобы легко деплоить модели в production и поддерживать их стабильность</a:t>
            </a:r>
            <a:endParaRPr sz="1200">
              <a:solidFill>
                <a:schemeClr val="lt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33" name="Shape 533"/>
        <p:cNvGrpSpPr/>
        <p:nvPr/>
      </p:nvGrpSpPr>
      <p:grpSpPr>
        <a:xfrm>
          <a:off x="0" y="0"/>
          <a:ext cx="0" cy="0"/>
          <a:chOff x="0" y="0"/>
          <a:chExt cx="0" cy="0"/>
        </a:xfrm>
      </p:grpSpPr>
      <p:sp>
        <p:nvSpPr>
          <p:cNvPr id="534" name="Google Shape;534;p96"/>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Вопросы</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grpSp>
        <p:nvGrpSpPr>
          <p:cNvPr id="535" name="Google Shape;535;p96"/>
          <p:cNvGrpSpPr/>
          <p:nvPr/>
        </p:nvGrpSpPr>
        <p:grpSpPr>
          <a:xfrm>
            <a:off x="710075" y="3061974"/>
            <a:ext cx="6370821" cy="415500"/>
            <a:chOff x="841300" y="3930749"/>
            <a:chExt cx="6370821" cy="415500"/>
          </a:xfrm>
        </p:grpSpPr>
        <p:sp>
          <p:nvSpPr>
            <p:cNvPr id="536" name="Google Shape;536;p96"/>
            <p:cNvSpPr txBox="1"/>
            <p:nvPr/>
          </p:nvSpPr>
          <p:spPr>
            <a:xfrm>
              <a:off x="1345921" y="3930749"/>
              <a:ext cx="1927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chemeClr val="lt1"/>
                  </a:solidFill>
                  <a:latin typeface="Roboto"/>
                  <a:ea typeface="Roboto"/>
                  <a:cs typeface="Roboto"/>
                  <a:sym typeface="Roboto"/>
                </a:rPr>
                <a:t>если есть вопросы</a:t>
              </a:r>
              <a:endParaRPr sz="1500">
                <a:solidFill>
                  <a:schemeClr val="lt1"/>
                </a:solidFill>
                <a:latin typeface="Roboto"/>
                <a:ea typeface="Roboto"/>
                <a:cs typeface="Roboto"/>
                <a:sym typeface="Roboto"/>
              </a:endParaRPr>
            </a:p>
          </p:txBody>
        </p:sp>
        <p:sp>
          <p:nvSpPr>
            <p:cNvPr id="537" name="Google Shape;537;p96"/>
            <p:cNvSpPr txBox="1"/>
            <p:nvPr/>
          </p:nvSpPr>
          <p:spPr>
            <a:xfrm>
              <a:off x="5066221" y="3930749"/>
              <a:ext cx="214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1500">
                  <a:solidFill>
                    <a:schemeClr val="lt1"/>
                  </a:solidFill>
                  <a:latin typeface="Roboto"/>
                  <a:ea typeface="Roboto"/>
                  <a:cs typeface="Roboto"/>
                  <a:sym typeface="Roboto"/>
                </a:rPr>
                <a:t>если вопросов нет</a:t>
              </a:r>
              <a:endParaRPr sz="1500">
                <a:solidFill>
                  <a:schemeClr val="lt1"/>
                </a:solidFill>
                <a:latin typeface="Roboto"/>
                <a:ea typeface="Roboto"/>
                <a:cs typeface="Roboto"/>
                <a:sym typeface="Roboto"/>
              </a:endParaRPr>
            </a:p>
          </p:txBody>
        </p:sp>
        <p:pic>
          <p:nvPicPr>
            <p:cNvPr id="538" name="Google Shape;538;p96"/>
            <p:cNvPicPr preferRelativeResize="0"/>
            <p:nvPr/>
          </p:nvPicPr>
          <p:blipFill rotWithShape="1">
            <a:blip r:embed="rId3">
              <a:alphaModFix/>
            </a:blip>
            <a:srcRect b="33888" l="0" r="0" t="0"/>
            <a:stretch/>
          </p:blipFill>
          <p:spPr>
            <a:xfrm>
              <a:off x="841300" y="3971694"/>
              <a:ext cx="504637" cy="333625"/>
            </a:xfrm>
            <a:prstGeom prst="rect">
              <a:avLst/>
            </a:prstGeom>
            <a:noFill/>
            <a:ln>
              <a:noFill/>
            </a:ln>
          </p:spPr>
        </p:pic>
        <p:pic>
          <p:nvPicPr>
            <p:cNvPr id="539" name="Google Shape;539;p96"/>
            <p:cNvPicPr preferRelativeResize="0"/>
            <p:nvPr/>
          </p:nvPicPr>
          <p:blipFill rotWithShape="1">
            <a:blip r:embed="rId3">
              <a:alphaModFix/>
            </a:blip>
            <a:srcRect b="15479" l="0" r="0" t="60251"/>
            <a:stretch/>
          </p:blipFill>
          <p:spPr>
            <a:xfrm>
              <a:off x="4561600" y="4077275"/>
              <a:ext cx="504625" cy="122475"/>
            </a:xfrm>
            <a:prstGeom prst="rect">
              <a:avLst/>
            </a:prstGeom>
            <a:noFill/>
            <a:ln>
              <a:noFill/>
            </a:ln>
          </p:spPr>
        </p:pic>
      </p:grpSp>
      <p:pic>
        <p:nvPicPr>
          <p:cNvPr id="540" name="Google Shape;540;p96"/>
          <p:cNvPicPr preferRelativeResize="0"/>
          <p:nvPr/>
        </p:nvPicPr>
        <p:blipFill rotWithShape="1">
          <a:blip r:embed="rId4">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4" name="Shape 544"/>
        <p:cNvGrpSpPr/>
        <p:nvPr/>
      </p:nvGrpSpPr>
      <p:grpSpPr>
        <a:xfrm>
          <a:off x="0" y="0"/>
          <a:ext cx="0" cy="0"/>
          <a:chOff x="0" y="0"/>
          <a:chExt cx="0" cy="0"/>
        </a:xfrm>
      </p:grpSpPr>
      <p:pic>
        <p:nvPicPr>
          <p:cNvPr id="545" name="Google Shape;545;p97"/>
          <p:cNvPicPr preferRelativeResize="0"/>
          <p:nvPr/>
        </p:nvPicPr>
        <p:blipFill rotWithShape="1">
          <a:blip r:embed="rId3">
            <a:alphaModFix amt="42000"/>
          </a:blip>
          <a:srcRect b="38716" l="0" r="0" t="5495"/>
          <a:stretch/>
        </p:blipFill>
        <p:spPr>
          <a:xfrm>
            <a:off x="0" y="0"/>
            <a:ext cx="9219950" cy="5143500"/>
          </a:xfrm>
          <a:prstGeom prst="rect">
            <a:avLst/>
          </a:prstGeom>
          <a:noFill/>
          <a:ln>
            <a:noFill/>
          </a:ln>
        </p:spPr>
      </p:pic>
      <p:sp>
        <p:nvSpPr>
          <p:cNvPr id="546" name="Google Shape;546;p97"/>
          <p:cNvSpPr txBox="1"/>
          <p:nvPr>
            <p:ph type="title"/>
          </p:nvPr>
        </p:nvSpPr>
        <p:spPr>
          <a:xfrm>
            <a:off x="623400" y="4130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Ключевые тезисы блока</a:t>
            </a:r>
            <a:endParaRPr/>
          </a:p>
        </p:txBody>
      </p:sp>
      <p:sp>
        <p:nvSpPr>
          <p:cNvPr id="547" name="Google Shape;547;p97"/>
          <p:cNvSpPr txBox="1"/>
          <p:nvPr>
            <p:ph idx="4294967295" type="subTitle"/>
          </p:nvPr>
        </p:nvSpPr>
        <p:spPr>
          <a:xfrm>
            <a:off x="500550" y="857363"/>
            <a:ext cx="7796700" cy="415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013D85"/>
                </a:solidFill>
              </a:rPr>
              <a:t> </a:t>
            </a:r>
            <a:endParaRPr b="1" sz="1500">
              <a:solidFill>
                <a:srgbClr val="013D85"/>
              </a:solidFill>
            </a:endParaRPr>
          </a:p>
        </p:txBody>
      </p:sp>
      <p:sp>
        <p:nvSpPr>
          <p:cNvPr id="548" name="Google Shape;548;p97"/>
          <p:cNvSpPr txBox="1"/>
          <p:nvPr/>
        </p:nvSpPr>
        <p:spPr>
          <a:xfrm>
            <a:off x="720000" y="1288450"/>
            <a:ext cx="7019700" cy="760500"/>
          </a:xfrm>
          <a:prstGeom prst="rect">
            <a:avLst/>
          </a:prstGeom>
          <a:noFill/>
          <a:ln>
            <a:noFill/>
          </a:ln>
        </p:spPr>
        <p:txBody>
          <a:bodyPr anchorCtr="0" anchor="t" bIns="91425" lIns="91425" spcFirstLastPara="1" rIns="91425" wrap="square" tIns="91425">
            <a:spAutoFit/>
          </a:bodyPr>
          <a:lstStyle/>
          <a:p>
            <a:pPr indent="-336550" lvl="0" marL="457200" rtl="0" algn="l">
              <a:lnSpc>
                <a:spcPct val="120000"/>
              </a:lnSpc>
              <a:spcBef>
                <a:spcPts val="0"/>
              </a:spcBef>
              <a:spcAft>
                <a:spcPts val="0"/>
              </a:spcAft>
              <a:buClr>
                <a:schemeClr val="dk1"/>
              </a:buClr>
              <a:buSzPts val="1700"/>
              <a:buFont typeface="Roboto"/>
              <a:buAutoNum type="arabicPeriod"/>
            </a:pPr>
            <a:r>
              <a:rPr lang="ru" sz="1700">
                <a:solidFill>
                  <a:schemeClr val="dk1"/>
                </a:solidFill>
                <a:latin typeface="Roboto"/>
                <a:ea typeface="Roboto"/>
                <a:cs typeface="Roboto"/>
                <a:sym typeface="Roboto"/>
              </a:rPr>
              <a:t>Оркестрация упрощает работу с множеством контейнеров</a:t>
            </a:r>
            <a:endParaRPr sz="1700">
              <a:solidFill>
                <a:schemeClr val="dk1"/>
              </a:solidFill>
              <a:latin typeface="Roboto"/>
              <a:ea typeface="Roboto"/>
              <a:cs typeface="Roboto"/>
              <a:sym typeface="Roboto"/>
            </a:endParaRPr>
          </a:p>
          <a:p>
            <a:pPr indent="-336550" lvl="0" marL="457200" rtl="0" algn="l">
              <a:lnSpc>
                <a:spcPct val="120000"/>
              </a:lnSpc>
              <a:spcBef>
                <a:spcPts val="0"/>
              </a:spcBef>
              <a:spcAft>
                <a:spcPts val="0"/>
              </a:spcAft>
              <a:buClr>
                <a:schemeClr val="dk1"/>
              </a:buClr>
              <a:buSzPts val="1700"/>
              <a:buFont typeface="Roboto"/>
              <a:buAutoNum type="arabicPeriod"/>
            </a:pPr>
            <a:r>
              <a:rPr lang="ru" sz="1700">
                <a:solidFill>
                  <a:schemeClr val="dk1"/>
                </a:solidFill>
                <a:latin typeface="Roboto"/>
                <a:ea typeface="Roboto"/>
                <a:cs typeface="Roboto"/>
                <a:sym typeface="Roboto"/>
              </a:rPr>
              <a:t>K8S — золотой стандарт оркестрации</a:t>
            </a:r>
            <a:endParaRPr sz="1700">
              <a:solidFill>
                <a:schemeClr val="dk1"/>
              </a:solidFill>
              <a:latin typeface="Roboto"/>
              <a:ea typeface="Roboto"/>
              <a:cs typeface="Roboto"/>
              <a:sym typeface="Roboto"/>
            </a:endParaRPr>
          </a:p>
        </p:txBody>
      </p:sp>
      <p:pic>
        <p:nvPicPr>
          <p:cNvPr id="549" name="Google Shape;549;p97"/>
          <p:cNvPicPr preferRelativeResize="0"/>
          <p:nvPr/>
        </p:nvPicPr>
        <p:blipFill>
          <a:blip r:embed="rId4">
            <a:alphaModFix/>
          </a:blip>
          <a:stretch>
            <a:fillRect/>
          </a:stretch>
        </p:blipFill>
        <p:spPr>
          <a:xfrm>
            <a:off x="7258050" y="3065775"/>
            <a:ext cx="1819500" cy="1819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553" name="Shape 553"/>
        <p:cNvGrpSpPr/>
        <p:nvPr/>
      </p:nvGrpSpPr>
      <p:grpSpPr>
        <a:xfrm>
          <a:off x="0" y="0"/>
          <a:ext cx="0" cy="0"/>
          <a:chOff x="0" y="0"/>
          <a:chExt cx="0" cy="0"/>
        </a:xfrm>
      </p:grpSpPr>
      <p:sp>
        <p:nvSpPr>
          <p:cNvPr id="554" name="Google Shape;554;p98"/>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a:t>Kubernetes (k8s)</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555" name="Google Shape;555;p98"/>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9" name="Shape 559"/>
        <p:cNvGrpSpPr/>
        <p:nvPr/>
      </p:nvGrpSpPr>
      <p:grpSpPr>
        <a:xfrm>
          <a:off x="0" y="0"/>
          <a:ext cx="0" cy="0"/>
          <a:chOff x="0" y="0"/>
          <a:chExt cx="0" cy="0"/>
        </a:xfrm>
      </p:grpSpPr>
      <p:sp>
        <p:nvSpPr>
          <p:cNvPr id="560" name="Google Shape;560;p99"/>
          <p:cNvSpPr txBox="1"/>
          <p:nvPr/>
        </p:nvSpPr>
        <p:spPr>
          <a:xfrm>
            <a:off x="721500" y="540000"/>
            <a:ext cx="7130700" cy="3140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i="1" lang="ru" sz="2000">
                <a:solidFill>
                  <a:srgbClr val="333333"/>
                </a:solidFill>
                <a:highlight>
                  <a:srgbClr val="FFFFFF"/>
                </a:highlight>
                <a:latin typeface="Roboto"/>
                <a:ea typeface="Roboto"/>
                <a:cs typeface="Roboto"/>
                <a:sym typeface="Roboto"/>
              </a:rPr>
              <a:t>Мы оказались в затруднительном положении — было несколько задач, которые мы хотели решить с помощью Kubernetes. Первое — существенно изменить правила игры, учитывая жесткую конкуренцию с другими облаками. Игроки вроде Amazon уже давно завоевали этот рынок. Можно было побороться с ними в области виртуальных машин или попытаться убедить разработчиков создавать приложения совсем по-другому — чтобы этот новый стиль совпадал с сильными сторонами Google Cloud.</a:t>
            </a:r>
            <a:endParaRPr sz="2000">
              <a:solidFill>
                <a:schemeClr val="dk1"/>
              </a:solidFill>
              <a:latin typeface="Roboto"/>
              <a:ea typeface="Roboto"/>
              <a:cs typeface="Roboto"/>
              <a:sym typeface="Roboto"/>
            </a:endParaRPr>
          </a:p>
        </p:txBody>
      </p:sp>
      <p:sp>
        <p:nvSpPr>
          <p:cNvPr id="561" name="Google Shape;561;p99"/>
          <p:cNvSpPr txBox="1"/>
          <p:nvPr/>
        </p:nvSpPr>
        <p:spPr>
          <a:xfrm>
            <a:off x="5464475" y="4154400"/>
            <a:ext cx="33528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Clr>
                <a:schemeClr val="dk1"/>
              </a:buClr>
              <a:buSzPts val="1100"/>
              <a:buFont typeface="Arial"/>
              <a:buNone/>
            </a:pPr>
            <a:r>
              <a:rPr lang="ru" sz="2000" u="sng">
                <a:solidFill>
                  <a:srgbClr val="548EAA"/>
                </a:solidFill>
                <a:highlight>
                  <a:srgbClr val="FFFFFF"/>
                </a:highlight>
                <a:latin typeface="Roboto"/>
                <a:ea typeface="Roboto"/>
                <a:cs typeface="Roboto"/>
                <a:sym typeface="Roboto"/>
                <a:hlinkClick r:id="rId3">
                  <a:extLst>
                    <a:ext uri="{A12FA001-AC4F-418D-AE19-62706E023703}">
                      <ahyp:hlinkClr val="tx"/>
                    </a:ext>
                  </a:extLst>
                </a:hlinkClick>
              </a:rPr>
              <a:t>Джо Беда</a:t>
            </a:r>
            <a:r>
              <a:rPr lang="ru" sz="2000">
                <a:solidFill>
                  <a:srgbClr val="333333"/>
                </a:solidFill>
                <a:highlight>
                  <a:srgbClr val="FFFFFF"/>
                </a:highlight>
                <a:latin typeface="Roboto"/>
                <a:ea typeface="Roboto"/>
                <a:cs typeface="Roboto"/>
                <a:sym typeface="Roboto"/>
              </a:rPr>
              <a:t>, один из создателей Kubernetes</a:t>
            </a:r>
            <a:endParaRPr sz="2000">
              <a:solidFill>
                <a:schemeClr val="dk1"/>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100"/>
          <p:cNvSpPr txBox="1"/>
          <p:nvPr/>
        </p:nvSpPr>
        <p:spPr>
          <a:xfrm>
            <a:off x="611950" y="1815525"/>
            <a:ext cx="6344400" cy="2916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200"/>
              </a:spcBef>
              <a:spcAft>
                <a:spcPts val="0"/>
              </a:spcAft>
              <a:buClr>
                <a:schemeClr val="dk1"/>
              </a:buClr>
              <a:buSzPts val="1300"/>
              <a:buFont typeface="Roboto"/>
              <a:buChar char="●"/>
            </a:pPr>
            <a:r>
              <a:rPr lang="ru" sz="1300">
                <a:solidFill>
                  <a:schemeClr val="dk1"/>
                </a:solidFill>
                <a:latin typeface="Roboto"/>
                <a:ea typeface="Roboto"/>
                <a:cs typeface="Roboto"/>
                <a:sym typeface="Roboto"/>
              </a:rPr>
              <a:t>Первый коммит сделан 6 июня 2014 года — проекту уже больше 10 лет</a:t>
            </a:r>
            <a:br>
              <a:rPr lang="ru" sz="1300">
                <a:solidFill>
                  <a:schemeClr val="dk1"/>
                </a:solidFill>
                <a:latin typeface="Roboto"/>
                <a:ea typeface="Roboto"/>
                <a:cs typeface="Roboto"/>
                <a:sym typeface="Roboto"/>
              </a:rPr>
            </a:b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Font typeface="Roboto"/>
              <a:buChar char="●"/>
            </a:pPr>
            <a:r>
              <a:rPr lang="ru" sz="1300">
                <a:solidFill>
                  <a:schemeClr val="dk1"/>
                </a:solidFill>
                <a:latin typeface="Roboto"/>
                <a:ea typeface="Roboto"/>
                <a:cs typeface="Roboto"/>
                <a:sym typeface="Roboto"/>
              </a:rPr>
              <a:t>Разработан внутри Google на основе их внутренней системы Borg</a:t>
            </a:r>
            <a:br>
              <a:rPr lang="ru" sz="1300">
                <a:solidFill>
                  <a:schemeClr val="dk1"/>
                </a:solidFill>
                <a:latin typeface="Roboto"/>
                <a:ea typeface="Roboto"/>
                <a:cs typeface="Roboto"/>
                <a:sym typeface="Roboto"/>
              </a:rPr>
            </a:b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Char char="●"/>
            </a:pPr>
            <a:r>
              <a:rPr lang="ru" sz="1300">
                <a:solidFill>
                  <a:schemeClr val="dk1"/>
                </a:solidFill>
                <a:latin typeface="Roboto"/>
                <a:ea typeface="Roboto"/>
                <a:cs typeface="Roboto"/>
                <a:sym typeface="Roboto"/>
              </a:rPr>
              <a:t>Вскоре передан под управление Cloud Native Computing Foundation (CNCF)</a:t>
            </a:r>
            <a:br>
              <a:rPr lang="ru" sz="1300">
                <a:solidFill>
                  <a:schemeClr val="dk1"/>
                </a:solidFill>
                <a:latin typeface="Roboto"/>
                <a:ea typeface="Roboto"/>
                <a:cs typeface="Roboto"/>
                <a:sym typeface="Roboto"/>
              </a:rPr>
            </a:b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Char char="●"/>
            </a:pPr>
            <a:r>
              <a:rPr lang="ru" sz="1300">
                <a:solidFill>
                  <a:schemeClr val="dk1"/>
                </a:solidFill>
                <a:latin typeface="Roboto"/>
                <a:ea typeface="Roboto"/>
                <a:cs typeface="Roboto"/>
                <a:sym typeface="Roboto"/>
              </a:rPr>
              <a:t>тал открытым стандартом оркестрации контейнеров, поддерживаемым всеми крупными облаками</a:t>
            </a:r>
            <a:br>
              <a:rPr lang="ru" sz="1300">
                <a:solidFill>
                  <a:schemeClr val="dk1"/>
                </a:solidFill>
                <a:latin typeface="Roboto"/>
                <a:ea typeface="Roboto"/>
                <a:cs typeface="Roboto"/>
                <a:sym typeface="Roboto"/>
              </a:rPr>
            </a:br>
            <a:endParaRPr sz="1300">
              <a:solidFill>
                <a:schemeClr val="dk1"/>
              </a:solidFill>
              <a:latin typeface="Roboto"/>
              <a:ea typeface="Roboto"/>
              <a:cs typeface="Roboto"/>
              <a:sym typeface="Roboto"/>
            </a:endParaRPr>
          </a:p>
          <a:p>
            <a:pPr indent="-311150" lvl="0" marL="457200" rtl="0" algn="l">
              <a:lnSpc>
                <a:spcPct val="115000"/>
              </a:lnSpc>
              <a:spcBef>
                <a:spcPts val="0"/>
              </a:spcBef>
              <a:spcAft>
                <a:spcPts val="0"/>
              </a:spcAft>
              <a:buClr>
                <a:schemeClr val="dk1"/>
              </a:buClr>
              <a:buSzPts val="1300"/>
              <a:buFont typeface="Roboto"/>
              <a:buChar char="●"/>
            </a:pPr>
            <a:r>
              <a:rPr lang="ru" sz="1300">
                <a:solidFill>
                  <a:schemeClr val="dk1"/>
                </a:solidFill>
                <a:latin typeface="Roboto"/>
                <a:ea typeface="Roboto"/>
                <a:cs typeface="Roboto"/>
                <a:sym typeface="Roboto"/>
              </a:rPr>
              <a:t>Kubernetes признан одним из самых успешных open-source проектов в истории, с тысячами контрибьюторов по всему миру</a:t>
            </a:r>
            <a:endParaRPr sz="1300">
              <a:solidFill>
                <a:srgbClr val="333333"/>
              </a:solidFill>
              <a:highlight>
                <a:srgbClr val="FFFFFF"/>
              </a:highlight>
              <a:latin typeface="Roboto"/>
              <a:ea typeface="Roboto"/>
              <a:cs typeface="Roboto"/>
              <a:sym typeface="Roboto"/>
            </a:endParaRPr>
          </a:p>
        </p:txBody>
      </p:sp>
      <p:sp>
        <p:nvSpPr>
          <p:cNvPr id="567" name="Google Shape;567;p100"/>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История k8s</a:t>
            </a:r>
            <a:endParaRPr/>
          </a:p>
        </p:txBody>
      </p:sp>
      <p:sp>
        <p:nvSpPr>
          <p:cNvPr id="568" name="Google Shape;568;p100"/>
          <p:cNvSpPr txBox="1"/>
          <p:nvPr>
            <p:ph type="title"/>
          </p:nvPr>
        </p:nvSpPr>
        <p:spPr>
          <a:xfrm>
            <a:off x="611950" y="938325"/>
            <a:ext cx="8007000" cy="646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ru" sz="1500">
                <a:solidFill>
                  <a:srgbClr val="333333"/>
                </a:solidFill>
                <a:highlight>
                  <a:srgbClr val="FFFFFF"/>
                </a:highlight>
              </a:rPr>
              <a:t>Удивительно, какой путь прошёл Kubernetes: от идеи в головах </a:t>
            </a:r>
            <a:r>
              <a:rPr lang="ru" sz="1500">
                <a:solidFill>
                  <a:srgbClr val="333333"/>
                </a:solidFill>
                <a:highlight>
                  <a:srgbClr val="FFFFFF"/>
                </a:highlight>
              </a:rPr>
              <a:t>трех</a:t>
            </a:r>
            <a:r>
              <a:rPr lang="ru" sz="1500">
                <a:solidFill>
                  <a:srgbClr val="333333"/>
                </a:solidFill>
                <a:highlight>
                  <a:srgbClr val="FFFFFF"/>
                </a:highlight>
              </a:rPr>
              <a:t> человек до феномена, который изменил наше представление о Cloud Native-разработке в целом</a:t>
            </a:r>
            <a:endParaRPr sz="1500"/>
          </a:p>
        </p:txBody>
      </p:sp>
      <p:pic>
        <p:nvPicPr>
          <p:cNvPr id="569" name="Google Shape;569;p100"/>
          <p:cNvPicPr preferRelativeResize="0"/>
          <p:nvPr/>
        </p:nvPicPr>
        <p:blipFill rotWithShape="1">
          <a:blip r:embed="rId3">
            <a:alphaModFix/>
          </a:blip>
          <a:srcRect b="12637" l="21858" r="24064" t="13719"/>
          <a:stretch/>
        </p:blipFill>
        <p:spPr>
          <a:xfrm>
            <a:off x="6831450" y="2159512"/>
            <a:ext cx="2109076" cy="191412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101"/>
          <p:cNvSpPr txBox="1"/>
          <p:nvPr>
            <p:ph type="title"/>
          </p:nvPr>
        </p:nvSpPr>
        <p:spPr>
          <a:xfrm>
            <a:off x="611950" y="356000"/>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Архитектура k8s</a:t>
            </a:r>
            <a:endParaRPr/>
          </a:p>
        </p:txBody>
      </p:sp>
      <p:pic>
        <p:nvPicPr>
          <p:cNvPr id="575" name="Google Shape;575;p101"/>
          <p:cNvPicPr preferRelativeResize="0"/>
          <p:nvPr/>
        </p:nvPicPr>
        <p:blipFill>
          <a:blip r:embed="rId3">
            <a:alphaModFix/>
          </a:blip>
          <a:stretch>
            <a:fillRect/>
          </a:stretch>
        </p:blipFill>
        <p:spPr>
          <a:xfrm>
            <a:off x="466938" y="1002500"/>
            <a:ext cx="8210125" cy="38362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02"/>
          <p:cNvSpPr txBox="1"/>
          <p:nvPr/>
        </p:nvSpPr>
        <p:spPr>
          <a:xfrm>
            <a:off x="611950" y="1269600"/>
            <a:ext cx="6066600" cy="2150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1000"/>
              </a:spcBef>
              <a:spcAft>
                <a:spcPts val="0"/>
              </a:spcAft>
              <a:buClr>
                <a:srgbClr val="333333"/>
              </a:buClr>
              <a:buSzPts val="1300"/>
              <a:buFont typeface="Roboto"/>
              <a:buChar char="●"/>
            </a:pPr>
            <a:r>
              <a:rPr lang="ru" sz="1300">
                <a:solidFill>
                  <a:srgbClr val="333333"/>
                </a:solidFill>
                <a:latin typeface="Roboto"/>
                <a:ea typeface="Roboto"/>
                <a:cs typeface="Roboto"/>
                <a:sym typeface="Roboto"/>
              </a:rPr>
              <a:t>Pod — минимальная единица запуска в Kubernetes, внутри которой работают контейнеры</a:t>
            </a:r>
            <a:endParaRPr sz="1300">
              <a:solidFill>
                <a:srgbClr val="333333"/>
              </a:solidFill>
              <a:latin typeface="Roboto"/>
              <a:ea typeface="Roboto"/>
              <a:cs typeface="Roboto"/>
              <a:sym typeface="Roboto"/>
            </a:endParaRPr>
          </a:p>
          <a:p>
            <a:pPr indent="-311150" lvl="0" marL="457200" rtl="0" algn="l">
              <a:lnSpc>
                <a:spcPct val="115000"/>
              </a:lnSpc>
              <a:spcBef>
                <a:spcPts val="1000"/>
              </a:spcBef>
              <a:spcAft>
                <a:spcPts val="0"/>
              </a:spcAft>
              <a:buClr>
                <a:srgbClr val="333333"/>
              </a:buClr>
              <a:buSzPts val="1300"/>
              <a:buFont typeface="Roboto"/>
              <a:buChar char="●"/>
            </a:pPr>
            <a:r>
              <a:rPr lang="ru" sz="1300">
                <a:solidFill>
                  <a:srgbClr val="333333"/>
                </a:solidFill>
                <a:latin typeface="Roboto"/>
                <a:ea typeface="Roboto"/>
                <a:cs typeface="Roboto"/>
                <a:sym typeface="Roboto"/>
              </a:rPr>
              <a:t>Service — стабильная точка доступа к Pod-ам и балансировщик трафика</a:t>
            </a:r>
            <a:endParaRPr sz="1300">
              <a:solidFill>
                <a:srgbClr val="333333"/>
              </a:solidFill>
              <a:latin typeface="Roboto"/>
              <a:ea typeface="Roboto"/>
              <a:cs typeface="Roboto"/>
              <a:sym typeface="Roboto"/>
            </a:endParaRPr>
          </a:p>
          <a:p>
            <a:pPr indent="-311150" lvl="0" marL="457200" rtl="0" algn="l">
              <a:lnSpc>
                <a:spcPct val="115000"/>
              </a:lnSpc>
              <a:spcBef>
                <a:spcPts val="1000"/>
              </a:spcBef>
              <a:spcAft>
                <a:spcPts val="0"/>
              </a:spcAft>
              <a:buClr>
                <a:srgbClr val="333333"/>
              </a:buClr>
              <a:buSzPts val="1300"/>
              <a:buFont typeface="Roboto"/>
              <a:buChar char="●"/>
            </a:pPr>
            <a:r>
              <a:rPr lang="ru" sz="1300">
                <a:solidFill>
                  <a:srgbClr val="333333"/>
                </a:solidFill>
                <a:latin typeface="Roboto"/>
                <a:ea typeface="Roboto"/>
                <a:cs typeface="Roboto"/>
                <a:sym typeface="Roboto"/>
              </a:rPr>
              <a:t>Volumes — способ хранить данные, которые не исчезают при перезапуске Pod-ов</a:t>
            </a:r>
            <a:endParaRPr sz="1300">
              <a:solidFill>
                <a:srgbClr val="333333"/>
              </a:solidFill>
              <a:latin typeface="Roboto"/>
              <a:ea typeface="Roboto"/>
              <a:cs typeface="Roboto"/>
              <a:sym typeface="Roboto"/>
            </a:endParaRPr>
          </a:p>
          <a:p>
            <a:pPr indent="-311150" lvl="0" marL="457200" rtl="0" algn="l">
              <a:lnSpc>
                <a:spcPct val="115000"/>
              </a:lnSpc>
              <a:spcBef>
                <a:spcPts val="1000"/>
              </a:spcBef>
              <a:spcAft>
                <a:spcPts val="0"/>
              </a:spcAft>
              <a:buClr>
                <a:srgbClr val="333333"/>
              </a:buClr>
              <a:buSzPts val="1300"/>
              <a:buFont typeface="Roboto"/>
              <a:buChar char="●"/>
            </a:pPr>
            <a:r>
              <a:rPr lang="ru" sz="1300">
                <a:solidFill>
                  <a:srgbClr val="333333"/>
                </a:solidFill>
                <a:latin typeface="Roboto"/>
                <a:ea typeface="Roboto"/>
                <a:cs typeface="Roboto"/>
                <a:sym typeface="Roboto"/>
              </a:rPr>
              <a:t>Namespaces — логическая изоляция ресурсов внутри кластера</a:t>
            </a:r>
            <a:endParaRPr sz="1300">
              <a:solidFill>
                <a:srgbClr val="333333"/>
              </a:solidFill>
              <a:latin typeface="Roboto"/>
              <a:ea typeface="Roboto"/>
              <a:cs typeface="Roboto"/>
              <a:sym typeface="Roboto"/>
            </a:endParaRPr>
          </a:p>
        </p:txBody>
      </p:sp>
      <p:sp>
        <p:nvSpPr>
          <p:cNvPr id="581" name="Google Shape;581;p102"/>
          <p:cNvSpPr txBox="1"/>
          <p:nvPr>
            <p:ph type="title"/>
          </p:nvPr>
        </p:nvSpPr>
        <p:spPr>
          <a:xfrm>
            <a:off x="638800" y="351150"/>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Основные объекты k8s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103"/>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Основные объекты k8s</a:t>
            </a:r>
            <a:endParaRPr/>
          </a:p>
        </p:txBody>
      </p:sp>
      <p:sp>
        <p:nvSpPr>
          <p:cNvPr id="587" name="Google Shape;587;p103"/>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ru" sz="1500" u="sng">
                <a:solidFill>
                  <a:schemeClr val="hlink"/>
                </a:solidFill>
                <a:highlight>
                  <a:srgbClr val="FFFFFF"/>
                </a:highlight>
                <a:hlinkClick r:id="rId3"/>
              </a:rPr>
              <a:t>Pod</a:t>
            </a:r>
            <a:endParaRPr sz="1500"/>
          </a:p>
        </p:txBody>
      </p:sp>
      <p:pic>
        <p:nvPicPr>
          <p:cNvPr id="588" name="Google Shape;588;p103"/>
          <p:cNvPicPr preferRelativeResize="0"/>
          <p:nvPr/>
        </p:nvPicPr>
        <p:blipFill>
          <a:blip r:embed="rId4">
            <a:alphaModFix/>
          </a:blip>
          <a:stretch>
            <a:fillRect/>
          </a:stretch>
        </p:blipFill>
        <p:spPr>
          <a:xfrm>
            <a:off x="720000" y="1407901"/>
            <a:ext cx="6702723" cy="26172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4"/>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Основные объекты k8s</a:t>
            </a:r>
            <a:endParaRPr/>
          </a:p>
        </p:txBody>
      </p:sp>
      <p:sp>
        <p:nvSpPr>
          <p:cNvPr id="594" name="Google Shape;594;p104"/>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ru" sz="1500" u="sng">
                <a:solidFill>
                  <a:schemeClr val="hlink"/>
                </a:solidFill>
                <a:highlight>
                  <a:srgbClr val="FFFFFF"/>
                </a:highlight>
                <a:hlinkClick r:id="rId3"/>
              </a:rPr>
              <a:t>Service</a:t>
            </a:r>
            <a:endParaRPr sz="1500"/>
          </a:p>
        </p:txBody>
      </p:sp>
      <p:pic>
        <p:nvPicPr>
          <p:cNvPr id="595" name="Google Shape;595;p104"/>
          <p:cNvPicPr preferRelativeResize="0"/>
          <p:nvPr/>
        </p:nvPicPr>
        <p:blipFill rotWithShape="1">
          <a:blip r:embed="rId4">
            <a:alphaModFix/>
          </a:blip>
          <a:srcRect b="10521" l="10544" r="10584" t="3934"/>
          <a:stretch/>
        </p:blipFill>
        <p:spPr>
          <a:xfrm>
            <a:off x="2511950" y="1530000"/>
            <a:ext cx="3907200" cy="2981100"/>
          </a:xfrm>
          <a:prstGeom prst="roundRect">
            <a:avLst>
              <a:gd fmla="val 16667" name="adj"/>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105"/>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Основные объекты k8s</a:t>
            </a:r>
            <a:endParaRPr/>
          </a:p>
        </p:txBody>
      </p:sp>
      <p:sp>
        <p:nvSpPr>
          <p:cNvPr id="601" name="Google Shape;601;p105"/>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ru" sz="1500" u="sng">
                <a:solidFill>
                  <a:schemeClr val="hlink"/>
                </a:solidFill>
                <a:highlight>
                  <a:srgbClr val="FFFFFF"/>
                </a:highlight>
                <a:hlinkClick r:id="rId3"/>
              </a:rPr>
              <a:t>Volumes</a:t>
            </a:r>
            <a:endParaRPr sz="1500"/>
          </a:p>
        </p:txBody>
      </p:sp>
      <p:pic>
        <p:nvPicPr>
          <p:cNvPr id="602" name="Google Shape;602;p105"/>
          <p:cNvPicPr preferRelativeResize="0"/>
          <p:nvPr/>
        </p:nvPicPr>
        <p:blipFill>
          <a:blip r:embed="rId4">
            <a:alphaModFix/>
          </a:blip>
          <a:stretch>
            <a:fillRect/>
          </a:stretch>
        </p:blipFill>
        <p:spPr>
          <a:xfrm>
            <a:off x="720000" y="1574250"/>
            <a:ext cx="3098225" cy="2611350"/>
          </a:xfrm>
          <a:prstGeom prst="rect">
            <a:avLst/>
          </a:prstGeom>
          <a:noFill/>
          <a:ln>
            <a:noFill/>
          </a:ln>
        </p:spPr>
      </p:pic>
      <p:pic>
        <p:nvPicPr>
          <p:cNvPr id="603" name="Google Shape;603;p105"/>
          <p:cNvPicPr preferRelativeResize="0"/>
          <p:nvPr/>
        </p:nvPicPr>
        <p:blipFill>
          <a:blip r:embed="rId5">
            <a:alphaModFix/>
          </a:blip>
          <a:stretch>
            <a:fillRect/>
          </a:stretch>
        </p:blipFill>
        <p:spPr>
          <a:xfrm>
            <a:off x="4200024" y="1469725"/>
            <a:ext cx="4674951" cy="282040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Основные объекты k8s</a:t>
            </a:r>
            <a:endParaRPr/>
          </a:p>
        </p:txBody>
      </p:sp>
      <p:sp>
        <p:nvSpPr>
          <p:cNvPr id="609" name="Google Shape;609;p106"/>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ru" sz="1500" u="sng">
                <a:solidFill>
                  <a:schemeClr val="hlink"/>
                </a:solidFill>
                <a:highlight>
                  <a:srgbClr val="FFFFFF"/>
                </a:highlight>
                <a:hlinkClick r:id="rId3"/>
              </a:rPr>
              <a:t>Namespaces</a:t>
            </a:r>
            <a:endParaRPr sz="1500"/>
          </a:p>
        </p:txBody>
      </p:sp>
      <p:pic>
        <p:nvPicPr>
          <p:cNvPr id="610" name="Google Shape;610;p106"/>
          <p:cNvPicPr preferRelativeResize="0"/>
          <p:nvPr/>
        </p:nvPicPr>
        <p:blipFill>
          <a:blip r:embed="rId4">
            <a:alphaModFix/>
          </a:blip>
          <a:stretch>
            <a:fillRect/>
          </a:stretch>
        </p:blipFill>
        <p:spPr>
          <a:xfrm>
            <a:off x="1372850" y="1374138"/>
            <a:ext cx="6692490" cy="3484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107"/>
          <p:cNvSpPr txBox="1"/>
          <p:nvPr>
            <p:ph type="title"/>
          </p:nvPr>
        </p:nvSpPr>
        <p:spPr>
          <a:xfrm>
            <a:off x="608700" y="4294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Контроллеры и их виды</a:t>
            </a:r>
            <a:endParaRPr/>
          </a:p>
        </p:txBody>
      </p:sp>
      <p:graphicFrame>
        <p:nvGraphicFramePr>
          <p:cNvPr id="616" name="Google Shape;616;p107"/>
          <p:cNvGraphicFramePr/>
          <p:nvPr/>
        </p:nvGraphicFramePr>
        <p:xfrm>
          <a:off x="608700" y="1378725"/>
          <a:ext cx="3000000" cy="3000000"/>
        </p:xfrm>
        <a:graphic>
          <a:graphicData uri="http://schemas.openxmlformats.org/drawingml/2006/table">
            <a:tbl>
              <a:tblPr>
                <a:noFill/>
                <a:tableStyleId>{17E1D209-6D39-4D6E-9036-57D33D6770C4}</a:tableStyleId>
              </a:tblPr>
              <a:tblGrid>
                <a:gridCol w="395875"/>
                <a:gridCol w="2403400"/>
                <a:gridCol w="2684725"/>
                <a:gridCol w="2477150"/>
              </a:tblGrid>
              <a:tr h="706100">
                <a:tc>
                  <a:txBody>
                    <a:bodyPr/>
                    <a:lstStyle/>
                    <a:p>
                      <a:pPr indent="0" lvl="0" marL="0" rtl="0" algn="l">
                        <a:spcBef>
                          <a:spcPts val="0"/>
                        </a:spcBef>
                        <a:spcAft>
                          <a:spcPts val="0"/>
                        </a:spcAft>
                        <a:buNone/>
                      </a:pPr>
                      <a:r>
                        <a:t/>
                      </a:r>
                      <a:endParaRPr b="1" sz="1600">
                        <a:solidFill>
                          <a:srgbClr val="4811C5"/>
                        </a:solidFill>
                        <a:latin typeface="Roboto"/>
                        <a:ea typeface="Roboto"/>
                        <a:cs typeface="Roboto"/>
                        <a:sym typeface="Roboto"/>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ru" sz="1600" u="sng">
                          <a:solidFill>
                            <a:srgbClr val="9857F3"/>
                          </a:solidFill>
                          <a:latin typeface="Roboto"/>
                          <a:ea typeface="Roboto"/>
                          <a:cs typeface="Roboto"/>
                          <a:sym typeface="Roboto"/>
                          <a:hlinkClick r:id="rId3">
                            <a:extLst>
                              <a:ext uri="{A12FA001-AC4F-418D-AE19-62706E023703}">
                                <ahyp:hlinkClr val="tx"/>
                              </a:ext>
                            </a:extLst>
                          </a:hlinkClick>
                        </a:rPr>
                        <a:t>Контроллер</a:t>
                      </a:r>
                      <a:endParaRPr b="1" sz="1600" u="sng">
                        <a:solidFill>
                          <a:srgbClr val="9857F3"/>
                        </a:solidFill>
                        <a:latin typeface="Roboto"/>
                        <a:ea typeface="Roboto"/>
                        <a:cs typeface="Roboto"/>
                        <a:sym typeface="Roboto"/>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ru" sz="1600">
                          <a:solidFill>
                            <a:srgbClr val="9857F3"/>
                          </a:solidFill>
                          <a:latin typeface="Roboto"/>
                          <a:ea typeface="Roboto"/>
                          <a:cs typeface="Roboto"/>
                          <a:sym typeface="Roboto"/>
                        </a:rPr>
                        <a:t>Что делает</a:t>
                      </a:r>
                      <a:endParaRPr b="1" sz="1600">
                        <a:solidFill>
                          <a:srgbClr val="9857F3"/>
                        </a:solidFill>
                        <a:latin typeface="Roboto"/>
                        <a:ea typeface="Roboto"/>
                        <a:cs typeface="Roboto"/>
                        <a:sym typeface="Roboto"/>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c>
                  <a:txBody>
                    <a:bodyPr/>
                    <a:lstStyle/>
                    <a:p>
                      <a:pPr indent="0" lvl="0" marL="0" rtl="0" algn="l">
                        <a:spcBef>
                          <a:spcPts val="0"/>
                        </a:spcBef>
                        <a:spcAft>
                          <a:spcPts val="0"/>
                        </a:spcAft>
                        <a:buClr>
                          <a:schemeClr val="dk1"/>
                        </a:buClr>
                        <a:buSzPts val="1100"/>
                        <a:buFont typeface="Arial"/>
                        <a:buNone/>
                      </a:pPr>
                      <a:r>
                        <a:rPr b="1" lang="ru" sz="1600">
                          <a:solidFill>
                            <a:srgbClr val="9857F3"/>
                          </a:solidFill>
                          <a:latin typeface="Roboto"/>
                          <a:ea typeface="Roboto"/>
                          <a:cs typeface="Roboto"/>
                          <a:sym typeface="Roboto"/>
                        </a:rPr>
                        <a:t>Для чего нужен</a:t>
                      </a:r>
                      <a:endParaRPr b="1" sz="1600">
                        <a:solidFill>
                          <a:srgbClr val="9857F3"/>
                        </a:solidFill>
                        <a:latin typeface="Roboto"/>
                        <a:ea typeface="Roboto"/>
                        <a:cs typeface="Roboto"/>
                        <a:sym typeface="Roboto"/>
                      </a:endParaRPr>
                    </a:p>
                  </a:txBody>
                  <a:tcPr marT="91425" marB="91425" marR="91425" marL="91425"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lt1"/>
                    </a:solidFill>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1.</a:t>
                      </a:r>
                      <a:endParaRPr b="1">
                        <a:solidFill>
                          <a:srgbClr val="9857F3"/>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solidFill>
                            <a:schemeClr val="dk1"/>
                          </a:solidFill>
                        </a:rPr>
                        <a:t>ReplicaSet</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solidFill>
                            <a:schemeClr val="dk1"/>
                          </a:solidFill>
                          <a:latin typeface="Roboto"/>
                          <a:ea typeface="Roboto"/>
                          <a:cs typeface="Roboto"/>
                          <a:sym typeface="Roboto"/>
                        </a:rPr>
                        <a:t>Поддерживает нужное количество Pod-ов</a:t>
                      </a:r>
                      <a:endParaRPr sz="1100">
                        <a:solidFill>
                          <a:schemeClr val="dk1"/>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Clr>
                          <a:schemeClr val="dk1"/>
                        </a:buClr>
                        <a:buSzPts val="1100"/>
                        <a:buFont typeface="Arial"/>
                        <a:buNone/>
                      </a:pPr>
                      <a:r>
                        <a:rPr lang="ru" sz="1100">
                          <a:solidFill>
                            <a:schemeClr val="dk1"/>
                          </a:solidFill>
                          <a:latin typeface="Roboto"/>
                          <a:ea typeface="Roboto"/>
                          <a:cs typeface="Roboto"/>
                          <a:sym typeface="Roboto"/>
                        </a:rPr>
                        <a:t>Отказоустойчивость и масштабирование</a:t>
                      </a:r>
                      <a:endParaRPr sz="1100">
                        <a:solidFill>
                          <a:schemeClr val="dk1"/>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432300">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2.</a:t>
                      </a:r>
                      <a:endParaRPr b="1">
                        <a:solidFill>
                          <a:srgbClr val="9857F3"/>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Deployment</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Управляет ReplicaSet и Pod-ами</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Масштабирование и обновления без простоя</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3.</a:t>
                      </a:r>
                      <a:endParaRPr b="1">
                        <a:solidFill>
                          <a:srgbClr val="9857F3"/>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StatefulSet</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Управляет Pod-ами с фиксированной идентичностью</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Базы данных, очереди, ML-хранилища</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4.</a:t>
                      </a:r>
                      <a:endParaRPr b="1">
                        <a:solidFill>
                          <a:srgbClr val="9857F3"/>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DaemonSet</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Запускает Pod на каждом узле (Node)</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Системные агенты: мониторинг, логирование, сетевые сервисы</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r h="420325">
                <a:tc>
                  <a:txBody>
                    <a:bodyPr/>
                    <a:lstStyle/>
                    <a:p>
                      <a:pPr indent="0" lvl="0" marL="0" rtl="0" algn="l">
                        <a:spcBef>
                          <a:spcPts val="0"/>
                        </a:spcBef>
                        <a:spcAft>
                          <a:spcPts val="0"/>
                        </a:spcAft>
                        <a:buNone/>
                      </a:pPr>
                      <a:r>
                        <a:rPr b="1" lang="ru">
                          <a:solidFill>
                            <a:srgbClr val="9857F3"/>
                          </a:solidFill>
                          <a:latin typeface="Roboto"/>
                          <a:ea typeface="Roboto"/>
                          <a:cs typeface="Roboto"/>
                          <a:sym typeface="Roboto"/>
                        </a:rPr>
                        <a:t>5.</a:t>
                      </a:r>
                      <a:endParaRPr b="1">
                        <a:solidFill>
                          <a:srgbClr val="9857F3"/>
                        </a:solidFill>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solidFill>
                            <a:schemeClr val="dk1"/>
                          </a:solidFill>
                        </a:rPr>
                        <a:t>Job</a:t>
                      </a:r>
                      <a:endParaRPr sz="1100"/>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Запускает Pod до завершения задачи</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ru" sz="1100"/>
                        <a:t>Разовые вычисления или батч-задачи</a:t>
                      </a:r>
                      <a:endParaRPr sz="1100">
                        <a:latin typeface="Roboto"/>
                        <a:ea typeface="Roboto"/>
                        <a:cs typeface="Roboto"/>
                        <a:sym typeface="Roboto"/>
                      </a:endParaRPr>
                    </a:p>
                  </a:txBody>
                  <a:tcPr marT="91425" marB="91425" marR="91425" marL="91425">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0" name="Shape 620"/>
        <p:cNvGrpSpPr/>
        <p:nvPr/>
      </p:nvGrpSpPr>
      <p:grpSpPr>
        <a:xfrm>
          <a:off x="0" y="0"/>
          <a:ext cx="0" cy="0"/>
          <a:chOff x="0" y="0"/>
          <a:chExt cx="0" cy="0"/>
        </a:xfrm>
      </p:grpSpPr>
      <p:sp>
        <p:nvSpPr>
          <p:cNvPr id="621" name="Google Shape;621;p108"/>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3000"/>
              <a:t>Yaml-манифесты и Helm Charts</a:t>
            </a:r>
            <a:endParaRPr sz="3000"/>
          </a:p>
        </p:txBody>
      </p:sp>
      <p:sp>
        <p:nvSpPr>
          <p:cNvPr id="622" name="Google Shape;622;p108"/>
          <p:cNvSpPr txBox="1"/>
          <p:nvPr>
            <p:ph idx="1" type="subTitle"/>
          </p:nvPr>
        </p:nvSpPr>
        <p:spPr>
          <a:xfrm>
            <a:off x="754725" y="1516450"/>
            <a:ext cx="8029200" cy="34071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Clr>
                <a:schemeClr val="dk1"/>
              </a:buClr>
              <a:buSzPts val="1100"/>
              <a:buFont typeface="Arial"/>
              <a:buNone/>
            </a:pPr>
            <a:r>
              <a:rPr lang="ru"/>
              <a:t>apiVersion: v1</a:t>
            </a:r>
            <a:endParaRPr/>
          </a:p>
          <a:p>
            <a:pPr indent="0" lvl="0" marL="0" rtl="0" algn="l">
              <a:spcBef>
                <a:spcPts val="1200"/>
              </a:spcBef>
              <a:spcAft>
                <a:spcPts val="0"/>
              </a:spcAft>
              <a:buClr>
                <a:schemeClr val="dk1"/>
              </a:buClr>
              <a:buSzPts val="1100"/>
              <a:buFont typeface="Arial"/>
              <a:buNone/>
            </a:pPr>
            <a:r>
              <a:rPr lang="ru"/>
              <a:t>kind: Pod</a:t>
            </a:r>
            <a:endParaRPr/>
          </a:p>
          <a:p>
            <a:pPr indent="0" lvl="0" marL="0" rtl="0" algn="l">
              <a:spcBef>
                <a:spcPts val="1200"/>
              </a:spcBef>
              <a:spcAft>
                <a:spcPts val="0"/>
              </a:spcAft>
              <a:buClr>
                <a:schemeClr val="dk1"/>
              </a:buClr>
              <a:buSzPts val="1100"/>
              <a:buFont typeface="Arial"/>
              <a:buNone/>
            </a:pPr>
            <a:r>
              <a:rPr lang="ru"/>
              <a:t>metadata:</a:t>
            </a:r>
            <a:endParaRPr/>
          </a:p>
          <a:p>
            <a:pPr indent="0" lvl="0" marL="0" rtl="0" algn="l">
              <a:spcBef>
                <a:spcPts val="1200"/>
              </a:spcBef>
              <a:spcAft>
                <a:spcPts val="0"/>
              </a:spcAft>
              <a:buClr>
                <a:schemeClr val="dk1"/>
              </a:buClr>
              <a:buSzPts val="1100"/>
              <a:buFont typeface="Arial"/>
              <a:buNone/>
            </a:pPr>
            <a:r>
              <a:rPr lang="ru"/>
              <a:t>  name: my-app</a:t>
            </a:r>
            <a:endParaRPr/>
          </a:p>
          <a:p>
            <a:pPr indent="0" lvl="0" marL="0" rtl="0" algn="l">
              <a:spcBef>
                <a:spcPts val="1200"/>
              </a:spcBef>
              <a:spcAft>
                <a:spcPts val="0"/>
              </a:spcAft>
              <a:buClr>
                <a:schemeClr val="dk1"/>
              </a:buClr>
              <a:buSzPts val="1100"/>
              <a:buFont typeface="Arial"/>
              <a:buNone/>
            </a:pPr>
            <a:r>
              <a:rPr lang="ru"/>
              <a:t>spec:</a:t>
            </a:r>
            <a:endParaRPr/>
          </a:p>
          <a:p>
            <a:pPr indent="0" lvl="0" marL="0" rtl="0" algn="l">
              <a:spcBef>
                <a:spcPts val="1200"/>
              </a:spcBef>
              <a:spcAft>
                <a:spcPts val="0"/>
              </a:spcAft>
              <a:buClr>
                <a:schemeClr val="dk1"/>
              </a:buClr>
              <a:buSzPts val="1100"/>
              <a:buFont typeface="Arial"/>
              <a:buNone/>
            </a:pPr>
            <a:r>
              <a:rPr lang="ru"/>
              <a:t>  containers:</a:t>
            </a:r>
            <a:endParaRPr/>
          </a:p>
          <a:p>
            <a:pPr indent="0" lvl="0" marL="0" rtl="0" algn="l">
              <a:spcBef>
                <a:spcPts val="1200"/>
              </a:spcBef>
              <a:spcAft>
                <a:spcPts val="0"/>
              </a:spcAft>
              <a:buClr>
                <a:schemeClr val="dk1"/>
              </a:buClr>
              <a:buSzPts val="1100"/>
              <a:buFont typeface="Arial"/>
              <a:buNone/>
            </a:pPr>
            <a:r>
              <a:rPr lang="ru"/>
              <a:t>    - name: my-app-container</a:t>
            </a:r>
            <a:endParaRPr/>
          </a:p>
          <a:p>
            <a:pPr indent="0" lvl="0" marL="0" rtl="0" algn="l">
              <a:spcBef>
                <a:spcPts val="1200"/>
              </a:spcBef>
              <a:spcAft>
                <a:spcPts val="0"/>
              </a:spcAft>
              <a:buClr>
                <a:schemeClr val="dk1"/>
              </a:buClr>
              <a:buSzPts val="1100"/>
              <a:buFont typeface="Arial"/>
              <a:buNone/>
            </a:pPr>
            <a:r>
              <a:rPr lang="ru"/>
              <a:t>      image: nginx:1.25</a:t>
            </a:r>
            <a:endParaRPr/>
          </a:p>
          <a:p>
            <a:pPr indent="0" lvl="0" marL="0" rtl="0" algn="l">
              <a:spcBef>
                <a:spcPts val="1200"/>
              </a:spcBef>
              <a:spcAft>
                <a:spcPts val="0"/>
              </a:spcAft>
              <a:buClr>
                <a:schemeClr val="dk1"/>
              </a:buClr>
              <a:buSzPts val="1100"/>
              <a:buFont typeface="Arial"/>
              <a:buNone/>
            </a:pPr>
            <a:r>
              <a:rPr lang="ru"/>
              <a:t>      ports:</a:t>
            </a:r>
            <a:endParaRPr/>
          </a:p>
          <a:p>
            <a:pPr indent="0" lvl="0" marL="0" rtl="0" algn="l">
              <a:spcBef>
                <a:spcPts val="1200"/>
              </a:spcBef>
              <a:spcAft>
                <a:spcPts val="1200"/>
              </a:spcAft>
              <a:buNone/>
            </a:pPr>
            <a:r>
              <a:rPr lang="ru"/>
              <a:t>        - containerPort: 80</a:t>
            </a:r>
            <a:endParaRPr/>
          </a:p>
        </p:txBody>
      </p:sp>
      <p:sp>
        <p:nvSpPr>
          <p:cNvPr id="623" name="Google Shape;623;p108"/>
          <p:cNvSpPr txBox="1"/>
          <p:nvPr/>
        </p:nvSpPr>
        <p:spPr>
          <a:xfrm>
            <a:off x="500550" y="900150"/>
            <a:ext cx="78567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300">
                <a:solidFill>
                  <a:srgbClr val="333333"/>
                </a:solidFill>
                <a:latin typeface="Roboto"/>
                <a:ea typeface="Roboto"/>
                <a:cs typeface="Roboto"/>
                <a:sym typeface="Roboto"/>
              </a:rPr>
              <a:t>YAML-манифесты — это декларативные файлы, в которых описывается желаемое состояние объектов Kubernetes (Pods, Services, Deployments и т.д.).</a:t>
            </a:r>
            <a:endParaRPr sz="1300">
              <a:solidFill>
                <a:srgbClr val="333333"/>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7" name="Shape 627"/>
        <p:cNvGrpSpPr/>
        <p:nvPr/>
      </p:nvGrpSpPr>
      <p:grpSpPr>
        <a:xfrm>
          <a:off x="0" y="0"/>
          <a:ext cx="0" cy="0"/>
          <a:chOff x="0" y="0"/>
          <a:chExt cx="0" cy="0"/>
        </a:xfrm>
      </p:grpSpPr>
      <p:sp>
        <p:nvSpPr>
          <p:cNvPr id="628" name="Google Shape;628;p109"/>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3000"/>
              <a:t>Yaml-манифесты и Helm Charts</a:t>
            </a:r>
            <a:endParaRPr sz="3000"/>
          </a:p>
        </p:txBody>
      </p:sp>
      <p:sp>
        <p:nvSpPr>
          <p:cNvPr id="629" name="Google Shape;629;p109"/>
          <p:cNvSpPr txBox="1"/>
          <p:nvPr>
            <p:ph idx="1" type="subTitle"/>
          </p:nvPr>
        </p:nvSpPr>
        <p:spPr>
          <a:xfrm>
            <a:off x="754725" y="1516450"/>
            <a:ext cx="8029200" cy="3407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ru"/>
              <a:t># </a:t>
            </a:r>
            <a:r>
              <a:rPr lang="ru"/>
              <a:t>values.yaml</a:t>
            </a:r>
            <a:endParaRPr/>
          </a:p>
          <a:p>
            <a:pPr indent="0" lvl="0" marL="0" rtl="0" algn="l">
              <a:spcBef>
                <a:spcPts val="1200"/>
              </a:spcBef>
              <a:spcAft>
                <a:spcPts val="0"/>
              </a:spcAft>
              <a:buNone/>
            </a:pPr>
            <a:r>
              <a:rPr lang="ru"/>
              <a:t>replicaCount: 3</a:t>
            </a:r>
            <a:endParaRPr/>
          </a:p>
          <a:p>
            <a:pPr indent="0" lvl="0" marL="0" rtl="0" algn="l">
              <a:spcBef>
                <a:spcPts val="1200"/>
              </a:spcBef>
              <a:spcAft>
                <a:spcPts val="0"/>
              </a:spcAft>
              <a:buNone/>
            </a:pPr>
            <a:r>
              <a:rPr lang="ru"/>
              <a:t>image:</a:t>
            </a:r>
            <a:endParaRPr/>
          </a:p>
          <a:p>
            <a:pPr indent="0" lvl="0" marL="0" rtl="0" algn="l">
              <a:spcBef>
                <a:spcPts val="1200"/>
              </a:spcBef>
              <a:spcAft>
                <a:spcPts val="0"/>
              </a:spcAft>
              <a:buNone/>
            </a:pPr>
            <a:r>
              <a:rPr lang="ru"/>
              <a:t>  repository: nginx</a:t>
            </a:r>
            <a:endParaRPr/>
          </a:p>
          <a:p>
            <a:pPr indent="0" lvl="0" marL="0" rtl="0" algn="l">
              <a:spcBef>
                <a:spcPts val="1200"/>
              </a:spcBef>
              <a:spcAft>
                <a:spcPts val="0"/>
              </a:spcAft>
              <a:buNone/>
            </a:pPr>
            <a:r>
              <a:rPr lang="ru"/>
              <a:t>  tag: "1.25"</a:t>
            </a:r>
            <a:endParaRPr/>
          </a:p>
          <a:p>
            <a:pPr indent="0" lvl="0" marL="0" rtl="0" algn="l">
              <a:spcBef>
                <a:spcPts val="1200"/>
              </a:spcBef>
              <a:spcAft>
                <a:spcPts val="0"/>
              </a:spcAft>
              <a:buNone/>
            </a:pPr>
            <a:r>
              <a:rPr lang="ru"/>
              <a:t>service:</a:t>
            </a:r>
            <a:endParaRPr/>
          </a:p>
          <a:p>
            <a:pPr indent="0" lvl="0" marL="0" rtl="0" algn="l">
              <a:spcBef>
                <a:spcPts val="1200"/>
              </a:spcBef>
              <a:spcAft>
                <a:spcPts val="0"/>
              </a:spcAft>
              <a:buNone/>
            </a:pPr>
            <a:r>
              <a:rPr lang="ru"/>
              <a:t>  type: LoadBalancer</a:t>
            </a:r>
            <a:endParaRPr/>
          </a:p>
          <a:p>
            <a:pPr indent="0" lvl="0" marL="0" rtl="0" algn="l">
              <a:spcBef>
                <a:spcPts val="1200"/>
              </a:spcBef>
              <a:spcAft>
                <a:spcPts val="0"/>
              </a:spcAft>
              <a:buNone/>
            </a:pPr>
            <a:r>
              <a:rPr lang="ru"/>
              <a:t>  port: 80</a:t>
            </a:r>
            <a:endParaRPr/>
          </a:p>
          <a:p>
            <a:pPr indent="0" lvl="0" marL="0" rtl="0" algn="l">
              <a:spcBef>
                <a:spcPts val="1200"/>
              </a:spcBef>
              <a:spcAft>
                <a:spcPts val="0"/>
              </a:spcAft>
              <a:buNone/>
            </a:pPr>
            <a:r>
              <a:rPr lang="ru"/>
              <a:t># Запуск</a:t>
            </a:r>
            <a:endParaRPr/>
          </a:p>
          <a:p>
            <a:pPr indent="0" lvl="0" marL="0" rtl="0" algn="l">
              <a:spcBef>
                <a:spcPts val="1200"/>
              </a:spcBef>
              <a:spcAft>
                <a:spcPts val="0"/>
              </a:spcAft>
              <a:buClr>
                <a:schemeClr val="dk1"/>
              </a:buClr>
              <a:buSzPts val="1100"/>
              <a:buFont typeface="Arial"/>
              <a:buNone/>
            </a:pPr>
            <a:r>
              <a:rPr lang="ru"/>
              <a:t>helm install my-nginx bitnami/nginx -f values.yaml</a:t>
            </a:r>
            <a:endParaRPr/>
          </a:p>
          <a:p>
            <a:pPr indent="0" lvl="0" marL="0" rtl="0" algn="l">
              <a:spcBef>
                <a:spcPts val="1200"/>
              </a:spcBef>
              <a:spcAft>
                <a:spcPts val="1200"/>
              </a:spcAft>
              <a:buNone/>
            </a:pPr>
            <a:r>
              <a:t/>
            </a:r>
            <a:endParaRPr/>
          </a:p>
        </p:txBody>
      </p:sp>
      <p:sp>
        <p:nvSpPr>
          <p:cNvPr id="630" name="Google Shape;630;p109"/>
          <p:cNvSpPr txBox="1"/>
          <p:nvPr/>
        </p:nvSpPr>
        <p:spPr>
          <a:xfrm>
            <a:off x="500550" y="900150"/>
            <a:ext cx="7856700" cy="61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300">
                <a:solidFill>
                  <a:srgbClr val="333333"/>
                </a:solidFill>
                <a:latin typeface="Roboto"/>
                <a:ea typeface="Roboto"/>
                <a:cs typeface="Roboto"/>
                <a:sym typeface="Roboto"/>
              </a:rPr>
              <a:t>Helm — это пакетный менеджер для Kubernetes. Helm Charts — набор манифестов, объединённых в один шаблон с переменными, которые можно переиспользовать.</a:t>
            </a:r>
            <a:endParaRPr sz="1300">
              <a:solidFill>
                <a:srgbClr val="333333"/>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34" name="Shape 634"/>
        <p:cNvGrpSpPr/>
        <p:nvPr/>
      </p:nvGrpSpPr>
      <p:grpSpPr>
        <a:xfrm>
          <a:off x="0" y="0"/>
          <a:ext cx="0" cy="0"/>
          <a:chOff x="0" y="0"/>
          <a:chExt cx="0" cy="0"/>
        </a:xfrm>
      </p:grpSpPr>
      <p:sp>
        <p:nvSpPr>
          <p:cNvPr id="635" name="Google Shape;635;p110"/>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Вопросы</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grpSp>
        <p:nvGrpSpPr>
          <p:cNvPr id="636" name="Google Shape;636;p110"/>
          <p:cNvGrpSpPr/>
          <p:nvPr/>
        </p:nvGrpSpPr>
        <p:grpSpPr>
          <a:xfrm>
            <a:off x="710075" y="3061974"/>
            <a:ext cx="6370821" cy="415500"/>
            <a:chOff x="841300" y="3930749"/>
            <a:chExt cx="6370821" cy="415500"/>
          </a:xfrm>
        </p:grpSpPr>
        <p:sp>
          <p:nvSpPr>
            <p:cNvPr id="637" name="Google Shape;637;p110"/>
            <p:cNvSpPr txBox="1"/>
            <p:nvPr/>
          </p:nvSpPr>
          <p:spPr>
            <a:xfrm>
              <a:off x="1345921" y="3930749"/>
              <a:ext cx="1927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chemeClr val="lt1"/>
                  </a:solidFill>
                  <a:latin typeface="Roboto"/>
                  <a:ea typeface="Roboto"/>
                  <a:cs typeface="Roboto"/>
                  <a:sym typeface="Roboto"/>
                </a:rPr>
                <a:t>если есть вопросы</a:t>
              </a:r>
              <a:endParaRPr sz="1500">
                <a:solidFill>
                  <a:schemeClr val="lt1"/>
                </a:solidFill>
                <a:latin typeface="Roboto"/>
                <a:ea typeface="Roboto"/>
                <a:cs typeface="Roboto"/>
                <a:sym typeface="Roboto"/>
              </a:endParaRPr>
            </a:p>
          </p:txBody>
        </p:sp>
        <p:sp>
          <p:nvSpPr>
            <p:cNvPr id="638" name="Google Shape;638;p110"/>
            <p:cNvSpPr txBox="1"/>
            <p:nvPr/>
          </p:nvSpPr>
          <p:spPr>
            <a:xfrm>
              <a:off x="5066221" y="3930749"/>
              <a:ext cx="214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1500">
                  <a:solidFill>
                    <a:schemeClr val="lt1"/>
                  </a:solidFill>
                  <a:latin typeface="Roboto"/>
                  <a:ea typeface="Roboto"/>
                  <a:cs typeface="Roboto"/>
                  <a:sym typeface="Roboto"/>
                </a:rPr>
                <a:t>если вопросов нет</a:t>
              </a:r>
              <a:endParaRPr sz="1500">
                <a:solidFill>
                  <a:schemeClr val="lt1"/>
                </a:solidFill>
                <a:latin typeface="Roboto"/>
                <a:ea typeface="Roboto"/>
                <a:cs typeface="Roboto"/>
                <a:sym typeface="Roboto"/>
              </a:endParaRPr>
            </a:p>
          </p:txBody>
        </p:sp>
        <p:pic>
          <p:nvPicPr>
            <p:cNvPr id="639" name="Google Shape;639;p110"/>
            <p:cNvPicPr preferRelativeResize="0"/>
            <p:nvPr/>
          </p:nvPicPr>
          <p:blipFill rotWithShape="1">
            <a:blip r:embed="rId3">
              <a:alphaModFix/>
            </a:blip>
            <a:srcRect b="33888" l="0" r="0" t="0"/>
            <a:stretch/>
          </p:blipFill>
          <p:spPr>
            <a:xfrm>
              <a:off x="841300" y="3971694"/>
              <a:ext cx="504637" cy="333625"/>
            </a:xfrm>
            <a:prstGeom prst="rect">
              <a:avLst/>
            </a:prstGeom>
            <a:noFill/>
            <a:ln>
              <a:noFill/>
            </a:ln>
          </p:spPr>
        </p:pic>
        <p:pic>
          <p:nvPicPr>
            <p:cNvPr id="640" name="Google Shape;640;p110"/>
            <p:cNvPicPr preferRelativeResize="0"/>
            <p:nvPr/>
          </p:nvPicPr>
          <p:blipFill rotWithShape="1">
            <a:blip r:embed="rId3">
              <a:alphaModFix/>
            </a:blip>
            <a:srcRect b="15479" l="0" r="0" t="60251"/>
            <a:stretch/>
          </p:blipFill>
          <p:spPr>
            <a:xfrm>
              <a:off x="4561600" y="4077275"/>
              <a:ext cx="504625" cy="122475"/>
            </a:xfrm>
            <a:prstGeom prst="rect">
              <a:avLst/>
            </a:prstGeom>
            <a:noFill/>
            <a:ln>
              <a:noFill/>
            </a:ln>
          </p:spPr>
        </p:pic>
      </p:grpSp>
      <p:pic>
        <p:nvPicPr>
          <p:cNvPr id="641" name="Google Shape;641;p110"/>
          <p:cNvPicPr preferRelativeResize="0"/>
          <p:nvPr/>
        </p:nvPicPr>
        <p:blipFill rotWithShape="1">
          <a:blip r:embed="rId4">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5" name="Shape 645"/>
        <p:cNvGrpSpPr/>
        <p:nvPr/>
      </p:nvGrpSpPr>
      <p:grpSpPr>
        <a:xfrm>
          <a:off x="0" y="0"/>
          <a:ext cx="0" cy="0"/>
          <a:chOff x="0" y="0"/>
          <a:chExt cx="0" cy="0"/>
        </a:xfrm>
      </p:grpSpPr>
      <p:sp>
        <p:nvSpPr>
          <p:cNvPr id="646" name="Google Shape;646;p111"/>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a:t>Flavors</a:t>
            </a:r>
            <a:endParaRPr/>
          </a:p>
        </p:txBody>
      </p:sp>
      <p:sp>
        <p:nvSpPr>
          <p:cNvPr id="647" name="Google Shape;647;p111"/>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500"/>
              <a:t>Flavors Kubernetes</a:t>
            </a:r>
            <a:r>
              <a:rPr b="0" lang="ru" sz="1500"/>
              <a:t> — это разные дистрибутивы или варианты запуска Kubernetes</a:t>
            </a:r>
            <a:endParaRPr sz="1500"/>
          </a:p>
        </p:txBody>
      </p:sp>
      <p:sp>
        <p:nvSpPr>
          <p:cNvPr id="648" name="Google Shape;648;p111"/>
          <p:cNvSpPr txBox="1"/>
          <p:nvPr/>
        </p:nvSpPr>
        <p:spPr>
          <a:xfrm>
            <a:off x="611950" y="1305625"/>
            <a:ext cx="4980900" cy="128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latin typeface="Roboto"/>
                <a:ea typeface="Roboto"/>
                <a:cs typeface="Roboto"/>
                <a:sym typeface="Roboto"/>
              </a:rPr>
              <a:t>Все они основаны на одном ядре (Vanilla Kubernetes), но отличаются:</a:t>
            </a:r>
            <a:endParaRPr sz="1100">
              <a:latin typeface="Roboto"/>
              <a:ea typeface="Roboto"/>
              <a:cs typeface="Roboto"/>
              <a:sym typeface="Roboto"/>
            </a:endParaRPr>
          </a:p>
          <a:p>
            <a:pPr indent="-298450" lvl="0" marL="457200" rtl="0" algn="l">
              <a:lnSpc>
                <a:spcPct val="115000"/>
              </a:lnSpc>
              <a:spcBef>
                <a:spcPts val="1200"/>
              </a:spcBef>
              <a:spcAft>
                <a:spcPts val="0"/>
              </a:spcAft>
              <a:buClr>
                <a:schemeClr val="dk1"/>
              </a:buClr>
              <a:buSzPts val="1100"/>
              <a:buFont typeface="Roboto"/>
              <a:buChar char="●"/>
            </a:pPr>
            <a:r>
              <a:rPr lang="ru" sz="1100">
                <a:latin typeface="Roboto"/>
                <a:ea typeface="Roboto"/>
                <a:cs typeface="Roboto"/>
                <a:sym typeface="Roboto"/>
              </a:rPr>
              <a:t>способом установки и управления,</a:t>
            </a:r>
            <a:endParaRPr sz="1100">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sz="1100">
                <a:latin typeface="Roboto"/>
                <a:ea typeface="Roboto"/>
                <a:cs typeface="Roboto"/>
                <a:sym typeface="Roboto"/>
              </a:rPr>
              <a:t>дополнительными инструментами,</a:t>
            </a:r>
            <a:endParaRPr sz="1100">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Char char="●"/>
            </a:pPr>
            <a:r>
              <a:rPr lang="ru" sz="1100">
                <a:latin typeface="Roboto"/>
                <a:ea typeface="Roboto"/>
                <a:cs typeface="Roboto"/>
                <a:sym typeface="Roboto"/>
              </a:rPr>
              <a:t>целями (обучение, тестирование, production)</a:t>
            </a:r>
            <a:br>
              <a:rPr lang="ru" sz="1100">
                <a:latin typeface="Roboto"/>
                <a:ea typeface="Roboto"/>
                <a:cs typeface="Roboto"/>
                <a:sym typeface="Roboto"/>
              </a:rPr>
            </a:br>
            <a:endParaRPr sz="1100">
              <a:latin typeface="Roboto"/>
              <a:ea typeface="Roboto"/>
              <a:cs typeface="Roboto"/>
              <a:sym typeface="Roboto"/>
            </a:endParaRPr>
          </a:p>
        </p:txBody>
      </p:sp>
      <p:sp>
        <p:nvSpPr>
          <p:cNvPr id="649" name="Google Shape;649;p111"/>
          <p:cNvSpPr/>
          <p:nvPr/>
        </p:nvSpPr>
        <p:spPr>
          <a:xfrm>
            <a:off x="5372575" y="2987975"/>
            <a:ext cx="2815500" cy="1005300"/>
          </a:xfrm>
          <a:prstGeom prst="roundRect">
            <a:avLst>
              <a:gd fmla="val 16667" name="adj"/>
            </a:avLst>
          </a:prstGeom>
          <a:solidFill>
            <a:srgbClr val="75F49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Roboto"/>
              <a:ea typeface="Roboto"/>
              <a:cs typeface="Roboto"/>
              <a:sym typeface="Roboto"/>
            </a:endParaRPr>
          </a:p>
        </p:txBody>
      </p:sp>
      <p:sp>
        <p:nvSpPr>
          <p:cNvPr id="650" name="Google Shape;650;p111"/>
          <p:cNvSpPr/>
          <p:nvPr/>
        </p:nvSpPr>
        <p:spPr>
          <a:xfrm>
            <a:off x="720000" y="2987975"/>
            <a:ext cx="2815500" cy="1005300"/>
          </a:xfrm>
          <a:prstGeom prst="roundRect">
            <a:avLst>
              <a:gd fmla="val 16667" name="adj"/>
            </a:avLst>
          </a:prstGeom>
          <a:solidFill>
            <a:srgbClr val="FFD709"/>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u="sng">
              <a:latin typeface="Roboto"/>
              <a:ea typeface="Roboto"/>
              <a:cs typeface="Roboto"/>
              <a:sym typeface="Roboto"/>
            </a:endParaRPr>
          </a:p>
        </p:txBody>
      </p:sp>
      <p:sp>
        <p:nvSpPr>
          <p:cNvPr id="651" name="Google Shape;651;p111"/>
          <p:cNvSpPr txBox="1"/>
          <p:nvPr/>
        </p:nvSpPr>
        <p:spPr>
          <a:xfrm>
            <a:off x="5456900" y="3051575"/>
            <a:ext cx="2536800" cy="5586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Vanilla</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Managed K8S</a:t>
            </a:r>
            <a:endParaRPr sz="1200">
              <a:solidFill>
                <a:schemeClr val="dk1"/>
              </a:solidFill>
              <a:latin typeface="Roboto"/>
              <a:ea typeface="Roboto"/>
              <a:cs typeface="Roboto"/>
              <a:sym typeface="Roboto"/>
            </a:endParaRPr>
          </a:p>
        </p:txBody>
      </p:sp>
      <p:sp>
        <p:nvSpPr>
          <p:cNvPr id="652" name="Google Shape;652;p111"/>
          <p:cNvSpPr txBox="1"/>
          <p:nvPr/>
        </p:nvSpPr>
        <p:spPr>
          <a:xfrm>
            <a:off x="807925" y="3051575"/>
            <a:ext cx="2588400" cy="8352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Minikube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Kind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k0s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ru" sz="1200">
                <a:solidFill>
                  <a:schemeClr val="dk1"/>
                </a:solidFill>
                <a:latin typeface="Roboto"/>
                <a:ea typeface="Roboto"/>
                <a:cs typeface="Roboto"/>
                <a:sym typeface="Roboto"/>
              </a:rPr>
              <a:t>MicroK8s</a:t>
            </a:r>
            <a:endParaRPr sz="1200">
              <a:solidFill>
                <a:schemeClr val="dk1"/>
              </a:solidFill>
              <a:latin typeface="Roboto"/>
              <a:ea typeface="Roboto"/>
              <a:cs typeface="Roboto"/>
              <a:sym typeface="Roboto"/>
            </a:endParaRPr>
          </a:p>
        </p:txBody>
      </p:sp>
      <p:pic>
        <p:nvPicPr>
          <p:cNvPr id="653" name="Google Shape;653;p111"/>
          <p:cNvPicPr preferRelativeResize="0"/>
          <p:nvPr/>
        </p:nvPicPr>
        <p:blipFill>
          <a:blip r:embed="rId3">
            <a:alphaModFix/>
          </a:blip>
          <a:stretch>
            <a:fillRect/>
          </a:stretch>
        </p:blipFill>
        <p:spPr>
          <a:xfrm>
            <a:off x="1987787" y="3205035"/>
            <a:ext cx="279926" cy="2516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112"/>
          <p:cNvSpPr txBox="1"/>
          <p:nvPr>
            <p:ph type="title"/>
          </p:nvPr>
        </p:nvSpPr>
        <p:spPr>
          <a:xfrm>
            <a:off x="638800" y="351150"/>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ru"/>
              <a:t>Полезные инструменты в экосистеме</a:t>
            </a:r>
            <a:endParaRPr/>
          </a:p>
        </p:txBody>
      </p:sp>
      <p:pic>
        <p:nvPicPr>
          <p:cNvPr id="659" name="Google Shape;659;p112"/>
          <p:cNvPicPr preferRelativeResize="0"/>
          <p:nvPr/>
        </p:nvPicPr>
        <p:blipFill>
          <a:blip r:embed="rId3">
            <a:alphaModFix/>
          </a:blip>
          <a:stretch>
            <a:fillRect/>
          </a:stretch>
        </p:blipFill>
        <p:spPr>
          <a:xfrm>
            <a:off x="638800" y="1731475"/>
            <a:ext cx="2201775" cy="1020823"/>
          </a:xfrm>
          <a:prstGeom prst="rect">
            <a:avLst/>
          </a:prstGeom>
          <a:noFill/>
          <a:ln>
            <a:noFill/>
          </a:ln>
        </p:spPr>
      </p:pic>
      <p:pic>
        <p:nvPicPr>
          <p:cNvPr id="660" name="Google Shape;660;p112"/>
          <p:cNvPicPr preferRelativeResize="0"/>
          <p:nvPr/>
        </p:nvPicPr>
        <p:blipFill>
          <a:blip r:embed="rId4">
            <a:alphaModFix/>
          </a:blip>
          <a:stretch>
            <a:fillRect/>
          </a:stretch>
        </p:blipFill>
        <p:spPr>
          <a:xfrm>
            <a:off x="3318496" y="1586225"/>
            <a:ext cx="2820300" cy="1311325"/>
          </a:xfrm>
          <a:prstGeom prst="rect">
            <a:avLst/>
          </a:prstGeom>
          <a:noFill/>
          <a:ln>
            <a:noFill/>
          </a:ln>
        </p:spPr>
      </p:pic>
      <p:pic>
        <p:nvPicPr>
          <p:cNvPr id="661" name="Google Shape;661;p112"/>
          <p:cNvPicPr preferRelativeResize="0"/>
          <p:nvPr/>
        </p:nvPicPr>
        <p:blipFill>
          <a:blip r:embed="rId5">
            <a:alphaModFix/>
          </a:blip>
          <a:stretch>
            <a:fillRect/>
          </a:stretch>
        </p:blipFill>
        <p:spPr>
          <a:xfrm>
            <a:off x="7103125" y="1586222"/>
            <a:ext cx="1749977" cy="1311325"/>
          </a:xfrm>
          <a:prstGeom prst="rect">
            <a:avLst/>
          </a:prstGeom>
          <a:noFill/>
          <a:ln>
            <a:noFill/>
          </a:ln>
        </p:spPr>
      </p:pic>
      <p:sp>
        <p:nvSpPr>
          <p:cNvPr id="662" name="Google Shape;662;p112"/>
          <p:cNvSpPr txBox="1"/>
          <p:nvPr/>
        </p:nvSpPr>
        <p:spPr>
          <a:xfrm>
            <a:off x="638838" y="3054300"/>
            <a:ext cx="2201700" cy="93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100">
                <a:latin typeface="Roboto"/>
                <a:ea typeface="Roboto"/>
                <a:cs typeface="Roboto"/>
                <a:sym typeface="Roboto"/>
              </a:rPr>
              <a:t>У</a:t>
            </a:r>
            <a:r>
              <a:rPr lang="ru" sz="1100">
                <a:latin typeface="Roboto"/>
                <a:ea typeface="Roboto"/>
                <a:cs typeface="Roboto"/>
                <a:sym typeface="Roboto"/>
              </a:rPr>
              <a:t>правляет развертыванием: берет манифесты из Git и автоматически настраивает всё в кластере</a:t>
            </a:r>
            <a:endParaRPr sz="1100">
              <a:latin typeface="Roboto"/>
              <a:ea typeface="Roboto"/>
              <a:cs typeface="Roboto"/>
              <a:sym typeface="Roboto"/>
            </a:endParaRPr>
          </a:p>
        </p:txBody>
      </p:sp>
      <p:sp>
        <p:nvSpPr>
          <p:cNvPr id="663" name="Google Shape;663;p112"/>
          <p:cNvSpPr txBox="1"/>
          <p:nvPr/>
        </p:nvSpPr>
        <p:spPr>
          <a:xfrm>
            <a:off x="3318475" y="3054300"/>
            <a:ext cx="2820300" cy="54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100">
                <a:latin typeface="Roboto"/>
                <a:ea typeface="Roboto"/>
                <a:cs typeface="Roboto"/>
                <a:sym typeface="Roboto"/>
              </a:rPr>
              <a:t>Х</a:t>
            </a:r>
            <a:r>
              <a:rPr lang="ru" sz="1100">
                <a:latin typeface="Roboto"/>
                <a:ea typeface="Roboto"/>
                <a:cs typeface="Roboto"/>
                <a:sym typeface="Roboto"/>
              </a:rPr>
              <a:t>ранит и раздает секреты ваших проектов (пароли, ключи, токены)</a:t>
            </a:r>
            <a:endParaRPr sz="1100">
              <a:latin typeface="Roboto"/>
              <a:ea typeface="Roboto"/>
              <a:cs typeface="Roboto"/>
              <a:sym typeface="Roboto"/>
            </a:endParaRPr>
          </a:p>
        </p:txBody>
      </p:sp>
      <p:sp>
        <p:nvSpPr>
          <p:cNvPr id="664" name="Google Shape;664;p112"/>
          <p:cNvSpPr txBox="1"/>
          <p:nvPr/>
        </p:nvSpPr>
        <p:spPr>
          <a:xfrm>
            <a:off x="7103163" y="3116575"/>
            <a:ext cx="1749900" cy="1132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100">
                <a:latin typeface="Roboto"/>
                <a:ea typeface="Roboto"/>
                <a:cs typeface="Roboto"/>
                <a:sym typeface="Roboto"/>
              </a:rPr>
              <a:t>П</a:t>
            </a:r>
            <a:r>
              <a:rPr lang="ru" sz="1100">
                <a:latin typeface="Roboto"/>
                <a:ea typeface="Roboto"/>
                <a:cs typeface="Roboto"/>
                <a:sym typeface="Roboto"/>
              </a:rPr>
              <a:t>оказывает </a:t>
            </a:r>
            <a:r>
              <a:rPr lang="ru" sz="1100">
                <a:latin typeface="Roboto"/>
                <a:ea typeface="Roboto"/>
                <a:cs typeface="Roboto"/>
                <a:sym typeface="Roboto"/>
              </a:rPr>
              <a:t>состояние кластера в удобном интерфейсе: поды, логи, метрики</a:t>
            </a:r>
            <a:br>
              <a:rPr lang="ru" sz="1100">
                <a:latin typeface="Roboto"/>
                <a:ea typeface="Roboto"/>
                <a:cs typeface="Roboto"/>
                <a:sym typeface="Roboto"/>
              </a:rPr>
            </a:br>
            <a:endParaRPr sz="1100">
              <a:latin typeface="Roboto"/>
              <a:ea typeface="Roboto"/>
              <a:cs typeface="Roboto"/>
              <a:sym typeface="Roboto"/>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113"/>
          <p:cNvSpPr txBox="1"/>
          <p:nvPr/>
        </p:nvSpPr>
        <p:spPr>
          <a:xfrm>
            <a:off x="611950" y="1815525"/>
            <a:ext cx="6344400" cy="258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ru" sz="1100">
                <a:solidFill>
                  <a:schemeClr val="dk1"/>
                </a:solidFill>
                <a:latin typeface="Roboto"/>
                <a:ea typeface="Roboto"/>
                <a:cs typeface="Roboto"/>
                <a:sym typeface="Roboto"/>
              </a:rPr>
              <a:t>Он используется для того, чтобы:</a:t>
            </a:r>
            <a:endParaRPr sz="1100">
              <a:solidFill>
                <a:schemeClr val="dk1"/>
              </a:solidFill>
              <a:latin typeface="Roboto"/>
              <a:ea typeface="Roboto"/>
              <a:cs typeface="Roboto"/>
              <a:sym typeface="Roboto"/>
            </a:endParaRPr>
          </a:p>
          <a:p>
            <a:pPr indent="-285750" lvl="0" marL="457200" rtl="0" algn="l">
              <a:lnSpc>
                <a:spcPct val="115000"/>
              </a:lnSpc>
              <a:spcBef>
                <a:spcPts val="1200"/>
              </a:spcBef>
              <a:spcAft>
                <a:spcPts val="0"/>
              </a:spcAft>
              <a:buClr>
                <a:schemeClr val="dk1"/>
              </a:buClr>
              <a:buSzPts val="900"/>
              <a:buChar char="●"/>
            </a:pPr>
            <a:r>
              <a:rPr lang="ru" sz="1100">
                <a:solidFill>
                  <a:schemeClr val="dk1"/>
                </a:solidFill>
                <a:latin typeface="Roboto"/>
                <a:ea typeface="Roboto"/>
                <a:cs typeface="Roboto"/>
                <a:sym typeface="Roboto"/>
              </a:rPr>
              <a:t>Управлять объектами кластера (Pods, Services, Deployments и т.д.)</a:t>
            </a:r>
            <a:br>
              <a:rPr lang="ru" sz="1100">
                <a:solidFill>
                  <a:schemeClr val="dk1"/>
                </a:solidFill>
                <a:latin typeface="Roboto"/>
                <a:ea typeface="Roboto"/>
                <a:cs typeface="Roboto"/>
                <a:sym typeface="Roboto"/>
              </a:rPr>
            </a:br>
            <a:endParaRPr sz="1100">
              <a:solidFill>
                <a:schemeClr val="dk1"/>
              </a:solidFill>
              <a:latin typeface="Roboto"/>
              <a:ea typeface="Roboto"/>
              <a:cs typeface="Roboto"/>
              <a:sym typeface="Roboto"/>
            </a:endParaRPr>
          </a:p>
          <a:p>
            <a:pPr indent="-285750" lvl="0" marL="457200" rtl="0" algn="l">
              <a:lnSpc>
                <a:spcPct val="115000"/>
              </a:lnSpc>
              <a:spcBef>
                <a:spcPts val="0"/>
              </a:spcBef>
              <a:spcAft>
                <a:spcPts val="0"/>
              </a:spcAft>
              <a:buClr>
                <a:schemeClr val="dk1"/>
              </a:buClr>
              <a:buSzPts val="900"/>
              <a:buChar char="●"/>
            </a:pPr>
            <a:r>
              <a:rPr lang="ru" sz="1100">
                <a:solidFill>
                  <a:schemeClr val="dk1"/>
                </a:solidFill>
                <a:latin typeface="Roboto"/>
                <a:ea typeface="Roboto"/>
                <a:cs typeface="Roboto"/>
                <a:sym typeface="Roboto"/>
              </a:rPr>
              <a:t>Просматривать состояние ресурсов</a:t>
            </a:r>
            <a:br>
              <a:rPr lang="ru" sz="1100">
                <a:solidFill>
                  <a:schemeClr val="dk1"/>
                </a:solidFill>
                <a:latin typeface="Roboto"/>
                <a:ea typeface="Roboto"/>
                <a:cs typeface="Roboto"/>
                <a:sym typeface="Roboto"/>
              </a:rPr>
            </a:br>
            <a:endParaRPr sz="1100">
              <a:solidFill>
                <a:schemeClr val="dk1"/>
              </a:solidFill>
              <a:latin typeface="Roboto"/>
              <a:ea typeface="Roboto"/>
              <a:cs typeface="Roboto"/>
              <a:sym typeface="Roboto"/>
            </a:endParaRPr>
          </a:p>
          <a:p>
            <a:pPr indent="-285750" lvl="0" marL="457200" rtl="0" algn="l">
              <a:lnSpc>
                <a:spcPct val="115000"/>
              </a:lnSpc>
              <a:spcBef>
                <a:spcPts val="0"/>
              </a:spcBef>
              <a:spcAft>
                <a:spcPts val="0"/>
              </a:spcAft>
              <a:buClr>
                <a:schemeClr val="dk1"/>
              </a:buClr>
              <a:buSzPts val="900"/>
              <a:buChar char="●"/>
            </a:pPr>
            <a:r>
              <a:rPr lang="ru" sz="1100">
                <a:solidFill>
                  <a:schemeClr val="dk1"/>
                </a:solidFill>
                <a:latin typeface="Roboto"/>
                <a:ea typeface="Roboto"/>
                <a:cs typeface="Roboto"/>
                <a:sym typeface="Roboto"/>
              </a:rPr>
              <a:t>Отлаживать и мониторить приложения</a:t>
            </a:r>
            <a:br>
              <a:rPr lang="ru" sz="1100">
                <a:solidFill>
                  <a:schemeClr val="dk1"/>
                </a:solidFill>
                <a:latin typeface="Roboto"/>
                <a:ea typeface="Roboto"/>
                <a:cs typeface="Roboto"/>
                <a:sym typeface="Roboto"/>
              </a:rPr>
            </a:br>
            <a:endParaRPr sz="1100">
              <a:solidFill>
                <a:schemeClr val="dk1"/>
              </a:solidFill>
              <a:latin typeface="Roboto"/>
              <a:ea typeface="Roboto"/>
              <a:cs typeface="Roboto"/>
              <a:sym typeface="Roboto"/>
            </a:endParaRPr>
          </a:p>
          <a:p>
            <a:pPr indent="-285750" lvl="0" marL="457200" rtl="0" algn="l">
              <a:lnSpc>
                <a:spcPct val="115000"/>
              </a:lnSpc>
              <a:spcBef>
                <a:spcPts val="0"/>
              </a:spcBef>
              <a:spcAft>
                <a:spcPts val="0"/>
              </a:spcAft>
              <a:buClr>
                <a:schemeClr val="dk1"/>
              </a:buClr>
              <a:buSzPts val="900"/>
              <a:buChar char="●"/>
            </a:pPr>
            <a:r>
              <a:rPr lang="ru" sz="1100">
                <a:solidFill>
                  <a:schemeClr val="dk1"/>
                </a:solidFill>
                <a:latin typeface="Roboto"/>
                <a:ea typeface="Roboto"/>
                <a:cs typeface="Roboto"/>
                <a:sym typeface="Roboto"/>
              </a:rPr>
              <a:t>Применять и обновлять манифесты</a:t>
            </a:r>
            <a:br>
              <a:rPr lang="ru" sz="1100">
                <a:solidFill>
                  <a:schemeClr val="dk1"/>
                </a:solidFill>
              </a:rPr>
            </a:br>
            <a:endParaRPr sz="1100">
              <a:solidFill>
                <a:schemeClr val="dk1"/>
              </a:solidFill>
            </a:endParaRPr>
          </a:p>
          <a:p>
            <a:pPr indent="0" lvl="0" marL="0" rtl="0" algn="l">
              <a:lnSpc>
                <a:spcPct val="115000"/>
              </a:lnSpc>
              <a:spcBef>
                <a:spcPts val="1800"/>
              </a:spcBef>
              <a:spcAft>
                <a:spcPts val="400"/>
              </a:spcAft>
              <a:buNone/>
            </a:pPr>
            <a:r>
              <a:t/>
            </a:r>
            <a:endParaRPr b="1" sz="1700">
              <a:solidFill>
                <a:schemeClr val="dk1"/>
              </a:solidFill>
            </a:endParaRPr>
          </a:p>
        </p:txBody>
      </p:sp>
      <p:sp>
        <p:nvSpPr>
          <p:cNvPr id="670" name="Google Shape;670;p113"/>
          <p:cNvSpPr txBox="1"/>
          <p:nvPr>
            <p:ph type="title"/>
          </p:nvPr>
        </p:nvSpPr>
        <p:spPr>
          <a:xfrm>
            <a:off x="611950" y="318675"/>
            <a:ext cx="82143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a:t>Kubectl</a:t>
            </a:r>
            <a:endParaRPr/>
          </a:p>
        </p:txBody>
      </p:sp>
      <p:sp>
        <p:nvSpPr>
          <p:cNvPr id="671" name="Google Shape;671;p113"/>
          <p:cNvSpPr txBox="1"/>
          <p:nvPr>
            <p:ph type="title"/>
          </p:nvPr>
        </p:nvSpPr>
        <p:spPr>
          <a:xfrm>
            <a:off x="611950" y="938325"/>
            <a:ext cx="8007000" cy="415500"/>
          </a:xfrm>
          <a:prstGeom prst="rect">
            <a:avLst/>
          </a:prstGeom>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u" sz="1500">
                <a:solidFill>
                  <a:srgbClr val="333333"/>
                </a:solidFill>
                <a:highlight>
                  <a:srgbClr val="FFFFFF"/>
                </a:highlight>
              </a:rPr>
              <a:t>CLI (Command Line Interface) инструмент для взаимодействия с Kubernetes API</a:t>
            </a:r>
            <a:endParaRPr sz="1500">
              <a:solidFill>
                <a:srgbClr val="333333"/>
              </a:solidFill>
              <a:highlight>
                <a:srgbClr val="FFFFFF"/>
              </a:highlight>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5" name="Shape 675"/>
        <p:cNvGrpSpPr/>
        <p:nvPr/>
      </p:nvGrpSpPr>
      <p:grpSpPr>
        <a:xfrm>
          <a:off x="0" y="0"/>
          <a:ext cx="0" cy="0"/>
          <a:chOff x="0" y="0"/>
          <a:chExt cx="0" cy="0"/>
        </a:xfrm>
      </p:grpSpPr>
      <p:sp>
        <p:nvSpPr>
          <p:cNvPr id="676" name="Google Shape;676;p114"/>
          <p:cNvSpPr txBox="1"/>
          <p:nvPr>
            <p:ph type="title"/>
          </p:nvPr>
        </p:nvSpPr>
        <p:spPr>
          <a:xfrm>
            <a:off x="500550" y="3307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ru" sz="3000"/>
              <a:t>Kubectl</a:t>
            </a:r>
            <a:endParaRPr/>
          </a:p>
        </p:txBody>
      </p:sp>
      <p:sp>
        <p:nvSpPr>
          <p:cNvPr id="677" name="Google Shape;677;p114"/>
          <p:cNvSpPr txBox="1"/>
          <p:nvPr>
            <p:ph idx="1" type="subTitle"/>
          </p:nvPr>
        </p:nvSpPr>
        <p:spPr>
          <a:xfrm>
            <a:off x="754725" y="1516450"/>
            <a:ext cx="8029200" cy="3407100"/>
          </a:xfrm>
          <a:prstGeom prst="rect">
            <a:avLst/>
          </a:prstGeom>
        </p:spPr>
        <p:txBody>
          <a:bodyPr anchorCtr="0" anchor="t" bIns="91425" lIns="91425" spcFirstLastPara="1" rIns="91425" wrap="square" tIns="91425">
            <a:normAutofit fontScale="47500" lnSpcReduction="20000"/>
          </a:bodyPr>
          <a:lstStyle/>
          <a:p>
            <a:pPr indent="0" lvl="0" marL="0" rtl="0" algn="l">
              <a:spcBef>
                <a:spcPts val="0"/>
              </a:spcBef>
              <a:spcAft>
                <a:spcPts val="0"/>
              </a:spcAft>
              <a:buNone/>
            </a:pPr>
            <a:r>
              <a:rPr lang="ru"/>
              <a:t># Информация о кластере</a:t>
            </a:r>
            <a:endParaRPr/>
          </a:p>
          <a:p>
            <a:pPr indent="0" lvl="0" marL="0" rtl="0" algn="l">
              <a:spcBef>
                <a:spcPts val="0"/>
              </a:spcBef>
              <a:spcAft>
                <a:spcPts val="0"/>
              </a:spcAft>
              <a:buNone/>
            </a:pPr>
            <a:r>
              <a:rPr lang="ru"/>
              <a:t>kubectl cluster-info              # Показать информацию о кластере</a:t>
            </a:r>
            <a:endParaRPr/>
          </a:p>
          <a:p>
            <a:pPr indent="0" lvl="0" marL="0" rtl="0" algn="l">
              <a:spcBef>
                <a:spcPts val="0"/>
              </a:spcBef>
              <a:spcAft>
                <a:spcPts val="0"/>
              </a:spcAft>
              <a:buNone/>
            </a:pPr>
            <a:r>
              <a:rPr lang="ru"/>
              <a:t>kubectl get nodes                 # Список всех нод (worker + master)</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Работа с подами</a:t>
            </a:r>
            <a:endParaRPr/>
          </a:p>
          <a:p>
            <a:pPr indent="0" lvl="0" marL="0" rtl="0" algn="l">
              <a:spcBef>
                <a:spcPts val="0"/>
              </a:spcBef>
              <a:spcAft>
                <a:spcPts val="0"/>
              </a:spcAft>
              <a:buNone/>
            </a:pPr>
            <a:r>
              <a:rPr lang="ru"/>
              <a:t>kubectl get pods                  # Список подов в текущем namespace</a:t>
            </a:r>
            <a:endParaRPr/>
          </a:p>
          <a:p>
            <a:pPr indent="0" lvl="0" marL="0" rtl="0" algn="l">
              <a:spcBef>
                <a:spcPts val="0"/>
              </a:spcBef>
              <a:spcAft>
                <a:spcPts val="0"/>
              </a:spcAft>
              <a:buNone/>
            </a:pPr>
            <a:r>
              <a:rPr lang="ru"/>
              <a:t>kubectl get pods -A               # Список подов во всех namespace</a:t>
            </a:r>
            <a:endParaRPr/>
          </a:p>
          <a:p>
            <a:pPr indent="0" lvl="0" marL="0" rtl="0" algn="l">
              <a:spcBef>
                <a:spcPts val="0"/>
              </a:spcBef>
              <a:spcAft>
                <a:spcPts val="0"/>
              </a:spcAft>
              <a:buNone/>
            </a:pPr>
            <a:r>
              <a:rPr lang="ru"/>
              <a:t>kubectl describe pod my-pod       # Детальная информация о поде</a:t>
            </a:r>
            <a:endParaRPr/>
          </a:p>
          <a:p>
            <a:pPr indent="0" lvl="0" marL="0" rtl="0" algn="l">
              <a:spcBef>
                <a:spcPts val="0"/>
              </a:spcBef>
              <a:spcAft>
                <a:spcPts val="0"/>
              </a:spcAft>
              <a:buNone/>
            </a:pPr>
            <a:r>
              <a:rPr lang="ru"/>
              <a:t>kubectl logs my-pod               # Логи из контейнера в поде</a:t>
            </a:r>
            <a:endParaRPr/>
          </a:p>
          <a:p>
            <a:pPr indent="0" lvl="0" marL="0" rtl="0" algn="l">
              <a:spcBef>
                <a:spcPts val="0"/>
              </a:spcBef>
              <a:spcAft>
                <a:spcPts val="0"/>
              </a:spcAft>
              <a:buNone/>
            </a:pPr>
            <a:r>
              <a:rPr lang="ru"/>
              <a:t>kubectl exec -it my-pod -- bash   # Зайти внутрь пода в интерактивном режиме</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Деплой и управление</a:t>
            </a:r>
            <a:endParaRPr/>
          </a:p>
          <a:p>
            <a:pPr indent="0" lvl="0" marL="0" rtl="0" algn="l">
              <a:spcBef>
                <a:spcPts val="0"/>
              </a:spcBef>
              <a:spcAft>
                <a:spcPts val="0"/>
              </a:spcAft>
              <a:buNone/>
            </a:pPr>
            <a:r>
              <a:rPr lang="ru"/>
              <a:t>kubectl apply -f deployment.yaml  # Применить манифест (создать или обновить объект)</a:t>
            </a:r>
            <a:endParaRPr/>
          </a:p>
          <a:p>
            <a:pPr indent="0" lvl="0" marL="0" rtl="0" algn="l">
              <a:spcBef>
                <a:spcPts val="0"/>
              </a:spcBef>
              <a:spcAft>
                <a:spcPts val="0"/>
              </a:spcAft>
              <a:buNone/>
            </a:pPr>
            <a:r>
              <a:rPr lang="ru"/>
              <a:t>kubectl delete -f deployment.yaml # Удалить объект из кластера</a:t>
            </a:r>
            <a:endParaRPr/>
          </a:p>
          <a:p>
            <a:pPr indent="0" lvl="0" marL="0" rtl="0" algn="l">
              <a:spcBef>
                <a:spcPts val="0"/>
              </a:spcBef>
              <a:spcAft>
                <a:spcPts val="0"/>
              </a:spcAft>
              <a:buNone/>
            </a:pPr>
            <a:r>
              <a:rPr lang="ru"/>
              <a:t>kubectl delete pod my-pod         # Удалить конкретный под</a:t>
            </a:r>
            <a:endParaRPr/>
          </a:p>
          <a:p>
            <a:pPr indent="0" lvl="0" marL="0" rtl="0" algn="l">
              <a:spcBef>
                <a:spcPts val="0"/>
              </a:spcBef>
              <a:spcAft>
                <a:spcPts val="0"/>
              </a:spcAft>
              <a:buNone/>
            </a:pPr>
            <a:r>
              <a:rPr lang="ru"/>
              <a:t>kubectl rollout restart deploy my-deployment  # Перезапуск деплоймента</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Namespaces</a:t>
            </a:r>
            <a:endParaRPr/>
          </a:p>
          <a:p>
            <a:pPr indent="0" lvl="0" marL="0" rtl="0" algn="l">
              <a:spcBef>
                <a:spcPts val="0"/>
              </a:spcBef>
              <a:spcAft>
                <a:spcPts val="0"/>
              </a:spcAft>
              <a:buNone/>
            </a:pPr>
            <a:r>
              <a:rPr lang="ru"/>
              <a:t>kubectl get ns                    # Список namespaces</a:t>
            </a:r>
            <a:endParaRPr/>
          </a:p>
          <a:p>
            <a:pPr indent="0" lvl="0" marL="0" rtl="0" algn="l">
              <a:spcBef>
                <a:spcPts val="0"/>
              </a:spcBef>
              <a:spcAft>
                <a:spcPts val="0"/>
              </a:spcAft>
              <a:buNone/>
            </a:pPr>
            <a:r>
              <a:rPr lang="ru"/>
              <a:t>kubectl create ns dev             # Создать namespace dev</a:t>
            </a:r>
            <a:endParaRPr/>
          </a:p>
          <a:p>
            <a:pPr indent="0" lvl="0" marL="0" rtl="0" algn="l">
              <a:spcBef>
                <a:spcPts val="0"/>
              </a:spcBef>
              <a:spcAft>
                <a:spcPts val="0"/>
              </a:spcAft>
              <a:buNone/>
            </a:pPr>
            <a:r>
              <a:rPr lang="ru"/>
              <a:t>kubectl config set-context --current --namespace=dev  # Переключить текущий ns</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ReplicaSet / Deployment</a:t>
            </a:r>
            <a:endParaRPr/>
          </a:p>
          <a:p>
            <a:pPr indent="0" lvl="0" marL="0" rtl="0" algn="l">
              <a:spcBef>
                <a:spcPts val="0"/>
              </a:spcBef>
              <a:spcAft>
                <a:spcPts val="0"/>
              </a:spcAft>
              <a:buNone/>
            </a:pPr>
            <a:r>
              <a:rPr lang="ru"/>
              <a:t>kubectl get deploy                # Посмотреть деплойменты</a:t>
            </a:r>
            <a:endParaRPr/>
          </a:p>
          <a:p>
            <a:pPr indent="0" lvl="0" marL="0" rtl="0" algn="l">
              <a:spcBef>
                <a:spcPts val="0"/>
              </a:spcBef>
              <a:spcAft>
                <a:spcPts val="0"/>
              </a:spcAft>
              <a:buNone/>
            </a:pPr>
            <a:r>
              <a:rPr lang="ru"/>
              <a:t>kubectl scale deploy my-deploy --replicas=3   # Масштабировать деплой</a:t>
            </a:r>
            <a:endParaRPr/>
          </a:p>
          <a:p>
            <a:pPr indent="0" lvl="0" marL="0" rtl="0" algn="l">
              <a:spcBef>
                <a:spcPts val="0"/>
              </a:spcBef>
              <a:spcAft>
                <a:spcPts val="0"/>
              </a:spcAft>
              <a:buNone/>
            </a:pPr>
            <a:r>
              <a:rPr lang="ru"/>
              <a:t>kubectl rollout status deploy my-deploy       # Статус раскатки</a:t>
            </a:r>
            <a:endParaRPr/>
          </a:p>
          <a:p>
            <a:pPr indent="0" lvl="0" marL="0" rtl="0" algn="l">
              <a:spcBef>
                <a:spcPts val="0"/>
              </a:spcBef>
              <a:spcAft>
                <a:spcPts val="0"/>
              </a:spcAft>
              <a:buNone/>
            </a:pPr>
            <a:r>
              <a:rPr lang="ru"/>
              <a:t>kubectl rollout undo deploy my-deploy         # Откатить на предыдущую версию</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Services</a:t>
            </a:r>
            <a:endParaRPr/>
          </a:p>
          <a:p>
            <a:pPr indent="0" lvl="0" marL="0" rtl="0" algn="l">
              <a:spcBef>
                <a:spcPts val="0"/>
              </a:spcBef>
              <a:spcAft>
                <a:spcPts val="0"/>
              </a:spcAft>
              <a:buNone/>
            </a:pPr>
            <a:r>
              <a:rPr lang="ru"/>
              <a:t>kubectl get svc                   # Список сервисов</a:t>
            </a:r>
            <a:endParaRPr/>
          </a:p>
          <a:p>
            <a:pPr indent="0" lvl="0" marL="0" rtl="0" algn="l">
              <a:spcBef>
                <a:spcPts val="0"/>
              </a:spcBef>
              <a:spcAft>
                <a:spcPts val="0"/>
              </a:spcAft>
              <a:buNone/>
            </a:pPr>
            <a:r>
              <a:rPr lang="ru"/>
              <a:t>kubectl describe svc my-service   # Детальная информация о сервисе</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Volumes / PVC</a:t>
            </a:r>
            <a:endParaRPr/>
          </a:p>
          <a:p>
            <a:pPr indent="0" lvl="0" marL="0" rtl="0" algn="l">
              <a:spcBef>
                <a:spcPts val="0"/>
              </a:spcBef>
              <a:spcAft>
                <a:spcPts val="0"/>
              </a:spcAft>
              <a:buNone/>
            </a:pPr>
            <a:r>
              <a:rPr lang="ru"/>
              <a:t>kubectl get pvc                   # Список PersistentVolumeClaim</a:t>
            </a:r>
            <a:endParaRPr/>
          </a:p>
          <a:p>
            <a:pPr indent="0" lvl="0" marL="0" rtl="0" algn="l">
              <a:spcBef>
                <a:spcPts val="0"/>
              </a:spcBef>
              <a:spcAft>
                <a:spcPts val="0"/>
              </a:spcAft>
              <a:buNone/>
            </a:pPr>
            <a:r>
              <a:rPr lang="ru"/>
              <a:t>kubectl describe pvc my-pvc       # Детальная информация о PVC</a:t>
            </a:r>
            <a:endParaRPr/>
          </a:p>
          <a:p>
            <a:pPr indent="0" lvl="0" marL="0" rtl="0" algn="l">
              <a:spcBef>
                <a:spcPts val="0"/>
              </a:spcBef>
              <a:spcAft>
                <a:spcPts val="0"/>
              </a:spcAft>
              <a:buNone/>
            </a:pPr>
            <a:r>
              <a:t/>
            </a:r>
            <a:endParaRPr/>
          </a:p>
          <a:p>
            <a:pPr indent="0" lvl="0" marL="0" rtl="0" algn="l">
              <a:spcBef>
                <a:spcPts val="0"/>
              </a:spcBef>
              <a:spcAft>
                <a:spcPts val="0"/>
              </a:spcAft>
              <a:buNone/>
            </a:pPr>
            <a:r>
              <a:rPr lang="ru"/>
              <a:t># Context и конфиги</a:t>
            </a:r>
            <a:endParaRPr/>
          </a:p>
          <a:p>
            <a:pPr indent="0" lvl="0" marL="0" rtl="0" algn="l">
              <a:spcBef>
                <a:spcPts val="0"/>
              </a:spcBef>
              <a:spcAft>
                <a:spcPts val="0"/>
              </a:spcAft>
              <a:buNone/>
            </a:pPr>
            <a:r>
              <a:rPr lang="ru"/>
              <a:t>kubectl config get-contexts       # Список всех контекстов (кластеров)</a:t>
            </a:r>
            <a:endParaRPr/>
          </a:p>
          <a:p>
            <a:pPr indent="0" lvl="0" marL="0" rtl="0" algn="l">
              <a:spcBef>
                <a:spcPts val="0"/>
              </a:spcBef>
              <a:spcAft>
                <a:spcPts val="0"/>
              </a:spcAft>
              <a:buNone/>
            </a:pPr>
            <a:r>
              <a:rPr lang="ru"/>
              <a:t>kubectl config use-context my-ctx # Переключение на другой контекст</a:t>
            </a:r>
            <a:endParaRPr/>
          </a:p>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681" name="Shape 681"/>
        <p:cNvGrpSpPr/>
        <p:nvPr/>
      </p:nvGrpSpPr>
      <p:grpSpPr>
        <a:xfrm>
          <a:off x="0" y="0"/>
          <a:ext cx="0" cy="0"/>
          <a:chOff x="0" y="0"/>
          <a:chExt cx="0" cy="0"/>
        </a:xfrm>
      </p:grpSpPr>
      <p:sp>
        <p:nvSpPr>
          <p:cNvPr id="682" name="Google Shape;682;p115"/>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Вопросы</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grpSp>
        <p:nvGrpSpPr>
          <p:cNvPr id="683" name="Google Shape;683;p115"/>
          <p:cNvGrpSpPr/>
          <p:nvPr/>
        </p:nvGrpSpPr>
        <p:grpSpPr>
          <a:xfrm>
            <a:off x="710075" y="3061974"/>
            <a:ext cx="6370821" cy="415500"/>
            <a:chOff x="841300" y="3930749"/>
            <a:chExt cx="6370821" cy="415500"/>
          </a:xfrm>
        </p:grpSpPr>
        <p:sp>
          <p:nvSpPr>
            <p:cNvPr id="684" name="Google Shape;684;p115"/>
            <p:cNvSpPr txBox="1"/>
            <p:nvPr/>
          </p:nvSpPr>
          <p:spPr>
            <a:xfrm>
              <a:off x="1345921" y="3930749"/>
              <a:ext cx="1927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chemeClr val="lt1"/>
                  </a:solidFill>
                  <a:latin typeface="Roboto"/>
                  <a:ea typeface="Roboto"/>
                  <a:cs typeface="Roboto"/>
                  <a:sym typeface="Roboto"/>
                </a:rPr>
                <a:t>если есть вопросы</a:t>
              </a:r>
              <a:endParaRPr sz="1500">
                <a:solidFill>
                  <a:schemeClr val="lt1"/>
                </a:solidFill>
                <a:latin typeface="Roboto"/>
                <a:ea typeface="Roboto"/>
                <a:cs typeface="Roboto"/>
                <a:sym typeface="Roboto"/>
              </a:endParaRPr>
            </a:p>
          </p:txBody>
        </p:sp>
        <p:sp>
          <p:nvSpPr>
            <p:cNvPr id="685" name="Google Shape;685;p115"/>
            <p:cNvSpPr txBox="1"/>
            <p:nvPr/>
          </p:nvSpPr>
          <p:spPr>
            <a:xfrm>
              <a:off x="5066221" y="3930749"/>
              <a:ext cx="214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1500">
                  <a:solidFill>
                    <a:schemeClr val="lt1"/>
                  </a:solidFill>
                  <a:latin typeface="Roboto"/>
                  <a:ea typeface="Roboto"/>
                  <a:cs typeface="Roboto"/>
                  <a:sym typeface="Roboto"/>
                </a:rPr>
                <a:t>если вопросов нет</a:t>
              </a:r>
              <a:endParaRPr sz="1500">
                <a:solidFill>
                  <a:schemeClr val="lt1"/>
                </a:solidFill>
                <a:latin typeface="Roboto"/>
                <a:ea typeface="Roboto"/>
                <a:cs typeface="Roboto"/>
                <a:sym typeface="Roboto"/>
              </a:endParaRPr>
            </a:p>
          </p:txBody>
        </p:sp>
        <p:pic>
          <p:nvPicPr>
            <p:cNvPr id="686" name="Google Shape;686;p115"/>
            <p:cNvPicPr preferRelativeResize="0"/>
            <p:nvPr/>
          </p:nvPicPr>
          <p:blipFill rotWithShape="1">
            <a:blip r:embed="rId3">
              <a:alphaModFix/>
            </a:blip>
            <a:srcRect b="33888" l="0" r="0" t="0"/>
            <a:stretch/>
          </p:blipFill>
          <p:spPr>
            <a:xfrm>
              <a:off x="841300" y="3971694"/>
              <a:ext cx="504637" cy="333625"/>
            </a:xfrm>
            <a:prstGeom prst="rect">
              <a:avLst/>
            </a:prstGeom>
            <a:noFill/>
            <a:ln>
              <a:noFill/>
            </a:ln>
          </p:spPr>
        </p:pic>
        <p:pic>
          <p:nvPicPr>
            <p:cNvPr id="687" name="Google Shape;687;p115"/>
            <p:cNvPicPr preferRelativeResize="0"/>
            <p:nvPr/>
          </p:nvPicPr>
          <p:blipFill rotWithShape="1">
            <a:blip r:embed="rId3">
              <a:alphaModFix/>
            </a:blip>
            <a:srcRect b="15479" l="0" r="0" t="60251"/>
            <a:stretch/>
          </p:blipFill>
          <p:spPr>
            <a:xfrm>
              <a:off x="4561600" y="4077275"/>
              <a:ext cx="504625" cy="122475"/>
            </a:xfrm>
            <a:prstGeom prst="rect">
              <a:avLst/>
            </a:prstGeom>
            <a:noFill/>
            <a:ln>
              <a:noFill/>
            </a:ln>
          </p:spPr>
        </p:pic>
      </p:grpSp>
      <p:pic>
        <p:nvPicPr>
          <p:cNvPr id="688" name="Google Shape;688;p115"/>
          <p:cNvPicPr preferRelativeResize="0"/>
          <p:nvPr/>
        </p:nvPicPr>
        <p:blipFill rotWithShape="1">
          <a:blip r:embed="rId4">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2" name="Shape 692"/>
        <p:cNvGrpSpPr/>
        <p:nvPr/>
      </p:nvGrpSpPr>
      <p:grpSpPr>
        <a:xfrm>
          <a:off x="0" y="0"/>
          <a:ext cx="0" cy="0"/>
          <a:chOff x="0" y="0"/>
          <a:chExt cx="0" cy="0"/>
        </a:xfrm>
      </p:grpSpPr>
      <p:pic>
        <p:nvPicPr>
          <p:cNvPr id="693" name="Google Shape;693;p116"/>
          <p:cNvPicPr preferRelativeResize="0"/>
          <p:nvPr/>
        </p:nvPicPr>
        <p:blipFill rotWithShape="1">
          <a:blip r:embed="rId3">
            <a:alphaModFix amt="42000"/>
          </a:blip>
          <a:srcRect b="38716" l="0" r="0" t="5495"/>
          <a:stretch/>
        </p:blipFill>
        <p:spPr>
          <a:xfrm>
            <a:off x="0" y="0"/>
            <a:ext cx="9219950" cy="5143500"/>
          </a:xfrm>
          <a:prstGeom prst="rect">
            <a:avLst/>
          </a:prstGeom>
          <a:noFill/>
          <a:ln>
            <a:noFill/>
          </a:ln>
        </p:spPr>
      </p:pic>
      <p:sp>
        <p:nvSpPr>
          <p:cNvPr id="694" name="Google Shape;694;p116"/>
          <p:cNvSpPr txBox="1"/>
          <p:nvPr>
            <p:ph type="title"/>
          </p:nvPr>
        </p:nvSpPr>
        <p:spPr>
          <a:xfrm>
            <a:off x="623400" y="4130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Ключевые тезисы блока</a:t>
            </a:r>
            <a:endParaRPr/>
          </a:p>
        </p:txBody>
      </p:sp>
      <p:sp>
        <p:nvSpPr>
          <p:cNvPr id="695" name="Google Shape;695;p116"/>
          <p:cNvSpPr txBox="1"/>
          <p:nvPr>
            <p:ph idx="4294967295" type="subTitle"/>
          </p:nvPr>
        </p:nvSpPr>
        <p:spPr>
          <a:xfrm>
            <a:off x="500550" y="857363"/>
            <a:ext cx="7796700" cy="415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ru" sz="1500">
                <a:solidFill>
                  <a:srgbClr val="013D85"/>
                </a:solidFill>
              </a:rPr>
              <a:t> </a:t>
            </a:r>
            <a:endParaRPr b="1" sz="1500">
              <a:solidFill>
                <a:srgbClr val="013D85"/>
              </a:solidFill>
            </a:endParaRPr>
          </a:p>
        </p:txBody>
      </p:sp>
      <p:sp>
        <p:nvSpPr>
          <p:cNvPr id="696" name="Google Shape;696;p116"/>
          <p:cNvSpPr txBox="1"/>
          <p:nvPr/>
        </p:nvSpPr>
        <p:spPr>
          <a:xfrm>
            <a:off x="720000" y="1288450"/>
            <a:ext cx="7255500" cy="28536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1200"/>
              </a:spcBef>
              <a:spcAft>
                <a:spcPts val="0"/>
              </a:spcAft>
              <a:buClr>
                <a:schemeClr val="dk1"/>
              </a:buClr>
              <a:buSzPts val="1700"/>
              <a:buAutoNum type="arabicPeriod"/>
            </a:pPr>
            <a:r>
              <a:rPr lang="ru" sz="1700">
                <a:solidFill>
                  <a:schemeClr val="dk1"/>
                </a:solidFill>
                <a:latin typeface="Roboto"/>
                <a:ea typeface="Roboto"/>
                <a:cs typeface="Roboto"/>
                <a:sym typeface="Roboto"/>
              </a:rPr>
              <a:t>Kubernetes — стандарт для управления контейнерами</a:t>
            </a:r>
            <a:br>
              <a:rPr lang="ru" sz="1700">
                <a:solidFill>
                  <a:schemeClr val="dk1"/>
                </a:solidFill>
                <a:latin typeface="Roboto"/>
                <a:ea typeface="Roboto"/>
                <a:cs typeface="Roboto"/>
                <a:sym typeface="Roboto"/>
              </a:rPr>
            </a:b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AutoNum type="arabicPeriod"/>
            </a:pPr>
            <a:r>
              <a:rPr lang="ru" sz="1700">
                <a:solidFill>
                  <a:schemeClr val="dk1"/>
                </a:solidFill>
                <a:latin typeface="Roboto"/>
                <a:ea typeface="Roboto"/>
                <a:cs typeface="Roboto"/>
                <a:sym typeface="Roboto"/>
              </a:rPr>
              <a:t>Управляет кластерами из Control Plane и Worker Node</a:t>
            </a:r>
            <a:br>
              <a:rPr lang="ru" sz="1700">
                <a:solidFill>
                  <a:schemeClr val="dk1"/>
                </a:solidFill>
                <a:latin typeface="Roboto"/>
                <a:ea typeface="Roboto"/>
                <a:cs typeface="Roboto"/>
                <a:sym typeface="Roboto"/>
              </a:rPr>
            </a:b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AutoNum type="arabicPeriod"/>
            </a:pPr>
            <a:r>
              <a:rPr lang="ru" sz="1700">
                <a:solidFill>
                  <a:schemeClr val="dk1"/>
                </a:solidFill>
                <a:latin typeface="Roboto"/>
                <a:ea typeface="Roboto"/>
                <a:cs typeface="Roboto"/>
                <a:sym typeface="Roboto"/>
              </a:rPr>
              <a:t>Всё описывается декларативно через YAML и Helm</a:t>
            </a:r>
            <a:br>
              <a:rPr lang="ru" sz="1700">
                <a:solidFill>
                  <a:schemeClr val="dk1"/>
                </a:solidFill>
                <a:latin typeface="Roboto"/>
                <a:ea typeface="Roboto"/>
                <a:cs typeface="Roboto"/>
                <a:sym typeface="Roboto"/>
              </a:rPr>
            </a:b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AutoNum type="arabicPeriod"/>
            </a:pPr>
            <a:r>
              <a:rPr lang="ru" sz="1700">
                <a:solidFill>
                  <a:schemeClr val="dk1"/>
                </a:solidFill>
                <a:latin typeface="Roboto"/>
                <a:ea typeface="Roboto"/>
                <a:cs typeface="Roboto"/>
                <a:sym typeface="Roboto"/>
              </a:rPr>
              <a:t>Основные абстракции: Pod, Service, Volume, Namespace</a:t>
            </a:r>
            <a:br>
              <a:rPr lang="ru" sz="1700">
                <a:solidFill>
                  <a:schemeClr val="dk1"/>
                </a:solidFill>
                <a:latin typeface="Roboto"/>
                <a:ea typeface="Roboto"/>
                <a:cs typeface="Roboto"/>
                <a:sym typeface="Roboto"/>
              </a:rPr>
            </a:br>
            <a:endParaRPr sz="1700">
              <a:solidFill>
                <a:schemeClr val="dk1"/>
              </a:solidFill>
              <a:latin typeface="Roboto"/>
              <a:ea typeface="Roboto"/>
              <a:cs typeface="Roboto"/>
              <a:sym typeface="Roboto"/>
            </a:endParaRPr>
          </a:p>
          <a:p>
            <a:pPr indent="-336550" lvl="0" marL="457200" rtl="0" algn="l">
              <a:lnSpc>
                <a:spcPct val="115000"/>
              </a:lnSpc>
              <a:spcBef>
                <a:spcPts val="0"/>
              </a:spcBef>
              <a:spcAft>
                <a:spcPts val="0"/>
              </a:spcAft>
              <a:buClr>
                <a:schemeClr val="dk1"/>
              </a:buClr>
              <a:buSzPts val="1700"/>
              <a:buAutoNum type="arabicPeriod"/>
            </a:pPr>
            <a:r>
              <a:rPr lang="ru" sz="1700">
                <a:solidFill>
                  <a:schemeClr val="dk1"/>
                </a:solidFill>
                <a:latin typeface="Roboto"/>
                <a:ea typeface="Roboto"/>
                <a:cs typeface="Roboto"/>
                <a:sym typeface="Roboto"/>
              </a:rPr>
              <a:t>Deployment и другие контроллеры упрощают управление</a:t>
            </a:r>
            <a:endParaRPr sz="1700">
              <a:solidFill>
                <a:schemeClr val="dk1"/>
              </a:solidFill>
              <a:latin typeface="Roboto"/>
              <a:ea typeface="Roboto"/>
              <a:cs typeface="Roboto"/>
              <a:sym typeface="Roboto"/>
            </a:endParaRPr>
          </a:p>
        </p:txBody>
      </p:sp>
      <p:pic>
        <p:nvPicPr>
          <p:cNvPr id="697" name="Google Shape;697;p116"/>
          <p:cNvPicPr preferRelativeResize="0"/>
          <p:nvPr/>
        </p:nvPicPr>
        <p:blipFill>
          <a:blip r:embed="rId4">
            <a:alphaModFix/>
          </a:blip>
          <a:stretch>
            <a:fillRect/>
          </a:stretch>
        </p:blipFill>
        <p:spPr>
          <a:xfrm>
            <a:off x="7258050" y="3065775"/>
            <a:ext cx="1819500" cy="1819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701" name="Shape 701"/>
        <p:cNvGrpSpPr/>
        <p:nvPr/>
      </p:nvGrpSpPr>
      <p:grpSpPr>
        <a:xfrm>
          <a:off x="0" y="0"/>
          <a:ext cx="0" cy="0"/>
          <a:chOff x="0" y="0"/>
          <a:chExt cx="0" cy="0"/>
        </a:xfrm>
      </p:grpSpPr>
      <p:sp>
        <p:nvSpPr>
          <p:cNvPr id="702" name="Google Shape;702;p117"/>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LIVE</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703" name="Google Shape;703;p117"/>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118"/>
          <p:cNvSpPr txBox="1"/>
          <p:nvPr>
            <p:ph type="title"/>
          </p:nvPr>
        </p:nvSpPr>
        <p:spPr>
          <a:xfrm>
            <a:off x="623400" y="35204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Первые шаги в k8s</a:t>
            </a:r>
            <a:endParaRPr/>
          </a:p>
        </p:txBody>
      </p:sp>
      <p:pic>
        <p:nvPicPr>
          <p:cNvPr id="709" name="Google Shape;709;p118"/>
          <p:cNvPicPr preferRelativeResize="0"/>
          <p:nvPr/>
        </p:nvPicPr>
        <p:blipFill>
          <a:blip r:embed="rId3">
            <a:alphaModFix/>
          </a:blip>
          <a:stretch>
            <a:fillRect/>
          </a:stretch>
        </p:blipFill>
        <p:spPr>
          <a:xfrm>
            <a:off x="720000" y="4009200"/>
            <a:ext cx="440700" cy="440675"/>
          </a:xfrm>
          <a:prstGeom prst="rect">
            <a:avLst/>
          </a:prstGeom>
          <a:noFill/>
          <a:ln>
            <a:noFill/>
          </a:ln>
        </p:spPr>
      </p:pic>
      <p:pic>
        <p:nvPicPr>
          <p:cNvPr id="710" name="Google Shape;710;p118"/>
          <p:cNvPicPr preferRelativeResize="0"/>
          <p:nvPr/>
        </p:nvPicPr>
        <p:blipFill>
          <a:blip r:embed="rId4">
            <a:alphaModFix/>
          </a:blip>
          <a:stretch>
            <a:fillRect/>
          </a:stretch>
        </p:blipFill>
        <p:spPr>
          <a:xfrm>
            <a:off x="6799225" y="2550200"/>
            <a:ext cx="2723052" cy="2723052"/>
          </a:xfrm>
          <a:prstGeom prst="rect">
            <a:avLst/>
          </a:prstGeom>
          <a:noFill/>
          <a:ln>
            <a:noFill/>
          </a:ln>
        </p:spPr>
      </p:pic>
      <p:sp>
        <p:nvSpPr>
          <p:cNvPr id="711" name="Google Shape;711;p118"/>
          <p:cNvSpPr txBox="1"/>
          <p:nvPr/>
        </p:nvSpPr>
        <p:spPr>
          <a:xfrm>
            <a:off x="720000" y="1548800"/>
            <a:ext cx="29094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Запуск кластера</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Работа с Pod и манифестами</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Знакомство с kubectl</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Service и доступ к Pod</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Helm Charts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Namespaces</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lang="ru" sz="1100">
                <a:solidFill>
                  <a:schemeClr val="dk1"/>
                </a:solidFill>
                <a:latin typeface="Roboto"/>
                <a:ea typeface="Roboto"/>
                <a:cs typeface="Roboto"/>
                <a:sym typeface="Roboto"/>
              </a:rPr>
              <a:t>Интеграция с Lens</a:t>
            </a:r>
            <a:endParaRPr sz="1100">
              <a:solidFill>
                <a:schemeClr val="dk1"/>
              </a:solidFill>
              <a:latin typeface="Roboto"/>
              <a:ea typeface="Roboto"/>
              <a:cs typeface="Roboto"/>
              <a:sym typeface="Roboto"/>
            </a:endParaRPr>
          </a:p>
        </p:txBody>
      </p:sp>
      <p:sp>
        <p:nvSpPr>
          <p:cNvPr id="712" name="Google Shape;712;p118"/>
          <p:cNvSpPr txBox="1"/>
          <p:nvPr/>
        </p:nvSpPr>
        <p:spPr>
          <a:xfrm>
            <a:off x="1259775" y="3937037"/>
            <a:ext cx="18087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ru" sz="1500">
                <a:solidFill>
                  <a:schemeClr val="dk1"/>
                </a:solidFill>
                <a:latin typeface="Roboto"/>
                <a:ea typeface="Roboto"/>
                <a:cs typeface="Roboto"/>
                <a:sym typeface="Roboto"/>
              </a:rPr>
              <a:t>15 мин</a:t>
            </a:r>
            <a:endParaRPr b="1" sz="12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ru" sz="1100">
                <a:solidFill>
                  <a:schemeClr val="dk1"/>
                </a:solidFill>
                <a:latin typeface="Roboto"/>
                <a:ea typeface="Roboto"/>
                <a:cs typeface="Roboto"/>
                <a:sym typeface="Roboto"/>
              </a:rPr>
              <a:t>время на выполнение</a:t>
            </a:r>
            <a:endParaRPr sz="800">
              <a:solidFill>
                <a:schemeClr val="dk1"/>
              </a:solidFill>
              <a:latin typeface="Roboto"/>
              <a:ea typeface="Roboto"/>
              <a:cs typeface="Roboto"/>
              <a:sym typeface="Robot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6" name="Shape 716"/>
        <p:cNvGrpSpPr/>
        <p:nvPr/>
      </p:nvGrpSpPr>
      <p:grpSpPr>
        <a:xfrm>
          <a:off x="0" y="0"/>
          <a:ext cx="0" cy="0"/>
          <a:chOff x="0" y="0"/>
          <a:chExt cx="0" cy="0"/>
        </a:xfrm>
      </p:grpSpPr>
      <p:sp>
        <p:nvSpPr>
          <p:cNvPr id="717" name="Google Shape;717;p119"/>
          <p:cNvSpPr txBox="1"/>
          <p:nvPr>
            <p:ph type="title"/>
          </p:nvPr>
        </p:nvSpPr>
        <p:spPr>
          <a:xfrm>
            <a:off x="623400" y="41962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Попробуйте дома</a:t>
            </a:r>
            <a:endParaRPr sz="3000"/>
          </a:p>
        </p:txBody>
      </p:sp>
      <p:sp>
        <p:nvSpPr>
          <p:cNvPr id="718" name="Google Shape;718;p119"/>
          <p:cNvSpPr txBox="1"/>
          <p:nvPr/>
        </p:nvSpPr>
        <p:spPr>
          <a:xfrm>
            <a:off x="623400" y="1515525"/>
            <a:ext cx="6624000" cy="15222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Clr>
                <a:schemeClr val="dk1"/>
              </a:buClr>
              <a:buSzPts val="1100"/>
              <a:buFont typeface="Roboto"/>
              <a:buAutoNum type="arabicPeriod"/>
            </a:pPr>
            <a:r>
              <a:rPr b="1" lang="ru" sz="1100">
                <a:solidFill>
                  <a:schemeClr val="dk1"/>
                </a:solidFill>
                <a:latin typeface="Roboto"/>
                <a:ea typeface="Roboto"/>
                <a:cs typeface="Roboto"/>
                <a:sym typeface="Roboto"/>
              </a:rPr>
              <a:t>Работа с манифестами и kubectl</a:t>
            </a:r>
            <a:endParaRPr b="1"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sz="1100">
                <a:solidFill>
                  <a:schemeClr val="dk1"/>
                </a:solidFill>
                <a:latin typeface="Roboto"/>
                <a:ea typeface="Roboto"/>
                <a:cs typeface="Roboto"/>
                <a:sym typeface="Roboto"/>
              </a:rPr>
              <a:t>Напишите pod.yaml, который поднимает Pod с образом nginx:latest.</a:t>
            </a:r>
            <a:endParaRPr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sz="1100">
                <a:solidFill>
                  <a:schemeClr val="dk1"/>
                </a:solidFill>
                <a:latin typeface="Roboto"/>
                <a:ea typeface="Roboto"/>
                <a:cs typeface="Roboto"/>
                <a:sym typeface="Roboto"/>
              </a:rPr>
              <a:t>Создайте service.yaml, который сделает Pod доступным извне (тип NodePort).</a:t>
            </a:r>
            <a:endParaRPr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sz="1100">
                <a:solidFill>
                  <a:schemeClr val="dk1"/>
                </a:solidFill>
                <a:latin typeface="Roboto"/>
                <a:ea typeface="Roboto"/>
                <a:cs typeface="Roboto"/>
                <a:sym typeface="Roboto"/>
              </a:rPr>
              <a:t>Проверьте доступ к Nginx через браузер (http://localhost:&lt;порт&gt;).</a:t>
            </a:r>
            <a:endParaRPr sz="1100">
              <a:solidFill>
                <a:schemeClr val="dk1"/>
              </a:solidFill>
              <a:latin typeface="Roboto"/>
              <a:ea typeface="Roboto"/>
              <a:cs typeface="Roboto"/>
              <a:sym typeface="Roboto"/>
            </a:endParaRPr>
          </a:p>
          <a:p>
            <a:pPr indent="-298450" lvl="0" marL="457200" rtl="0" algn="l">
              <a:lnSpc>
                <a:spcPct val="115000"/>
              </a:lnSpc>
              <a:spcBef>
                <a:spcPts val="0"/>
              </a:spcBef>
              <a:spcAft>
                <a:spcPts val="0"/>
              </a:spcAft>
              <a:buClr>
                <a:schemeClr val="dk1"/>
              </a:buClr>
              <a:buSzPts val="1100"/>
              <a:buFont typeface="Roboto"/>
              <a:buAutoNum type="arabicPeriod"/>
            </a:pPr>
            <a:r>
              <a:rPr b="1" lang="ru" sz="1100">
                <a:solidFill>
                  <a:schemeClr val="dk1"/>
                </a:solidFill>
                <a:latin typeface="Roboto"/>
                <a:ea typeface="Roboto"/>
                <a:cs typeface="Roboto"/>
                <a:sym typeface="Roboto"/>
              </a:rPr>
              <a:t>Развертывание через Helm</a:t>
            </a:r>
            <a:endParaRPr b="1"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sz="1100">
                <a:solidFill>
                  <a:schemeClr val="dk1"/>
                </a:solidFill>
                <a:latin typeface="Roboto"/>
                <a:ea typeface="Roboto"/>
                <a:cs typeface="Roboto"/>
                <a:sym typeface="Roboto"/>
              </a:rPr>
              <a:t>Установите приложение через Helm (например, Redis)</a:t>
            </a:r>
            <a:endParaRPr sz="1100">
              <a:solidFill>
                <a:schemeClr val="dk1"/>
              </a:solidFill>
              <a:latin typeface="Roboto"/>
              <a:ea typeface="Roboto"/>
              <a:cs typeface="Roboto"/>
              <a:sym typeface="Roboto"/>
            </a:endParaRPr>
          </a:p>
          <a:p>
            <a:pPr indent="-298450" lvl="1" marL="914400" rtl="0" algn="l">
              <a:lnSpc>
                <a:spcPct val="115000"/>
              </a:lnSpc>
              <a:spcBef>
                <a:spcPts val="0"/>
              </a:spcBef>
              <a:spcAft>
                <a:spcPts val="0"/>
              </a:spcAft>
              <a:buClr>
                <a:schemeClr val="dk1"/>
              </a:buClr>
              <a:buSzPts val="1100"/>
              <a:buFont typeface="Roboto"/>
              <a:buAutoNum type="alphaLcPeriod"/>
            </a:pPr>
            <a:r>
              <a:rPr lang="ru" sz="1100">
                <a:solidFill>
                  <a:schemeClr val="dk1"/>
                </a:solidFill>
                <a:latin typeface="Roboto"/>
                <a:ea typeface="Roboto"/>
                <a:cs typeface="Roboto"/>
                <a:sym typeface="Roboto"/>
              </a:rPr>
              <a:t>Найдите Pod с Redis и убедитесь, что он запущен:</a:t>
            </a:r>
            <a:endParaRPr sz="1100">
              <a:solidFill>
                <a:schemeClr val="dk1"/>
              </a:solidFill>
              <a:latin typeface="Roboto"/>
              <a:ea typeface="Roboto"/>
              <a:cs typeface="Roboto"/>
              <a:sym typeface="Roboto"/>
            </a:endParaRPr>
          </a:p>
        </p:txBody>
      </p:sp>
      <p:pic>
        <p:nvPicPr>
          <p:cNvPr id="719" name="Google Shape;719;p119"/>
          <p:cNvPicPr preferRelativeResize="0"/>
          <p:nvPr/>
        </p:nvPicPr>
        <p:blipFill>
          <a:blip r:embed="rId3">
            <a:alphaModFix/>
          </a:blip>
          <a:stretch>
            <a:fillRect/>
          </a:stretch>
        </p:blipFill>
        <p:spPr>
          <a:xfrm>
            <a:off x="7353550" y="3116575"/>
            <a:ext cx="1586969" cy="1684874"/>
          </a:xfrm>
          <a:prstGeom prst="rect">
            <a:avLst/>
          </a:prstGeom>
          <a:noFill/>
          <a:ln>
            <a:noFill/>
          </a:ln>
        </p:spPr>
      </p:pic>
      <p:pic>
        <p:nvPicPr>
          <p:cNvPr id="720" name="Google Shape;720;p119"/>
          <p:cNvPicPr preferRelativeResize="0"/>
          <p:nvPr/>
        </p:nvPicPr>
        <p:blipFill>
          <a:blip r:embed="rId4">
            <a:alphaModFix/>
          </a:blip>
          <a:stretch>
            <a:fillRect/>
          </a:stretch>
        </p:blipFill>
        <p:spPr>
          <a:xfrm>
            <a:off x="720000" y="4009200"/>
            <a:ext cx="440700" cy="440675"/>
          </a:xfrm>
          <a:prstGeom prst="rect">
            <a:avLst/>
          </a:prstGeom>
          <a:noFill/>
          <a:ln>
            <a:noFill/>
          </a:ln>
        </p:spPr>
      </p:pic>
      <p:sp>
        <p:nvSpPr>
          <p:cNvPr id="721" name="Google Shape;721;p119"/>
          <p:cNvSpPr txBox="1"/>
          <p:nvPr/>
        </p:nvSpPr>
        <p:spPr>
          <a:xfrm>
            <a:off x="1259775" y="3937037"/>
            <a:ext cx="1808700" cy="5850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b="1" lang="ru" sz="1500">
                <a:solidFill>
                  <a:schemeClr val="dk1"/>
                </a:solidFill>
                <a:latin typeface="Roboto"/>
                <a:ea typeface="Roboto"/>
                <a:cs typeface="Roboto"/>
                <a:sym typeface="Roboto"/>
              </a:rPr>
              <a:t>60</a:t>
            </a:r>
            <a:r>
              <a:rPr b="1" lang="ru" sz="1500">
                <a:solidFill>
                  <a:schemeClr val="dk1"/>
                </a:solidFill>
                <a:latin typeface="Roboto"/>
                <a:ea typeface="Roboto"/>
                <a:cs typeface="Roboto"/>
                <a:sym typeface="Roboto"/>
              </a:rPr>
              <a:t> мин</a:t>
            </a:r>
            <a:endParaRPr b="1" sz="12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ru" sz="1100">
                <a:solidFill>
                  <a:schemeClr val="dk1"/>
                </a:solidFill>
                <a:latin typeface="Roboto"/>
                <a:ea typeface="Roboto"/>
                <a:cs typeface="Roboto"/>
                <a:sym typeface="Roboto"/>
              </a:rPr>
              <a:t>время на выполнение</a:t>
            </a:r>
            <a:endParaRPr sz="800">
              <a:solidFill>
                <a:schemeClr val="dk1"/>
              </a:solidFill>
              <a:latin typeface="Roboto"/>
              <a:ea typeface="Roboto"/>
              <a:cs typeface="Roboto"/>
              <a:sym typeface="Roboto"/>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725" name="Shape 725"/>
        <p:cNvGrpSpPr/>
        <p:nvPr/>
      </p:nvGrpSpPr>
      <p:grpSpPr>
        <a:xfrm>
          <a:off x="0" y="0"/>
          <a:ext cx="0" cy="0"/>
          <a:chOff x="0" y="0"/>
          <a:chExt cx="0" cy="0"/>
        </a:xfrm>
      </p:grpSpPr>
      <p:sp>
        <p:nvSpPr>
          <p:cNvPr id="726" name="Google Shape;726;p120"/>
          <p:cNvSpPr txBox="1"/>
          <p:nvPr>
            <p:ph type="title"/>
          </p:nvPr>
        </p:nvSpPr>
        <p:spPr>
          <a:xfrm>
            <a:off x="556300" y="1539975"/>
            <a:ext cx="7379700" cy="13083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Вопросы</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grpSp>
        <p:nvGrpSpPr>
          <p:cNvPr id="727" name="Google Shape;727;p120"/>
          <p:cNvGrpSpPr/>
          <p:nvPr/>
        </p:nvGrpSpPr>
        <p:grpSpPr>
          <a:xfrm>
            <a:off x="710075" y="3061974"/>
            <a:ext cx="6370821" cy="415500"/>
            <a:chOff x="841300" y="3930749"/>
            <a:chExt cx="6370821" cy="415500"/>
          </a:xfrm>
        </p:grpSpPr>
        <p:sp>
          <p:nvSpPr>
            <p:cNvPr id="728" name="Google Shape;728;p120"/>
            <p:cNvSpPr txBox="1"/>
            <p:nvPr/>
          </p:nvSpPr>
          <p:spPr>
            <a:xfrm>
              <a:off x="1345921" y="3930749"/>
              <a:ext cx="1927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500">
                  <a:solidFill>
                    <a:schemeClr val="lt1"/>
                  </a:solidFill>
                  <a:latin typeface="Roboto"/>
                  <a:ea typeface="Roboto"/>
                  <a:cs typeface="Roboto"/>
                  <a:sym typeface="Roboto"/>
                </a:rPr>
                <a:t>если есть вопросы</a:t>
              </a:r>
              <a:endParaRPr sz="1500">
                <a:solidFill>
                  <a:schemeClr val="lt1"/>
                </a:solidFill>
                <a:latin typeface="Roboto"/>
                <a:ea typeface="Roboto"/>
                <a:cs typeface="Roboto"/>
                <a:sym typeface="Roboto"/>
              </a:endParaRPr>
            </a:p>
          </p:txBody>
        </p:sp>
        <p:sp>
          <p:nvSpPr>
            <p:cNvPr id="729" name="Google Shape;729;p120"/>
            <p:cNvSpPr txBox="1"/>
            <p:nvPr/>
          </p:nvSpPr>
          <p:spPr>
            <a:xfrm>
              <a:off x="5066221" y="3930749"/>
              <a:ext cx="214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1500">
                  <a:solidFill>
                    <a:schemeClr val="lt1"/>
                  </a:solidFill>
                  <a:latin typeface="Roboto"/>
                  <a:ea typeface="Roboto"/>
                  <a:cs typeface="Roboto"/>
                  <a:sym typeface="Roboto"/>
                </a:rPr>
                <a:t>если вопросов нет</a:t>
              </a:r>
              <a:endParaRPr sz="1500">
                <a:solidFill>
                  <a:schemeClr val="lt1"/>
                </a:solidFill>
                <a:latin typeface="Roboto"/>
                <a:ea typeface="Roboto"/>
                <a:cs typeface="Roboto"/>
                <a:sym typeface="Roboto"/>
              </a:endParaRPr>
            </a:p>
          </p:txBody>
        </p:sp>
        <p:pic>
          <p:nvPicPr>
            <p:cNvPr id="730" name="Google Shape;730;p120"/>
            <p:cNvPicPr preferRelativeResize="0"/>
            <p:nvPr/>
          </p:nvPicPr>
          <p:blipFill rotWithShape="1">
            <a:blip r:embed="rId3">
              <a:alphaModFix/>
            </a:blip>
            <a:srcRect b="33888" l="0" r="0" t="0"/>
            <a:stretch/>
          </p:blipFill>
          <p:spPr>
            <a:xfrm>
              <a:off x="841300" y="3971694"/>
              <a:ext cx="504637" cy="333625"/>
            </a:xfrm>
            <a:prstGeom prst="rect">
              <a:avLst/>
            </a:prstGeom>
            <a:noFill/>
            <a:ln>
              <a:noFill/>
            </a:ln>
          </p:spPr>
        </p:pic>
        <p:pic>
          <p:nvPicPr>
            <p:cNvPr id="731" name="Google Shape;731;p120"/>
            <p:cNvPicPr preferRelativeResize="0"/>
            <p:nvPr/>
          </p:nvPicPr>
          <p:blipFill rotWithShape="1">
            <a:blip r:embed="rId3">
              <a:alphaModFix/>
            </a:blip>
            <a:srcRect b="15479" l="0" r="0" t="60251"/>
            <a:stretch/>
          </p:blipFill>
          <p:spPr>
            <a:xfrm>
              <a:off x="4561600" y="4077275"/>
              <a:ext cx="504625" cy="122475"/>
            </a:xfrm>
            <a:prstGeom prst="rect">
              <a:avLst/>
            </a:prstGeom>
            <a:noFill/>
            <a:ln>
              <a:noFill/>
            </a:ln>
          </p:spPr>
        </p:pic>
      </p:grpSp>
      <p:pic>
        <p:nvPicPr>
          <p:cNvPr id="732" name="Google Shape;732;p120"/>
          <p:cNvPicPr preferRelativeResize="0"/>
          <p:nvPr/>
        </p:nvPicPr>
        <p:blipFill rotWithShape="1">
          <a:blip r:embed="rId4">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736" name="Shape 736"/>
        <p:cNvGrpSpPr/>
        <p:nvPr/>
      </p:nvGrpSpPr>
      <p:grpSpPr>
        <a:xfrm>
          <a:off x="0" y="0"/>
          <a:ext cx="0" cy="0"/>
          <a:chOff x="0" y="0"/>
          <a:chExt cx="0" cy="0"/>
        </a:xfrm>
      </p:grpSpPr>
      <p:sp>
        <p:nvSpPr>
          <p:cNvPr id="737" name="Google Shape;737;p121"/>
          <p:cNvSpPr txBox="1"/>
          <p:nvPr>
            <p:ph type="title"/>
          </p:nvPr>
        </p:nvSpPr>
        <p:spPr>
          <a:xfrm>
            <a:off x="556300" y="1539975"/>
            <a:ext cx="7379700" cy="20010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Подвед</a:t>
            </a:r>
            <a:r>
              <a:rPr lang="ru"/>
              <a:t>ё</a:t>
            </a:r>
            <a:r>
              <a:rPr lang="ru" sz="4500">
                <a:solidFill>
                  <a:schemeClr val="lt1"/>
                </a:solidFill>
              </a:rPr>
              <a:t>м </a:t>
            </a:r>
            <a:endParaRPr sz="4500">
              <a:solidFill>
                <a:schemeClr val="lt1"/>
              </a:solidFill>
            </a:endParaRPr>
          </a:p>
          <a:p>
            <a:pPr indent="0" lvl="0" marL="0" rtl="0" algn="l">
              <a:spcBef>
                <a:spcPts val="0"/>
              </a:spcBef>
              <a:spcAft>
                <a:spcPts val="0"/>
              </a:spcAft>
              <a:buClr>
                <a:schemeClr val="dk1"/>
              </a:buClr>
              <a:buSzPts val="1100"/>
              <a:buFont typeface="Arial"/>
              <a:buNone/>
            </a:pPr>
            <a:r>
              <a:rPr lang="ru" sz="4500">
                <a:solidFill>
                  <a:schemeClr val="lt1"/>
                </a:solidFill>
              </a:rPr>
              <a:t>итоги занятия</a:t>
            </a:r>
            <a:endParaRPr sz="4000">
              <a:solidFill>
                <a:srgbClr val="FBFBFE"/>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738" name="Google Shape;738;p121"/>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sp>
        <p:nvSpPr>
          <p:cNvPr id="743" name="Google Shape;743;p122"/>
          <p:cNvSpPr txBox="1"/>
          <p:nvPr>
            <p:ph type="title"/>
          </p:nvPr>
        </p:nvSpPr>
        <p:spPr>
          <a:xfrm>
            <a:off x="623400" y="448299"/>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3000"/>
              <a:t>Ключевые тезисы занятия</a:t>
            </a:r>
            <a:endParaRPr sz="3000"/>
          </a:p>
        </p:txBody>
      </p:sp>
      <p:sp>
        <p:nvSpPr>
          <p:cNvPr id="744" name="Google Shape;744;p122"/>
          <p:cNvSpPr txBox="1"/>
          <p:nvPr>
            <p:ph idx="4294967295" type="body"/>
          </p:nvPr>
        </p:nvSpPr>
        <p:spPr>
          <a:xfrm>
            <a:off x="961975" y="1305088"/>
            <a:ext cx="7742400" cy="1847100"/>
          </a:xfrm>
          <a:prstGeom prst="rect">
            <a:avLst/>
          </a:prstGeom>
        </p:spPr>
        <p:txBody>
          <a:bodyPr anchorCtr="0" anchor="t" bIns="91425" lIns="91425" spcFirstLastPara="1" rIns="91425" wrap="square" tIns="91425">
            <a:spAutoFit/>
          </a:bodyPr>
          <a:lstStyle/>
          <a:p>
            <a:pPr indent="-330200" lvl="0" marL="457200" rtl="0" algn="l">
              <a:lnSpc>
                <a:spcPct val="115000"/>
              </a:lnSpc>
              <a:spcBef>
                <a:spcPts val="1200"/>
              </a:spcBef>
              <a:spcAft>
                <a:spcPts val="0"/>
              </a:spcAft>
              <a:buClr>
                <a:srgbClr val="9857F3"/>
              </a:buClr>
              <a:buSzPts val="1600"/>
              <a:buAutoNum type="arabicPeriod"/>
            </a:pPr>
            <a:r>
              <a:rPr lang="ru" sz="1600"/>
              <a:t>Оркестрация решает проблему управления множеством контейнеров</a:t>
            </a:r>
            <a:endParaRPr sz="1600"/>
          </a:p>
          <a:p>
            <a:pPr indent="-330200" lvl="0" marL="457200" rtl="0" algn="l">
              <a:lnSpc>
                <a:spcPct val="115000"/>
              </a:lnSpc>
              <a:spcBef>
                <a:spcPts val="0"/>
              </a:spcBef>
              <a:spcAft>
                <a:spcPts val="0"/>
              </a:spcAft>
              <a:buClr>
                <a:srgbClr val="9857F3"/>
              </a:buClr>
              <a:buSzPts val="1600"/>
              <a:buAutoNum type="arabicPeriod"/>
            </a:pPr>
            <a:r>
              <a:rPr lang="ru" sz="1600"/>
              <a:t>Kubernetes — открытый и золотой стандарт оркестрации</a:t>
            </a:r>
            <a:endParaRPr sz="1600"/>
          </a:p>
          <a:p>
            <a:pPr indent="-330200" lvl="0" marL="457200" rtl="0" algn="l">
              <a:lnSpc>
                <a:spcPct val="115000"/>
              </a:lnSpc>
              <a:spcBef>
                <a:spcPts val="0"/>
              </a:spcBef>
              <a:spcAft>
                <a:spcPts val="0"/>
              </a:spcAft>
              <a:buClr>
                <a:srgbClr val="9857F3"/>
              </a:buClr>
              <a:buSzPts val="1600"/>
              <a:buAutoNum type="arabicPeriod"/>
            </a:pPr>
            <a:r>
              <a:rPr lang="ru" sz="1600"/>
              <a:t>K8s состоит из Control Plane и Worker Nodes, каждая часть отвечает за свою задачу</a:t>
            </a:r>
            <a:endParaRPr sz="1600"/>
          </a:p>
          <a:p>
            <a:pPr indent="-330200" lvl="0" marL="457200" rtl="0" algn="l">
              <a:lnSpc>
                <a:spcPct val="115000"/>
              </a:lnSpc>
              <a:spcBef>
                <a:spcPts val="0"/>
              </a:spcBef>
              <a:spcAft>
                <a:spcPts val="0"/>
              </a:spcAft>
              <a:buClr>
                <a:srgbClr val="9857F3"/>
              </a:buClr>
              <a:buSzPts val="1600"/>
              <a:buAutoNum type="arabicPeriod"/>
            </a:pPr>
            <a:r>
              <a:rPr lang="ru" sz="1600"/>
              <a:t>YAML-манифесты и Helm Charts позволяют описывать и повторно использовать инфраструктуру как код</a:t>
            </a:r>
            <a:endParaRPr sz="16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graphicFrame>
        <p:nvGraphicFramePr>
          <p:cNvPr id="749" name="Google Shape;749;p123"/>
          <p:cNvGraphicFramePr/>
          <p:nvPr/>
        </p:nvGraphicFramePr>
        <p:xfrm>
          <a:off x="620463" y="420325"/>
          <a:ext cx="3000000" cy="3000000"/>
        </p:xfrm>
        <a:graphic>
          <a:graphicData uri="http://schemas.openxmlformats.org/drawingml/2006/table">
            <a:tbl>
              <a:tblPr>
                <a:noFill/>
                <a:tableStyleId>{17E1D209-6D39-4D6E-9036-57D33D6770C4}</a:tableStyleId>
              </a:tblPr>
              <a:tblGrid>
                <a:gridCol w="3828200"/>
              </a:tblGrid>
              <a:tr h="1062975">
                <a:tc>
                  <a:txBody>
                    <a:bodyPr/>
                    <a:lstStyle/>
                    <a:p>
                      <a:pPr indent="0" lvl="0" marL="0" rtl="0" algn="l">
                        <a:spcBef>
                          <a:spcPts val="0"/>
                        </a:spcBef>
                        <a:spcAft>
                          <a:spcPts val="0"/>
                        </a:spcAft>
                        <a:buNone/>
                      </a:pPr>
                      <a:r>
                        <a:rPr b="1" lang="ru" sz="2900">
                          <a:solidFill>
                            <a:schemeClr val="dk1"/>
                          </a:solidFill>
                          <a:latin typeface="Roboto"/>
                          <a:ea typeface="Roboto"/>
                          <a:cs typeface="Roboto"/>
                          <a:sym typeface="Roboto"/>
                        </a:rPr>
                        <a:t>Теперь вы сможете</a:t>
                      </a:r>
                      <a:endParaRPr b="1" sz="3100">
                        <a:latin typeface="Roboto"/>
                        <a:ea typeface="Roboto"/>
                        <a:cs typeface="Roboto"/>
                        <a:sym typeface="Roboto"/>
                      </a:endParaRPr>
                    </a:p>
                    <a:p>
                      <a:pPr indent="0" lvl="0" marL="0" rtl="0" algn="l">
                        <a:spcBef>
                          <a:spcPts val="1000"/>
                        </a:spcBef>
                        <a:spcAft>
                          <a:spcPts val="0"/>
                        </a:spcAft>
                        <a:buNone/>
                      </a:pPr>
                      <a:r>
                        <a:t/>
                      </a:r>
                      <a:endParaRPr b="1" sz="1600">
                        <a:solidFill>
                          <a:srgbClr val="6402BA"/>
                        </a:solidFill>
                        <a:latin typeface="Roboto"/>
                        <a:ea typeface="Roboto"/>
                        <a:cs typeface="Roboto"/>
                        <a:sym typeface="Roboto"/>
                      </a:endParaRPr>
                    </a:p>
                  </a:txBody>
                  <a:tcPr marT="91425" marB="91425" marR="91425" marL="91425">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
        <p:nvSpPr>
          <p:cNvPr id="750" name="Google Shape;750;p123"/>
          <p:cNvSpPr/>
          <p:nvPr/>
        </p:nvSpPr>
        <p:spPr>
          <a:xfrm>
            <a:off x="553325" y="208257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1. Объяснить, что такое оркестрация и какие проблемы она решает</a:t>
            </a:r>
            <a:endParaRPr sz="1200">
              <a:solidFill>
                <a:schemeClr val="dk1"/>
              </a:solidFill>
              <a:latin typeface="Roboto"/>
              <a:ea typeface="Roboto"/>
              <a:cs typeface="Roboto"/>
              <a:sym typeface="Roboto"/>
            </a:endParaRPr>
          </a:p>
        </p:txBody>
      </p:sp>
      <p:sp>
        <p:nvSpPr>
          <p:cNvPr id="751" name="Google Shape;751;p123"/>
          <p:cNvSpPr/>
          <p:nvPr/>
        </p:nvSpPr>
        <p:spPr>
          <a:xfrm>
            <a:off x="553300" y="2825888"/>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2. Запускать и управлять базовыми объектами k8s (Pod, Deployment, Service)</a:t>
            </a:r>
            <a:endParaRPr sz="1200">
              <a:solidFill>
                <a:schemeClr val="dk1"/>
              </a:solidFill>
              <a:latin typeface="Roboto"/>
              <a:ea typeface="Roboto"/>
              <a:cs typeface="Roboto"/>
              <a:sym typeface="Roboto"/>
            </a:endParaRPr>
          </a:p>
        </p:txBody>
      </p:sp>
      <p:sp>
        <p:nvSpPr>
          <p:cNvPr id="752" name="Google Shape;752;p123"/>
          <p:cNvSpPr/>
          <p:nvPr/>
        </p:nvSpPr>
        <p:spPr>
          <a:xfrm>
            <a:off x="4694250" y="2825900"/>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понимать, как поддерживать модель доступной и масштабируемой</a:t>
            </a:r>
            <a:endParaRPr sz="1200">
              <a:solidFill>
                <a:schemeClr val="dk1"/>
              </a:solidFill>
              <a:latin typeface="Roboto"/>
              <a:ea typeface="Roboto"/>
              <a:cs typeface="Roboto"/>
              <a:sym typeface="Roboto"/>
            </a:endParaRPr>
          </a:p>
        </p:txBody>
      </p:sp>
      <p:sp>
        <p:nvSpPr>
          <p:cNvPr id="753" name="Google Shape;753;p123"/>
          <p:cNvSpPr/>
          <p:nvPr/>
        </p:nvSpPr>
        <p:spPr>
          <a:xfrm>
            <a:off x="553300" y="356922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spcBef>
                <a:spcPts val="0"/>
              </a:spcBef>
              <a:spcAft>
                <a:spcPts val="0"/>
              </a:spcAft>
              <a:buNone/>
            </a:pPr>
            <a:r>
              <a:rPr lang="ru" sz="1200">
                <a:solidFill>
                  <a:schemeClr val="dk1"/>
                </a:solidFill>
                <a:latin typeface="Roboto"/>
                <a:ea typeface="Roboto"/>
                <a:cs typeface="Roboto"/>
                <a:sym typeface="Roboto"/>
              </a:rPr>
              <a:t>3. Настраивать простое приложение в k8s</a:t>
            </a:r>
            <a:endParaRPr sz="1200">
              <a:solidFill>
                <a:schemeClr val="dk1"/>
              </a:solidFill>
              <a:latin typeface="Roboto"/>
              <a:ea typeface="Roboto"/>
              <a:cs typeface="Roboto"/>
              <a:sym typeface="Roboto"/>
            </a:endParaRPr>
          </a:p>
        </p:txBody>
      </p:sp>
      <p:sp>
        <p:nvSpPr>
          <p:cNvPr id="754" name="Google Shape;754;p123"/>
          <p:cNvSpPr/>
          <p:nvPr/>
        </p:nvSpPr>
        <p:spPr>
          <a:xfrm>
            <a:off x="4694250" y="208257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уметь развернуть ML-модель в реальном окружении</a:t>
            </a:r>
            <a:endParaRPr sz="1200">
              <a:solidFill>
                <a:schemeClr val="dk1"/>
              </a:solidFill>
              <a:latin typeface="Roboto"/>
              <a:ea typeface="Roboto"/>
              <a:cs typeface="Roboto"/>
              <a:sym typeface="Roboto"/>
            </a:endParaRPr>
          </a:p>
        </p:txBody>
      </p:sp>
      <p:sp>
        <p:nvSpPr>
          <p:cNvPr id="755" name="Google Shape;755;p123"/>
          <p:cNvSpPr/>
          <p:nvPr/>
        </p:nvSpPr>
        <p:spPr>
          <a:xfrm>
            <a:off x="4694250" y="3569225"/>
            <a:ext cx="3384900" cy="530100"/>
          </a:xfrm>
          <a:prstGeom prst="roundRect">
            <a:avLst>
              <a:gd fmla="val 16667" name="adj"/>
            </a:avLst>
          </a:prstGeom>
          <a:solidFill>
            <a:schemeClr val="lt2"/>
          </a:solidFill>
          <a:ln>
            <a:noFill/>
          </a:ln>
          <a:effectLst>
            <a:outerShdw blurRad="57150" rotWithShape="0" algn="bl" dir="5400000" dist="19050">
              <a:srgbClr val="000000">
                <a:alpha val="50000"/>
              </a:srgbClr>
            </a:outerShdw>
          </a:effectLst>
        </p:spPr>
        <p:txBody>
          <a:bodyPr anchorCtr="0" anchor="ctr" bIns="91425" lIns="162000" spcFirstLastPara="1" rIns="162000" wrap="square" tIns="91425">
            <a:noAutofit/>
          </a:bodyPr>
          <a:lstStyle/>
          <a:p>
            <a:pPr indent="0" lvl="0" marL="0" rtl="0" algn="l">
              <a:lnSpc>
                <a:spcPct val="115000"/>
              </a:lnSpc>
              <a:spcBef>
                <a:spcPts val="1200"/>
              </a:spcBef>
              <a:spcAft>
                <a:spcPts val="1200"/>
              </a:spcAft>
              <a:buNone/>
            </a:pPr>
            <a:r>
              <a:rPr lang="ru" sz="1200">
                <a:solidFill>
                  <a:schemeClr val="dk1"/>
                </a:solidFill>
                <a:latin typeface="Roboto"/>
                <a:ea typeface="Roboto"/>
                <a:cs typeface="Roboto"/>
                <a:sym typeface="Roboto"/>
              </a:rPr>
              <a:t>Чтобы быть готовым к типовым задачам в работе (деплой, апдейты, мониторинг)</a:t>
            </a:r>
            <a:endParaRPr sz="1200">
              <a:solidFill>
                <a:schemeClr val="dk1"/>
              </a:solidFill>
              <a:latin typeface="Roboto"/>
              <a:ea typeface="Roboto"/>
              <a:cs typeface="Roboto"/>
              <a:sym typeface="Roboto"/>
            </a:endParaRPr>
          </a:p>
        </p:txBody>
      </p:sp>
      <p:cxnSp>
        <p:nvCxnSpPr>
          <p:cNvPr id="756" name="Google Shape;756;p123"/>
          <p:cNvCxnSpPr>
            <a:stCxn id="750" idx="3"/>
            <a:endCxn id="754" idx="1"/>
          </p:cNvCxnSpPr>
          <p:nvPr/>
        </p:nvCxnSpPr>
        <p:spPr>
          <a:xfrm>
            <a:off x="3938225" y="2347625"/>
            <a:ext cx="756000" cy="0"/>
          </a:xfrm>
          <a:prstGeom prst="straightConnector1">
            <a:avLst/>
          </a:prstGeom>
          <a:noFill/>
          <a:ln cap="flat" cmpd="sng" w="9525">
            <a:solidFill>
              <a:schemeClr val="dk2"/>
            </a:solidFill>
            <a:prstDash val="dash"/>
            <a:round/>
            <a:headEnd len="med" w="med" type="none"/>
            <a:tailEnd len="med" w="med" type="triangle"/>
          </a:ln>
        </p:spPr>
      </p:cxnSp>
      <p:cxnSp>
        <p:nvCxnSpPr>
          <p:cNvPr id="757" name="Google Shape;757;p123"/>
          <p:cNvCxnSpPr>
            <a:stCxn id="751" idx="3"/>
            <a:endCxn id="752" idx="1"/>
          </p:cNvCxnSpPr>
          <p:nvPr/>
        </p:nvCxnSpPr>
        <p:spPr>
          <a:xfrm>
            <a:off x="3938200" y="3090938"/>
            <a:ext cx="756000" cy="0"/>
          </a:xfrm>
          <a:prstGeom prst="straightConnector1">
            <a:avLst/>
          </a:prstGeom>
          <a:noFill/>
          <a:ln cap="flat" cmpd="sng" w="9525">
            <a:solidFill>
              <a:schemeClr val="dk2"/>
            </a:solidFill>
            <a:prstDash val="dash"/>
            <a:round/>
            <a:headEnd len="med" w="med" type="none"/>
            <a:tailEnd len="med" w="med" type="triangle"/>
          </a:ln>
        </p:spPr>
      </p:cxnSp>
      <p:cxnSp>
        <p:nvCxnSpPr>
          <p:cNvPr id="758" name="Google Shape;758;p123"/>
          <p:cNvCxnSpPr>
            <a:stCxn id="753" idx="3"/>
            <a:endCxn id="755" idx="1"/>
          </p:cNvCxnSpPr>
          <p:nvPr/>
        </p:nvCxnSpPr>
        <p:spPr>
          <a:xfrm>
            <a:off x="3938200" y="3834275"/>
            <a:ext cx="756000" cy="0"/>
          </a:xfrm>
          <a:prstGeom prst="straightConnector1">
            <a:avLst/>
          </a:prstGeom>
          <a:noFill/>
          <a:ln cap="flat" cmpd="sng" w="9525">
            <a:solidFill>
              <a:schemeClr val="dk2"/>
            </a:solidFill>
            <a:prstDash val="dash"/>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2" name="Shape 762"/>
        <p:cNvGrpSpPr/>
        <p:nvPr/>
      </p:nvGrpSpPr>
      <p:grpSpPr>
        <a:xfrm>
          <a:off x="0" y="0"/>
          <a:ext cx="0" cy="0"/>
          <a:chOff x="0" y="0"/>
          <a:chExt cx="0" cy="0"/>
        </a:xfrm>
      </p:grpSpPr>
      <p:sp>
        <p:nvSpPr>
          <p:cNvPr id="763" name="Google Shape;763;p124"/>
          <p:cNvSpPr txBox="1"/>
          <p:nvPr>
            <p:ph type="title"/>
          </p:nvPr>
        </p:nvSpPr>
        <p:spPr>
          <a:xfrm>
            <a:off x="623400" y="397374"/>
            <a:ext cx="8520600" cy="1095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Список материалов для изучения</a:t>
            </a:r>
            <a:endParaRPr/>
          </a:p>
        </p:txBody>
      </p:sp>
      <p:pic>
        <p:nvPicPr>
          <p:cNvPr id="764" name="Google Shape;764;p124"/>
          <p:cNvPicPr preferRelativeResize="0"/>
          <p:nvPr/>
        </p:nvPicPr>
        <p:blipFill>
          <a:blip r:embed="rId3">
            <a:alphaModFix/>
          </a:blip>
          <a:stretch>
            <a:fillRect/>
          </a:stretch>
        </p:blipFill>
        <p:spPr>
          <a:xfrm>
            <a:off x="7254125" y="3047825"/>
            <a:ext cx="1790826" cy="1837450"/>
          </a:xfrm>
          <a:prstGeom prst="rect">
            <a:avLst/>
          </a:prstGeom>
          <a:noFill/>
          <a:ln>
            <a:noFill/>
          </a:ln>
        </p:spPr>
      </p:pic>
      <p:sp>
        <p:nvSpPr>
          <p:cNvPr id="765" name="Google Shape;765;p124"/>
          <p:cNvSpPr txBox="1"/>
          <p:nvPr>
            <p:ph idx="4294967295" type="body"/>
          </p:nvPr>
        </p:nvSpPr>
        <p:spPr>
          <a:xfrm>
            <a:off x="961975" y="1305088"/>
            <a:ext cx="7742400" cy="30261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AutoNum type="arabicPeriod"/>
            </a:pPr>
            <a:r>
              <a:rPr lang="ru" sz="1600"/>
              <a:t>Статья: </a:t>
            </a:r>
            <a:r>
              <a:rPr lang="ru" sz="1600" u="sng">
                <a:solidFill>
                  <a:schemeClr val="hlink"/>
                </a:solidFill>
                <a:hlinkClick r:id="rId4"/>
              </a:rPr>
              <a:t>Kubernetes и другие оркестраторы</a:t>
            </a:r>
            <a:endParaRPr sz="1600"/>
          </a:p>
          <a:p>
            <a:pPr indent="-349250" lvl="0" marL="457200" rtl="0" algn="l">
              <a:spcBef>
                <a:spcPts val="0"/>
              </a:spcBef>
              <a:spcAft>
                <a:spcPts val="0"/>
              </a:spcAft>
              <a:buSzPts val="1900"/>
              <a:buAutoNum type="arabicPeriod"/>
            </a:pPr>
            <a:r>
              <a:rPr lang="ru" sz="1600"/>
              <a:t>Статья: </a:t>
            </a:r>
            <a:r>
              <a:rPr lang="ru" sz="1600" u="sng">
                <a:solidFill>
                  <a:schemeClr val="hlink"/>
                </a:solidFill>
                <a:hlinkClick r:id="rId5"/>
              </a:rPr>
              <a:t>Что такое оркестрация</a:t>
            </a:r>
            <a:endParaRPr sz="1600"/>
          </a:p>
          <a:p>
            <a:pPr indent="-349250" lvl="0" marL="457200" rtl="0" algn="l">
              <a:spcBef>
                <a:spcPts val="0"/>
              </a:spcBef>
              <a:spcAft>
                <a:spcPts val="0"/>
              </a:spcAft>
              <a:buSzPts val="1900"/>
              <a:buAutoNum type="arabicPeriod"/>
            </a:pPr>
            <a:r>
              <a:rPr lang="ru" sz="1600"/>
              <a:t>Статья: </a:t>
            </a:r>
            <a:r>
              <a:rPr lang="ru" sz="1600" u="sng">
                <a:solidFill>
                  <a:schemeClr val="hlink"/>
                </a:solidFill>
                <a:hlinkClick r:id="rId6"/>
              </a:rPr>
              <a:t>Сравнение окрестраторов</a:t>
            </a:r>
            <a:endParaRPr sz="1600"/>
          </a:p>
          <a:p>
            <a:pPr indent="-330200" lvl="0" marL="457200" rtl="0" algn="l">
              <a:spcBef>
                <a:spcPts val="0"/>
              </a:spcBef>
              <a:spcAft>
                <a:spcPts val="0"/>
              </a:spcAft>
              <a:buSzPts val="1600"/>
              <a:buAutoNum type="arabicPeriod"/>
            </a:pPr>
            <a:r>
              <a:rPr lang="ru" sz="1600"/>
              <a:t>Статья: </a:t>
            </a:r>
            <a:r>
              <a:rPr lang="ru" sz="1600" u="sng">
                <a:solidFill>
                  <a:schemeClr val="hlink"/>
                </a:solidFill>
                <a:hlinkClick r:id="rId7"/>
              </a:rPr>
              <a:t>Как изучать Kubernetes джуну и зачем</a:t>
            </a:r>
            <a:endParaRPr sz="1600"/>
          </a:p>
          <a:p>
            <a:pPr indent="-330200" lvl="0" marL="457200" rtl="0" algn="l">
              <a:spcBef>
                <a:spcPts val="0"/>
              </a:spcBef>
              <a:spcAft>
                <a:spcPts val="0"/>
              </a:spcAft>
              <a:buSzPts val="1600"/>
              <a:buAutoNum type="arabicPeriod"/>
            </a:pPr>
            <a:r>
              <a:rPr lang="ru" sz="1600"/>
              <a:t>Статья: </a:t>
            </a:r>
            <a:r>
              <a:rPr lang="ru" sz="1600" u="sng">
                <a:solidFill>
                  <a:schemeClr val="hlink"/>
                </a:solidFill>
                <a:hlinkClick r:id="rId8"/>
              </a:rPr>
              <a:t>Kubernetes для начинающих. Часть 1</a:t>
            </a:r>
            <a:endParaRPr sz="1600"/>
          </a:p>
          <a:p>
            <a:pPr indent="-349250" lvl="0" marL="457200" rtl="0" algn="l">
              <a:spcBef>
                <a:spcPts val="0"/>
              </a:spcBef>
              <a:spcAft>
                <a:spcPts val="0"/>
              </a:spcAft>
              <a:buSzPts val="1900"/>
              <a:buAutoNum type="arabicPeriod"/>
            </a:pPr>
            <a:r>
              <a:rPr lang="ru" sz="1600"/>
              <a:t>Книга: </a:t>
            </a:r>
            <a:r>
              <a:rPr lang="ru" sz="1600" u="sng">
                <a:solidFill>
                  <a:schemeClr val="hlink"/>
                </a:solidFill>
                <a:hlinkClick r:id="rId9"/>
              </a:rPr>
              <a:t>Kubernetes in action</a:t>
            </a:r>
            <a:endParaRPr sz="1600"/>
          </a:p>
          <a:p>
            <a:pPr indent="-349250" lvl="0" marL="457200" rtl="0" algn="l">
              <a:spcBef>
                <a:spcPts val="0"/>
              </a:spcBef>
              <a:spcAft>
                <a:spcPts val="0"/>
              </a:spcAft>
              <a:buSzPts val="1900"/>
              <a:buAutoNum type="arabicPeriod"/>
            </a:pPr>
            <a:r>
              <a:rPr lang="ru" sz="1600"/>
              <a:t>Документация: </a:t>
            </a:r>
            <a:r>
              <a:rPr lang="ru" sz="1600" u="sng">
                <a:solidFill>
                  <a:schemeClr val="hlink"/>
                </a:solidFill>
                <a:hlinkClick r:id="rId10"/>
              </a:rPr>
              <a:t>K8S Doc</a:t>
            </a:r>
            <a:endParaRPr sz="1600"/>
          </a:p>
          <a:p>
            <a:pPr indent="-330200" lvl="0" marL="457200" rtl="0" algn="l">
              <a:spcBef>
                <a:spcPts val="0"/>
              </a:spcBef>
              <a:spcAft>
                <a:spcPts val="0"/>
              </a:spcAft>
              <a:buSzPts val="1600"/>
              <a:buAutoNum type="arabicPeriod"/>
            </a:pPr>
            <a:r>
              <a:rPr lang="ru" sz="1600"/>
              <a:t>Документация: </a:t>
            </a:r>
            <a:r>
              <a:rPr lang="ru" sz="1600" u="sng">
                <a:solidFill>
                  <a:schemeClr val="hlink"/>
                </a:solidFill>
                <a:hlinkClick r:id="rId11"/>
              </a:rPr>
              <a:t>Minikube installation</a:t>
            </a:r>
            <a:endParaRPr sz="1600"/>
          </a:p>
          <a:p>
            <a:pPr indent="0" lvl="0" marL="457200" rtl="0" algn="l">
              <a:spcBef>
                <a:spcPts val="0"/>
              </a:spcBef>
              <a:spcAft>
                <a:spcPts val="0"/>
              </a:spcAft>
              <a:buNone/>
            </a:pPr>
            <a:r>
              <a:t/>
            </a:r>
            <a:endParaRPr sz="13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50505"/>
        </a:solidFill>
      </p:bgPr>
    </p:bg>
    <p:spTree>
      <p:nvGrpSpPr>
        <p:cNvPr id="769" name="Shape 769"/>
        <p:cNvGrpSpPr/>
        <p:nvPr/>
      </p:nvGrpSpPr>
      <p:grpSpPr>
        <a:xfrm>
          <a:off x="0" y="0"/>
          <a:ext cx="0" cy="0"/>
          <a:chOff x="0" y="0"/>
          <a:chExt cx="0" cy="0"/>
        </a:xfrm>
      </p:grpSpPr>
      <p:sp>
        <p:nvSpPr>
          <p:cNvPr id="770" name="Google Shape;770;p125"/>
          <p:cNvSpPr txBox="1"/>
          <p:nvPr>
            <p:ph type="title"/>
          </p:nvPr>
        </p:nvSpPr>
        <p:spPr>
          <a:xfrm>
            <a:off x="556300" y="1539975"/>
            <a:ext cx="7379700" cy="20010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ru" sz="4500">
                <a:solidFill>
                  <a:schemeClr val="lt1"/>
                </a:solidFill>
              </a:rPr>
              <a:t>Заполните, пожалуйста,</a:t>
            </a:r>
            <a:endParaRPr sz="4500">
              <a:solidFill>
                <a:schemeClr val="lt1"/>
              </a:solidFill>
            </a:endParaRPr>
          </a:p>
          <a:p>
            <a:pPr indent="0" lvl="0" marL="0" rtl="0" algn="l">
              <a:spcBef>
                <a:spcPts val="0"/>
              </a:spcBef>
              <a:spcAft>
                <a:spcPts val="0"/>
              </a:spcAft>
              <a:buClr>
                <a:schemeClr val="dk1"/>
              </a:buClr>
              <a:buSzPts val="1100"/>
              <a:buFont typeface="Arial"/>
              <a:buNone/>
            </a:pPr>
            <a:r>
              <a:rPr lang="ru" sz="4500">
                <a:solidFill>
                  <a:schemeClr val="lt1"/>
                </a:solidFill>
              </a:rPr>
              <a:t>опрос о занятии</a:t>
            </a:r>
            <a:endParaRPr sz="4500">
              <a:solidFill>
                <a:schemeClr val="lt1"/>
              </a:solidFill>
            </a:endParaRPr>
          </a:p>
          <a:p>
            <a:pPr indent="0" lvl="0" marL="0" rtl="0" algn="l">
              <a:spcBef>
                <a:spcPts val="0"/>
              </a:spcBef>
              <a:spcAft>
                <a:spcPts val="0"/>
              </a:spcAft>
              <a:buNone/>
            </a:pPr>
            <a:r>
              <a:t/>
            </a:r>
            <a:endParaRPr sz="2800">
              <a:solidFill>
                <a:srgbClr val="FBFBFE"/>
              </a:solidFill>
              <a:latin typeface="Roboto"/>
              <a:ea typeface="Roboto"/>
              <a:cs typeface="Roboto"/>
              <a:sym typeface="Roboto"/>
            </a:endParaRPr>
          </a:p>
        </p:txBody>
      </p:sp>
      <p:pic>
        <p:nvPicPr>
          <p:cNvPr id="771" name="Google Shape;771;p125"/>
          <p:cNvPicPr preferRelativeResize="0"/>
          <p:nvPr/>
        </p:nvPicPr>
        <p:blipFill rotWithShape="1">
          <a:blip r:embed="rId3">
            <a:alphaModFix/>
          </a:blip>
          <a:srcRect b="61754" l="0" r="0" t="37151"/>
          <a:stretch/>
        </p:blipFill>
        <p:spPr>
          <a:xfrm>
            <a:off x="0" y="3600500"/>
            <a:ext cx="9181975" cy="59700"/>
          </a:xfrm>
          <a:prstGeom prst="rect">
            <a:avLst/>
          </a:prstGeom>
          <a:noFill/>
          <a:ln>
            <a:noFill/>
          </a:ln>
        </p:spPr>
      </p:pic>
      <p:sp>
        <p:nvSpPr>
          <p:cNvPr id="772" name="Google Shape;772;p125"/>
          <p:cNvSpPr txBox="1"/>
          <p:nvPr/>
        </p:nvSpPr>
        <p:spPr>
          <a:xfrm>
            <a:off x="556300" y="3802175"/>
            <a:ext cx="53877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2300">
                <a:solidFill>
                  <a:schemeClr val="lt1"/>
                </a:solidFill>
                <a:latin typeface="Roboto Medium"/>
                <a:ea typeface="Roboto Medium"/>
                <a:cs typeface="Roboto Medium"/>
                <a:sym typeface="Roboto Medium"/>
              </a:rPr>
              <a:t>Мы читаем все ваши сообщения </a:t>
            </a:r>
            <a:endParaRPr sz="2300">
              <a:solidFill>
                <a:schemeClr val="lt1"/>
              </a:solidFill>
              <a:latin typeface="Roboto Medium"/>
              <a:ea typeface="Roboto Medium"/>
              <a:cs typeface="Roboto Medium"/>
              <a:sym typeface="Roboto Medium"/>
            </a:endParaRPr>
          </a:p>
          <a:p>
            <a:pPr indent="0" lvl="0" marL="0" rtl="0" algn="l">
              <a:spcBef>
                <a:spcPts val="0"/>
              </a:spcBef>
              <a:spcAft>
                <a:spcPts val="0"/>
              </a:spcAft>
              <a:buNone/>
            </a:pPr>
            <a:r>
              <a:rPr lang="ru" sz="2300">
                <a:solidFill>
                  <a:schemeClr val="lt1"/>
                </a:solidFill>
                <a:latin typeface="Roboto Medium"/>
                <a:ea typeface="Roboto Medium"/>
                <a:cs typeface="Roboto Medium"/>
                <a:sym typeface="Roboto Medium"/>
              </a:rPr>
              <a:t>и берем их в работу </a:t>
            </a:r>
            <a:endParaRPr>
              <a:latin typeface="Roboto Medium"/>
              <a:ea typeface="Roboto Medium"/>
              <a:cs typeface="Roboto Medium"/>
              <a:sym typeface="Roboto Medium"/>
            </a:endParaRPr>
          </a:p>
        </p:txBody>
      </p:sp>
      <p:pic>
        <p:nvPicPr>
          <p:cNvPr id="773" name="Google Shape;773;p125"/>
          <p:cNvPicPr preferRelativeResize="0"/>
          <p:nvPr/>
        </p:nvPicPr>
        <p:blipFill>
          <a:blip r:embed="rId4">
            <a:alphaModFix/>
          </a:blip>
          <a:stretch>
            <a:fillRect/>
          </a:stretch>
        </p:blipFill>
        <p:spPr>
          <a:xfrm>
            <a:off x="3541529" y="4321879"/>
            <a:ext cx="240425" cy="240431"/>
          </a:xfrm>
          <a:prstGeom prst="rect">
            <a:avLst/>
          </a:prstGeom>
          <a:noFill/>
          <a:ln>
            <a:noFill/>
          </a:ln>
        </p:spPr>
      </p:pic>
      <p:pic>
        <p:nvPicPr>
          <p:cNvPr id="774" name="Google Shape;774;p125"/>
          <p:cNvPicPr preferRelativeResize="0"/>
          <p:nvPr/>
        </p:nvPicPr>
        <p:blipFill>
          <a:blip r:embed="rId5">
            <a:alphaModFix/>
          </a:blip>
          <a:stretch>
            <a:fillRect/>
          </a:stretch>
        </p:blipFill>
        <p:spPr>
          <a:xfrm>
            <a:off x="3850152" y="4300250"/>
            <a:ext cx="283677" cy="2836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pic>
        <p:nvPicPr>
          <p:cNvPr id="779" name="Google Shape;779;p126"/>
          <p:cNvPicPr preferRelativeResize="0"/>
          <p:nvPr/>
        </p:nvPicPr>
        <p:blipFill rotWithShape="1">
          <a:blip r:embed="rId3">
            <a:alphaModFix/>
          </a:blip>
          <a:srcRect b="29922" l="10873" r="0" t="0"/>
          <a:stretch/>
        </p:blipFill>
        <p:spPr>
          <a:xfrm>
            <a:off x="-75950" y="0"/>
            <a:ext cx="9408750" cy="5143500"/>
          </a:xfrm>
          <a:prstGeom prst="rect">
            <a:avLst/>
          </a:prstGeom>
          <a:noFill/>
          <a:ln>
            <a:noFill/>
          </a:ln>
        </p:spPr>
      </p:pic>
      <p:sp>
        <p:nvSpPr>
          <p:cNvPr id="780" name="Google Shape;780;p126"/>
          <p:cNvSpPr txBox="1"/>
          <p:nvPr/>
        </p:nvSpPr>
        <p:spPr>
          <a:xfrm>
            <a:off x="630000" y="1498650"/>
            <a:ext cx="7584300" cy="18471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ru" sz="4000">
                <a:solidFill>
                  <a:schemeClr val="lt1"/>
                </a:solidFill>
                <a:latin typeface="Roboto"/>
                <a:ea typeface="Roboto"/>
                <a:cs typeface="Roboto"/>
                <a:sym typeface="Roboto"/>
              </a:rPr>
              <a:t>Приглашаем на следующий вебинар</a:t>
            </a:r>
            <a:r>
              <a:rPr b="1" lang="ru" sz="4000">
                <a:solidFill>
                  <a:schemeClr val="lt1"/>
                </a:solidFill>
                <a:latin typeface="Roboto"/>
                <a:ea typeface="Roboto"/>
                <a:cs typeface="Roboto"/>
                <a:sym typeface="Roboto"/>
              </a:rPr>
              <a:t>: “Инструменты и метрики”</a:t>
            </a:r>
            <a:endParaRPr b="1" sz="4500">
              <a:solidFill>
                <a:schemeClr val="lt1"/>
              </a:solidFill>
              <a:latin typeface="Roboto"/>
              <a:ea typeface="Roboto"/>
              <a:cs typeface="Roboto"/>
              <a:sym typeface="Roboto"/>
            </a:endParaRPr>
          </a:p>
        </p:txBody>
      </p:sp>
      <p:sp>
        <p:nvSpPr>
          <p:cNvPr id="781" name="Google Shape;781;p126"/>
          <p:cNvSpPr txBox="1"/>
          <p:nvPr/>
        </p:nvSpPr>
        <p:spPr>
          <a:xfrm>
            <a:off x="1303863" y="4215944"/>
            <a:ext cx="2056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lt1"/>
                </a:solidFill>
                <a:latin typeface="Roboto"/>
                <a:ea typeface="Roboto"/>
                <a:cs typeface="Roboto"/>
                <a:sym typeface="Roboto"/>
              </a:rPr>
              <a:t>Ссылка на вебинар будет </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ru" sz="1100">
                <a:solidFill>
                  <a:schemeClr val="lt1"/>
                </a:solidFill>
                <a:latin typeface="Roboto"/>
                <a:ea typeface="Roboto"/>
                <a:cs typeface="Roboto"/>
                <a:sym typeface="Roboto"/>
              </a:rPr>
              <a:t>в ЛК за 15 минут</a:t>
            </a:r>
            <a:endParaRPr sz="1100">
              <a:solidFill>
                <a:schemeClr val="lt1"/>
              </a:solidFill>
              <a:latin typeface="Roboto"/>
              <a:ea typeface="Roboto"/>
              <a:cs typeface="Roboto"/>
              <a:sym typeface="Roboto"/>
            </a:endParaRPr>
          </a:p>
        </p:txBody>
      </p:sp>
      <p:sp>
        <p:nvSpPr>
          <p:cNvPr id="782" name="Google Shape;782;p126"/>
          <p:cNvSpPr txBox="1"/>
          <p:nvPr/>
        </p:nvSpPr>
        <p:spPr>
          <a:xfrm>
            <a:off x="4016463" y="4131194"/>
            <a:ext cx="1766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lt1"/>
                </a:solidFill>
                <a:latin typeface="Roboto"/>
                <a:ea typeface="Roboto"/>
                <a:cs typeface="Roboto"/>
                <a:sym typeface="Roboto"/>
              </a:rPr>
              <a:t>Материалы</a:t>
            </a:r>
            <a:endParaRPr sz="1100">
              <a:solidFill>
                <a:schemeClr val="lt1"/>
              </a:solidFill>
              <a:latin typeface="Roboto"/>
              <a:ea typeface="Roboto"/>
              <a:cs typeface="Roboto"/>
              <a:sym typeface="Roboto"/>
            </a:endParaRPr>
          </a:p>
          <a:p>
            <a:pPr indent="0" lvl="0" marL="0" rtl="0" algn="l">
              <a:spcBef>
                <a:spcPts val="0"/>
              </a:spcBef>
              <a:spcAft>
                <a:spcPts val="0"/>
              </a:spcAft>
              <a:buNone/>
            </a:pPr>
            <a:r>
              <a:rPr lang="ru" sz="1100">
                <a:solidFill>
                  <a:schemeClr val="lt1"/>
                </a:solidFill>
                <a:latin typeface="Roboto"/>
                <a:ea typeface="Roboto"/>
                <a:cs typeface="Roboto"/>
                <a:sym typeface="Roboto"/>
              </a:rPr>
              <a:t>к занятию в ЛК — можно изучать</a:t>
            </a:r>
            <a:endParaRPr sz="1100">
              <a:solidFill>
                <a:schemeClr val="lt1"/>
              </a:solidFill>
              <a:latin typeface="Roboto"/>
              <a:ea typeface="Roboto"/>
              <a:cs typeface="Roboto"/>
              <a:sym typeface="Roboto"/>
            </a:endParaRPr>
          </a:p>
        </p:txBody>
      </p:sp>
      <p:sp>
        <p:nvSpPr>
          <p:cNvPr id="783" name="Google Shape;783;p126"/>
          <p:cNvSpPr txBox="1"/>
          <p:nvPr/>
        </p:nvSpPr>
        <p:spPr>
          <a:xfrm>
            <a:off x="6225213" y="4215944"/>
            <a:ext cx="2100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100">
                <a:solidFill>
                  <a:schemeClr val="lt1"/>
                </a:solidFill>
                <a:latin typeface="Roboto"/>
                <a:ea typeface="Roboto"/>
                <a:cs typeface="Roboto"/>
                <a:sym typeface="Roboto"/>
              </a:rPr>
              <a:t>Обязательный материал обозначен красной лентой</a:t>
            </a:r>
            <a:endParaRPr sz="1100">
              <a:solidFill>
                <a:schemeClr val="lt1"/>
              </a:solidFill>
              <a:latin typeface="Roboto"/>
              <a:ea typeface="Roboto"/>
              <a:cs typeface="Roboto"/>
              <a:sym typeface="Roboto"/>
            </a:endParaRPr>
          </a:p>
        </p:txBody>
      </p:sp>
      <p:pic>
        <p:nvPicPr>
          <p:cNvPr id="784" name="Google Shape;784;p126"/>
          <p:cNvPicPr preferRelativeResize="0"/>
          <p:nvPr/>
        </p:nvPicPr>
        <p:blipFill>
          <a:blip r:embed="rId4">
            <a:alphaModFix/>
          </a:blip>
          <a:stretch>
            <a:fillRect/>
          </a:stretch>
        </p:blipFill>
        <p:spPr>
          <a:xfrm>
            <a:off x="835200" y="4291319"/>
            <a:ext cx="372450" cy="372450"/>
          </a:xfrm>
          <a:prstGeom prst="rect">
            <a:avLst/>
          </a:prstGeom>
          <a:noFill/>
          <a:ln>
            <a:noFill/>
          </a:ln>
        </p:spPr>
      </p:pic>
      <p:pic>
        <p:nvPicPr>
          <p:cNvPr id="785" name="Google Shape;785;p126"/>
          <p:cNvPicPr preferRelativeResize="0"/>
          <p:nvPr/>
        </p:nvPicPr>
        <p:blipFill>
          <a:blip r:embed="rId5">
            <a:alphaModFix/>
          </a:blip>
          <a:stretch>
            <a:fillRect/>
          </a:stretch>
        </p:blipFill>
        <p:spPr>
          <a:xfrm>
            <a:off x="3511817" y="4249344"/>
            <a:ext cx="456406" cy="456400"/>
          </a:xfrm>
          <a:prstGeom prst="rect">
            <a:avLst/>
          </a:prstGeom>
          <a:noFill/>
          <a:ln>
            <a:noFill/>
          </a:ln>
        </p:spPr>
      </p:pic>
      <p:pic>
        <p:nvPicPr>
          <p:cNvPr id="786" name="Google Shape;786;p126"/>
          <p:cNvPicPr preferRelativeResize="0"/>
          <p:nvPr/>
        </p:nvPicPr>
        <p:blipFill>
          <a:blip r:embed="rId6">
            <a:alphaModFix/>
          </a:blip>
          <a:stretch>
            <a:fillRect/>
          </a:stretch>
        </p:blipFill>
        <p:spPr>
          <a:xfrm>
            <a:off x="5831126" y="4280505"/>
            <a:ext cx="394100" cy="39407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pic>
        <p:nvPicPr>
          <p:cNvPr id="791" name="Google Shape;791;p127"/>
          <p:cNvPicPr preferRelativeResize="0"/>
          <p:nvPr/>
        </p:nvPicPr>
        <p:blipFill rotWithShape="1">
          <a:blip r:embed="rId3">
            <a:alphaModFix/>
          </a:blip>
          <a:srcRect b="38716" l="0" r="0" t="5495"/>
          <a:stretch/>
        </p:blipFill>
        <p:spPr>
          <a:xfrm>
            <a:off x="-75950" y="0"/>
            <a:ext cx="9219950" cy="5143500"/>
          </a:xfrm>
          <a:prstGeom prst="rect">
            <a:avLst/>
          </a:prstGeom>
          <a:noFill/>
          <a:ln>
            <a:noFill/>
          </a:ln>
        </p:spPr>
      </p:pic>
      <p:sp>
        <p:nvSpPr>
          <p:cNvPr id="792" name="Google Shape;792;p127"/>
          <p:cNvSpPr txBox="1"/>
          <p:nvPr/>
        </p:nvSpPr>
        <p:spPr>
          <a:xfrm>
            <a:off x="1192000" y="1427550"/>
            <a:ext cx="5974500" cy="2288400"/>
          </a:xfrm>
          <a:prstGeom prst="rect">
            <a:avLst/>
          </a:prstGeom>
          <a:noFill/>
          <a:ln>
            <a:noFill/>
          </a:ln>
        </p:spPr>
        <p:txBody>
          <a:bodyPr anchorCtr="0" anchor="t" bIns="66125" lIns="66125" spcFirstLastPara="1" rIns="66125" wrap="square" tIns="66125">
            <a:spAutoFit/>
          </a:bodyPr>
          <a:lstStyle/>
          <a:p>
            <a:pPr indent="0" lvl="0" marL="0" rtl="0" algn="ctr">
              <a:spcBef>
                <a:spcPts val="0"/>
              </a:spcBef>
              <a:spcAft>
                <a:spcPts val="0"/>
              </a:spcAft>
              <a:buNone/>
            </a:pPr>
            <a:r>
              <a:rPr lang="ru" sz="7000">
                <a:solidFill>
                  <a:schemeClr val="lt1"/>
                </a:solidFill>
                <a:latin typeface="Roboto Black"/>
                <a:ea typeface="Roboto Black"/>
                <a:cs typeface="Roboto Black"/>
                <a:sym typeface="Roboto Black"/>
              </a:rPr>
              <a:t>You are our</a:t>
            </a:r>
            <a:endParaRPr sz="7000">
              <a:solidFill>
                <a:schemeClr val="lt1"/>
              </a:solidFill>
              <a:latin typeface="Roboto Black"/>
              <a:ea typeface="Roboto Black"/>
              <a:cs typeface="Roboto Black"/>
              <a:sym typeface="Roboto Black"/>
            </a:endParaRPr>
          </a:p>
          <a:p>
            <a:pPr indent="0" lvl="0" marL="0" rtl="0" algn="ctr">
              <a:spcBef>
                <a:spcPts val="0"/>
              </a:spcBef>
              <a:spcAft>
                <a:spcPts val="0"/>
              </a:spcAft>
              <a:buNone/>
            </a:pPr>
            <a:r>
              <a:rPr lang="ru" sz="7000">
                <a:solidFill>
                  <a:schemeClr val="lt1"/>
                </a:solidFill>
                <a:latin typeface="Roboto Black"/>
                <a:ea typeface="Roboto Black"/>
                <a:cs typeface="Roboto Black"/>
                <a:sym typeface="Roboto Black"/>
              </a:rPr>
              <a:t>OTUS heroes</a:t>
            </a:r>
            <a:endParaRPr sz="7000">
              <a:solidFill>
                <a:schemeClr val="lt1"/>
              </a:solidFill>
              <a:latin typeface="Roboto Black"/>
              <a:ea typeface="Roboto Black"/>
              <a:cs typeface="Roboto Black"/>
              <a:sym typeface="Roboto Black"/>
            </a:endParaRPr>
          </a:p>
        </p:txBody>
      </p:sp>
      <p:pic>
        <p:nvPicPr>
          <p:cNvPr id="793" name="Google Shape;793;p127"/>
          <p:cNvPicPr preferRelativeResize="0"/>
          <p:nvPr/>
        </p:nvPicPr>
        <p:blipFill>
          <a:blip r:embed="rId4">
            <a:alphaModFix/>
          </a:blip>
          <a:stretch>
            <a:fillRect/>
          </a:stretch>
        </p:blipFill>
        <p:spPr>
          <a:xfrm>
            <a:off x="6845300" y="1209100"/>
            <a:ext cx="1143225" cy="1143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Светлая тема">
  <a:themeElements>
    <a:clrScheme name="Simple Light">
      <a:dk1>
        <a:srgbClr val="000000"/>
      </a:dk1>
      <a:lt1>
        <a:srgbClr val="FFFFFF"/>
      </a:lt1>
      <a:dk2>
        <a:srgbClr val="6402BA"/>
      </a:dk2>
      <a:lt2>
        <a:srgbClr val="EEEEEE"/>
      </a:lt2>
      <a:accent1>
        <a:srgbClr val="7629BA"/>
      </a:accent1>
      <a:accent2>
        <a:srgbClr val="8B8EE3"/>
      </a:accent2>
      <a:accent3>
        <a:srgbClr val="BFC1F0"/>
      </a:accent3>
      <a:accent4>
        <a:srgbClr val="FFAB40"/>
      </a:accent4>
      <a:accent5>
        <a:srgbClr val="0097A7"/>
      </a:accent5>
      <a:accent6>
        <a:srgbClr val="EEFF41"/>
      </a:accent6>
      <a:hlink>
        <a:srgbClr val="8B8E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Светлая тема">
  <a:themeElements>
    <a:clrScheme name="Simple Light">
      <a:dk1>
        <a:srgbClr val="000000"/>
      </a:dk1>
      <a:lt1>
        <a:srgbClr val="FFFFFF"/>
      </a:lt1>
      <a:dk2>
        <a:srgbClr val="6402BA"/>
      </a:dk2>
      <a:lt2>
        <a:srgbClr val="EEEEEE"/>
      </a:lt2>
      <a:accent1>
        <a:srgbClr val="7629BA"/>
      </a:accent1>
      <a:accent2>
        <a:srgbClr val="8B8EE3"/>
      </a:accent2>
      <a:accent3>
        <a:srgbClr val="BFC1F0"/>
      </a:accent3>
      <a:accent4>
        <a:srgbClr val="FFAB40"/>
      </a:accent4>
      <a:accent5>
        <a:srgbClr val="0097A7"/>
      </a:accent5>
      <a:accent6>
        <a:srgbClr val="EEFF41"/>
      </a:accent6>
      <a:hlink>
        <a:srgbClr val="8B8EE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Светлая тема">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