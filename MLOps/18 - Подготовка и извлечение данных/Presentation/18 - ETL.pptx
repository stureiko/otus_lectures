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334" r:id="rId4"/>
    <p:sldId id="259" r:id="rId5"/>
    <p:sldId id="260" r:id="rId6"/>
    <p:sldId id="261" r:id="rId7"/>
    <p:sldId id="263" r:id="rId8"/>
    <p:sldId id="314" r:id="rId9"/>
    <p:sldId id="320" r:id="rId10"/>
    <p:sldId id="319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75"/>
    <p:restoredTop sz="97030"/>
  </p:normalViewPr>
  <p:slideViewPr>
    <p:cSldViewPr snapToGrid="0">
      <p:cViewPr varScale="1">
        <p:scale>
          <a:sx n="208" d="100"/>
          <a:sy n="208" d="100"/>
        </p:scale>
        <p:origin x="496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f72f1f58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f72f1f58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П</a:t>
            </a:r>
            <a:r>
              <a:rPr lang="ru-RU" sz="3600" dirty="0" err="1"/>
              <a:t>одготовка</a:t>
            </a:r>
            <a:r>
              <a:rPr lang="ru-RU" sz="3600" dirty="0"/>
              <a:t> и чтение данных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/>
              <a:t>Меня хорошо видно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&amp;&amp; слышно?</a:t>
            </a:r>
            <a:br>
              <a:rPr lang="ru" sz="4000" dirty="0"/>
            </a:br>
            <a:r>
              <a:rPr lang="ru-RU" sz="2000" b="0" dirty="0"/>
              <a:t>С</a:t>
            </a:r>
            <a:r>
              <a:rPr lang="ru" sz="2000" b="0" dirty="0"/>
              <a:t>тавьте «+» если все видно и слышно</a:t>
            </a:r>
            <a:endParaRPr sz="4000" b="0" dirty="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en-US" sz="2400" dirty="0" err="1"/>
              <a:t>П</a:t>
            </a:r>
            <a:r>
              <a:rPr lang="ru-RU" sz="2400" dirty="0" err="1"/>
              <a:t>одготовка</a:t>
            </a:r>
            <a:r>
              <a:rPr lang="ru-RU" sz="2400" dirty="0"/>
              <a:t> и чтение данных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3B90E1D-3F43-DA49-B28B-ECCA7B6E41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indent="0"/>
            <a:r>
              <a:rPr lang="en-US" sz="1200" b="1" kern="0" dirty="0"/>
              <a:t>@</a:t>
            </a:r>
            <a:r>
              <a:rPr lang="en-US" sz="1200" b="1" kern="0" dirty="0" err="1"/>
              <a:t>rl_fintech</a:t>
            </a:r>
            <a:r>
              <a:rPr lang="en-US" sz="1200" b="1" kern="0" dirty="0"/>
              <a:t> </a:t>
            </a:r>
            <a:r>
              <a:rPr lang="en-US" sz="1200" kern="0" dirty="0"/>
              <a:t>(</a:t>
            </a:r>
            <a:r>
              <a:rPr lang="ru-RU" sz="1200" kern="0" dirty="0"/>
              <a:t>Мой канал о моделях в бизнесе)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16799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E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92875" y="172425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-RU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рактика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350" cy="518729"/>
          </a:xfrm>
          <a:prstGeom prst="curvedConnector3">
            <a:avLst>
              <a:gd name="adj1" fmla="val -36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2293045025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Вспомните как создавать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кластер в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В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спомните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как скопировать данные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Поймете в чем проблема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DF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ython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611" name="Google Shape;61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90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3" name="Google Shape;613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90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9" name="Google Shape;649;p95"/>
          <p:cNvSpPr txBox="1"/>
          <p:nvPr/>
        </p:nvSpPr>
        <p:spPr>
          <a:xfrm>
            <a:off x="1847919" y="1653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</a:rPr>
              <a:t>Облачные провайдеры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260</Words>
  <Application>Microsoft Macintosh PowerPoint</Application>
  <PresentationFormat>On-screen Show (16:9)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Arial</vt:lpstr>
      <vt:lpstr>Courier New</vt:lpstr>
      <vt:lpstr>Светлая тема</vt:lpstr>
      <vt:lpstr>MLOps Подготовка и чтение данных </vt:lpstr>
      <vt:lpstr>Проверить, идет ли запись</vt:lpstr>
      <vt:lpstr>MLOps Подготовка и чтение данных</vt:lpstr>
      <vt:lpstr>Правила вебинара</vt:lpstr>
      <vt:lpstr>Маршрут вебинара</vt:lpstr>
      <vt:lpstr>Цели вебинара</vt:lpstr>
      <vt:lpstr>Практика</vt:lpstr>
      <vt:lpstr>Вопросы?</vt:lpstr>
      <vt:lpstr>Заполните, пожалуйста, опрос о занятии по ссылке в чате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61</cp:revision>
  <dcterms:modified xsi:type="dcterms:W3CDTF">2025-09-02T11:59:44Z</dcterms:modified>
</cp:coreProperties>
</file>