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44"/>
  </p:notesMasterIdLst>
  <p:sldIdLst>
    <p:sldId id="256" r:id="rId2"/>
    <p:sldId id="257" r:id="rId3"/>
    <p:sldId id="334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489" r:id="rId13"/>
    <p:sldId id="490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491" r:id="rId23"/>
    <p:sldId id="377" r:id="rId24"/>
    <p:sldId id="493" r:id="rId25"/>
    <p:sldId id="494" r:id="rId26"/>
    <p:sldId id="486" r:id="rId27"/>
    <p:sldId id="485" r:id="rId28"/>
    <p:sldId id="487" r:id="rId29"/>
    <p:sldId id="488" r:id="rId30"/>
    <p:sldId id="502" r:id="rId31"/>
    <p:sldId id="503" r:id="rId32"/>
    <p:sldId id="495" r:id="rId33"/>
    <p:sldId id="498" r:id="rId34"/>
    <p:sldId id="501" r:id="rId35"/>
    <p:sldId id="500" r:id="rId36"/>
    <p:sldId id="314" r:id="rId37"/>
    <p:sldId id="315" r:id="rId38"/>
    <p:sldId id="316" r:id="rId39"/>
    <p:sldId id="317" r:id="rId40"/>
    <p:sldId id="318" r:id="rId41"/>
    <p:sldId id="320" r:id="rId42"/>
    <p:sldId id="319" r:id="rId43"/>
  </p:sldIdLst>
  <p:sldSz cx="9144000" cy="5143500" type="screen16x9"/>
  <p:notesSz cx="6858000" cy="9144000"/>
  <p:embeddedFontLst>
    <p:embeddedFont>
      <p:font typeface="Calibri" panose="020F0502020204030204" pitchFamily="34" charset="0"/>
      <p:regular r:id="rId45"/>
      <p:bold r:id="rId46"/>
      <p:italic r:id="rId47"/>
      <p:boldItalic r:id="rId48"/>
    </p:embeddedFont>
    <p:embeddedFont>
      <p:font typeface="Roboto" panose="02000000000000000000" pitchFamily="2" charset="0"/>
      <p:regular r:id="rId49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227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D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1CB5BBF-14A1-44A8-AE45-40D0EF8F1E93}">
  <a:tblStyle styleId="{91CB5BBF-14A1-44A8-AE45-40D0EF8F1E9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7030"/>
  </p:normalViewPr>
  <p:slideViewPr>
    <p:cSldViewPr snapToGrid="0">
      <p:cViewPr varScale="1">
        <p:scale>
          <a:sx n="165" d="100"/>
          <a:sy n="165" d="100"/>
        </p:scale>
        <p:origin x="872" y="184"/>
      </p:cViewPr>
      <p:guideLst>
        <p:guide pos="5533"/>
        <p:guide pos="227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50" Type="http://schemas.openxmlformats.org/officeDocument/2006/relationships/font" Target="fonts/font6.fntdata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4.fntdata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7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deaee39f1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deaee39f1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deaee39f1e_0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deaee39f1e_0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1dc08f4a25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1dc08f4a25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Рассказать про бесплатный текстовый курс о том, как учиться. где найти: доступен в ЛК + приложена ссылка в материалы вводного занятия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deaee39f1e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deaee39f1e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57330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46910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deaee39f1e_0_1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deaee39f1e_0_1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Расскажите о содержании проектной работы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 формате защиты, а также можно ли будет добавить проект в своей портфолио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deaee39f1e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deaee39f1e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Расскажите об особенностях ДЗ, важности их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выполнения и связи с итоговым проектом, скорости проверки и критериях оценки. Если на курсе есть ментор,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то рассказать о формате взаимодействия.  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deaee39f1e_0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deaee39f1e_0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deaee39f1e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deaee39f1e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e035c63f2d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e035c63f2d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df29b9fb24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df29b9fb24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df29b9fb24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df29b9fb24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9893088c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9893088c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97625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9893088c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9893088c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29893088cf9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29893088cf9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119463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df29b9fb24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df29b9fb24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928819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df29b9fb24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df29b9fb24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283052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f72f1f582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8" name="Google Shape;608;gf72f1f582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gdf6222e6a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7" name="Google Shape;617;gdf6222e6a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df6222e6af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2" name="Google Shape;622;gdf6222e6af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gdf29b9fb24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9" name="Google Shape;629;gdf29b9fb24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635;gdf6222e6af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6" name="Google Shape;636;gdf6222e6af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Запланируйте пару минут на рефлексию в конце занятия. Чтобы студенты действительно делились обратной связью, рекомендуем не относиться к этому формально и варьировать вопросы в зависимости от темы, формата занятия, аудитории, текущей ситуации.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Варианты вопросов (вы можете задавать свои):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в прошедшем занятии вам показалось наиболее полезным? 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тезисами вебинара вы не согласны?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 какому вопросу захотелось глубже изучить информацию?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выводами уходите с занятия?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насколько тема была для вас сложной?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какой знания получилось применить на практике на вебинаре?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понимаете ли вы, как применять на практике то, что узнали на вебинаре. Если да, то как?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какой раздел вебинара показался вам самым сложным для понимания?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254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-"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 какому разделу вам не хватило информации и примеров?</a:t>
            </a:r>
            <a:endParaRPr sz="1400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e04b8b6756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e04b8b6756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gdf6222e6af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5" name="Google Shape;645;gdf6222e6af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linkedin.com/in/igor-stureiko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otusbook.notion.site/Otus-Heroes-8736ea4e22294c6e8794fbbc167df612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28.png"/><Relationship Id="rId11" Type="http://schemas.openxmlformats.org/officeDocument/2006/relationships/image" Target="../media/image33.jp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7.jp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41.png"/><Relationship Id="rId7" Type="http://schemas.openxmlformats.org/officeDocument/2006/relationships/image" Target="../media/image4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42.png"/><Relationship Id="rId4" Type="http://schemas.openxmlformats.org/officeDocument/2006/relationships/image" Target="../media/image10.png"/><Relationship Id="rId9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7.jp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l-ops.org/content/state-of-mlops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58.png"/><Relationship Id="rId4" Type="http://schemas.openxmlformats.org/officeDocument/2006/relationships/image" Target="../media/image57.jp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jpg"/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6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jpg"/><Relationship Id="rId2" Type="http://schemas.openxmlformats.org/officeDocument/2006/relationships/image" Target="../media/image62.jpg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jpg"/><Relationship Id="rId2" Type="http://schemas.openxmlformats.org/officeDocument/2006/relationships/image" Target="../media/image64.jp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66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jpg"/><Relationship Id="rId1" Type="http://schemas.openxmlformats.org/officeDocument/2006/relationships/slideLayout" Target="../slideLayouts/slideLayout10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jpg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jpg"/><Relationship Id="rId2" Type="http://schemas.openxmlformats.org/officeDocument/2006/relationships/image" Target="../media/image68.jpg"/><Relationship Id="rId1" Type="http://schemas.openxmlformats.org/officeDocument/2006/relationships/slideLayout" Target="../slideLayouts/slideLayout10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1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3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3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otus.ru</a:t>
            </a:r>
            <a:endParaRPr/>
          </a:p>
        </p:txBody>
      </p:sp>
      <p:sp>
        <p:nvSpPr>
          <p:cNvPr id="134" name="Google Shape;134;p3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MLOps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600" dirty="0"/>
              <a:t>Введение</a:t>
            </a:r>
            <a:r>
              <a:rPr lang="ru" dirty="0"/>
              <a:t> 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3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40" name="Google Shape;140;p33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 dirty="0"/>
              <a:t>Меня хорошо видно</a:t>
            </a:r>
            <a:endParaRPr sz="4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dirty="0"/>
              <a:t>&amp;&amp; слышно?</a:t>
            </a:r>
            <a:br>
              <a:rPr lang="ru" sz="4000" dirty="0"/>
            </a:br>
            <a:r>
              <a:rPr lang="ru-RU" sz="2000" b="0" dirty="0"/>
              <a:t>С</a:t>
            </a:r>
            <a:r>
              <a:rPr lang="ru" sz="2000" b="0" dirty="0"/>
              <a:t>тавьте «+» если все видно и слышно</a:t>
            </a:r>
            <a:endParaRPr sz="4000" b="0" dirty="0"/>
          </a:p>
        </p:txBody>
      </p:sp>
      <p:pic>
        <p:nvPicPr>
          <p:cNvPr id="141" name="Google Shape;141;p3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7275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33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84856" y="3516281"/>
            <a:ext cx="526796" cy="526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33"/>
          <p:cNvPicPr preferRelativeResize="0"/>
          <p:nvPr/>
        </p:nvPicPr>
        <p:blipFill rotWithShape="1">
          <a:blip r:embed="rId5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MLOps</a:t>
            </a:r>
            <a:br>
              <a:rPr lang="en-US" dirty="0"/>
            </a:br>
            <a:r>
              <a:rPr lang="ru-RU" sz="2400" dirty="0"/>
              <a:t>Введение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4911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2215E3-7B5E-BC4F-9DA6-F65D728D82F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33B90E1D-3F43-DA49-B28B-ECCA7B6E41F8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082400" y="2701811"/>
            <a:ext cx="5095500" cy="21336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1377950" indent="-1373188"/>
            <a:r>
              <a:rPr lang="ru-RU" sz="1150" b="1" dirty="0"/>
              <a:t>Руководитель курсов: </a:t>
            </a:r>
            <a:r>
              <a:rPr lang="en-US" sz="1150" b="1" dirty="0"/>
              <a:t>Reinforcement Learning</a:t>
            </a:r>
            <a:r>
              <a:rPr lang="ru-RU" sz="1150" b="1" dirty="0"/>
              <a:t>, </a:t>
            </a:r>
            <a:r>
              <a:rPr lang="en-US" sz="1150" b="1" dirty="0"/>
              <a:t>ML Professional, ML Basic,</a:t>
            </a:r>
            <a:br>
              <a:rPr lang="en-US" sz="1150" b="1" dirty="0"/>
            </a:br>
            <a:r>
              <a:rPr lang="en-US" sz="1150" b="1" dirty="0" err="1"/>
              <a:t>MLOps</a:t>
            </a:r>
            <a:r>
              <a:rPr lang="en-US" sz="1150" b="1" dirty="0"/>
              <a:t>, </a:t>
            </a:r>
            <a:r>
              <a:rPr lang="en-US" sz="1150" b="1" dirty="0" err="1"/>
              <a:t>FinML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</a:t>
            </a:r>
            <a:r>
              <a:rPr lang="en-US" sz="1150" b="1" dirty="0"/>
              <a:t>, 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Физический факультет МГУ, </a:t>
            </a:r>
            <a:r>
              <a:rPr lang="en-US" sz="1150" b="1" dirty="0"/>
              <a:t>PhD </a:t>
            </a:r>
            <a:r>
              <a:rPr lang="ru-RU" sz="1150" b="1" dirty="0"/>
              <a:t>теоретическая физика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15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 в НИИ ПАО Газпром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Анализ временных рядов, эволюционные модели, финансовые модели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LinkedIn: </a:t>
            </a:r>
            <a:r>
              <a:rPr lang="en-US" sz="1150" dirty="0">
                <a:hlinkClick r:id="rId4"/>
              </a:rPr>
              <a:t>igor-stureiko</a:t>
            </a:r>
            <a:r>
              <a:rPr lang="en-US" sz="1150" dirty="0"/>
              <a:t> </a:t>
            </a:r>
            <a:endParaRPr lang="ru-RU"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150" dirty="0"/>
          </a:p>
          <a:p>
            <a:pPr marL="0" indent="0"/>
            <a:r>
              <a:rPr lang="en-US" sz="1200" b="1" kern="0" dirty="0"/>
              <a:t>@</a:t>
            </a:r>
            <a:r>
              <a:rPr lang="en-US" sz="1200" b="1" kern="0" dirty="0" err="1"/>
              <a:t>rl_fintech</a:t>
            </a:r>
            <a:r>
              <a:rPr lang="en-US" sz="1200" b="1" kern="0" dirty="0"/>
              <a:t> </a:t>
            </a:r>
            <a:r>
              <a:rPr lang="en-US" sz="1200" kern="0" dirty="0"/>
              <a:t>(</a:t>
            </a:r>
            <a:r>
              <a:rPr lang="ru-RU" sz="1200" kern="0" dirty="0"/>
              <a:t>Мой канал о моделях в бизнесе)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160" name="Google Shape;160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3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3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5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p35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чат или голосом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p35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5"/>
          <p:cNvSpPr txBox="1"/>
          <p:nvPr/>
        </p:nvSpPr>
        <p:spPr>
          <a:xfrm>
            <a:off x="1654525" y="2167999"/>
            <a:ext cx="2475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" name="Google Shape;167;p35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35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9" name="Google Shape;169;p35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35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1" name="Google Shape;171;p35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5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3" name="Google Shape;173;p35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35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5" name="Google Shape;175;p35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35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7" name="Google Shape;177;p35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35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79" name="Google Shape;179;p35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35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81" name="Google Shape;181;p35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0726" y="2148424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Маршрут вебинара</a:t>
            </a:r>
            <a:endParaRPr/>
          </a:p>
        </p:txBody>
      </p:sp>
      <p:sp>
        <p:nvSpPr>
          <p:cNvPr id="187" name="Google Shape;187;p36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8" name="Google Shape;188;p36"/>
          <p:cNvSpPr/>
          <p:nvPr/>
        </p:nvSpPr>
        <p:spPr>
          <a:xfrm>
            <a:off x="787125" y="179502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 курсе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787125" y="2372042"/>
            <a:ext cx="2753874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такое </a:t>
            </a:r>
            <a:r>
              <a:rPr lang="en-US" sz="13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MLOps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0" name="Google Shape;190;p36"/>
          <p:cNvSpPr/>
          <p:nvPr/>
        </p:nvSpPr>
        <p:spPr>
          <a:xfrm>
            <a:off x="786525" y="2949064"/>
            <a:ext cx="2753874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Облачные платформы</a:t>
            </a:r>
            <a:endParaRPr sz="1300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86525" y="352610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Инструменты необходимые на курсе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786525" y="4103113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Рефлексия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3" name="Google Shape;193;p36"/>
          <p:cNvCxnSpPr>
            <a:stCxn id="187" idx="1"/>
            <a:endCxn id="188" idx="1"/>
          </p:cNvCxnSpPr>
          <p:nvPr/>
        </p:nvCxnSpPr>
        <p:spPr>
          <a:xfrm>
            <a:off x="786525" y="1393625"/>
            <a:ext cx="600" cy="5895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4" name="Google Shape;194;p36"/>
          <p:cNvCxnSpPr>
            <a:cxnSpLocks/>
            <a:stCxn id="188" idx="1"/>
            <a:endCxn id="189" idx="1"/>
          </p:cNvCxnSpPr>
          <p:nvPr/>
        </p:nvCxnSpPr>
        <p:spPr>
          <a:xfrm rot="10800000" flipV="1">
            <a:off x="787125" y="1983126"/>
            <a:ext cx="12700" cy="577015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5" name="Google Shape;195;p36"/>
          <p:cNvCxnSpPr>
            <a:cxnSpLocks/>
            <a:stCxn id="189" idx="1"/>
            <a:endCxn id="190" idx="1"/>
          </p:cNvCxnSpPr>
          <p:nvPr/>
        </p:nvCxnSpPr>
        <p:spPr>
          <a:xfrm rot="10800000" flipV="1">
            <a:off x="786525" y="2560142"/>
            <a:ext cx="600" cy="577022"/>
          </a:xfrm>
          <a:prstGeom prst="curvedConnector3">
            <a:avLst>
              <a:gd name="adj1" fmla="val 382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6" name="Google Shape;196;p36"/>
          <p:cNvCxnSpPr>
            <a:cxnSpLocks/>
            <a:stCxn id="190" idx="1"/>
            <a:endCxn id="191" idx="1"/>
          </p:cNvCxnSpPr>
          <p:nvPr/>
        </p:nvCxnSpPr>
        <p:spPr>
          <a:xfrm rot="10800000" flipV="1">
            <a:off x="786525" y="3137164"/>
            <a:ext cx="12700" cy="577036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7" name="Google Shape;197;p36"/>
          <p:cNvCxnSpPr>
            <a:stCxn id="191" idx="1"/>
            <a:endCxn id="192" idx="1"/>
          </p:cNvCxnSpPr>
          <p:nvPr/>
        </p:nvCxnSpPr>
        <p:spPr>
          <a:xfrm>
            <a:off x="786525" y="3714200"/>
            <a:ext cx="600" cy="5769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pic>
        <p:nvPicPr>
          <p:cNvPr id="15" name="Google Shape;284;p37">
            <a:extLst>
              <a:ext uri="{FF2B5EF4-FFF2-40B4-BE49-F238E27FC236}">
                <a16:creationId xmlns:a16="http://schemas.microsoft.com/office/drawing/2014/main" id="{8B142E8E-A524-8E4C-A499-5AFB8FABBFD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6816" y="1749372"/>
            <a:ext cx="5410751" cy="23316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03" name="Google Shape;203;p37"/>
          <p:cNvGraphicFramePr/>
          <p:nvPr>
            <p:extLst>
              <p:ext uri="{D42A27DB-BD31-4B8C-83A1-F6EECF244321}">
                <p14:modId xmlns:p14="http://schemas.microsoft.com/office/powerpoint/2010/main" val="868683510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Наладить эффективное обучение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Понимать что такое </a:t>
                      </a:r>
                      <a:r>
                        <a:rPr lang="en-US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MLOps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структуру курса и используемые инструменты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04" name="Google Shape;204;p37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К концу занятия вы сможете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Смысл</a:t>
            </a:r>
            <a:endParaRPr/>
          </a:p>
        </p:txBody>
      </p:sp>
      <p:graphicFrame>
        <p:nvGraphicFramePr>
          <p:cNvPr id="210" name="Google Shape;210;p38"/>
          <p:cNvGraphicFramePr/>
          <p:nvPr>
            <p:extLst>
              <p:ext uri="{D42A27DB-BD31-4B8C-83A1-F6EECF244321}">
                <p14:modId xmlns:p14="http://schemas.microsoft.com/office/powerpoint/2010/main" val="1821679687"/>
              </p:ext>
            </p:extLst>
          </p:nvPr>
        </p:nvGraphicFramePr>
        <p:xfrm>
          <a:off x="952500" y="1544194"/>
          <a:ext cx="7239000" cy="698608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Интерактив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 занятиях - лучшее освоение умений</a:t>
                      </a: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Чтобы заложить основы для дальнейшего обучения на курсе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1" name="Google Shape;211;p38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знать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9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Знакомство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Расскажите о себе</a:t>
            </a:r>
            <a:endParaRPr dirty="0"/>
          </a:p>
        </p:txBody>
      </p:sp>
      <p:sp>
        <p:nvSpPr>
          <p:cNvPr id="240" name="Google Shape;240;p41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Напишите, пожалуйста, в чат или скажите голосом </a:t>
            </a:r>
            <a:endParaRPr sz="1500" b="1">
              <a:solidFill>
                <a:srgbClr val="FF9900"/>
              </a:solidFill>
            </a:endParaRPr>
          </a:p>
        </p:txBody>
      </p:sp>
      <p:pic>
        <p:nvPicPr>
          <p:cNvPr id="241" name="Google Shape;241;p4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46925" y="1880900"/>
            <a:ext cx="730678" cy="730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4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710173" y="1880910"/>
            <a:ext cx="730678" cy="730658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4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6925" y="2982867"/>
            <a:ext cx="730678" cy="730679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41"/>
          <p:cNvSpPr txBox="1"/>
          <p:nvPr/>
        </p:nvSpPr>
        <p:spPr>
          <a:xfrm>
            <a:off x="2006125" y="2038489"/>
            <a:ext cx="2475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 вас зовут?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5" name="Google Shape;245;p41"/>
          <p:cNvSpPr txBox="1"/>
          <p:nvPr/>
        </p:nvSpPr>
        <p:spPr>
          <a:xfrm>
            <a:off x="5561550" y="2038489"/>
            <a:ext cx="32310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Какой опыт в IT?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6" name="Google Shape;246;p41"/>
          <p:cNvSpPr txBox="1"/>
          <p:nvPr/>
        </p:nvSpPr>
        <p:spPr>
          <a:xfrm>
            <a:off x="2006125" y="3024956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Какие ожидания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от курса?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47" name="Google Shape;247;p4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728355" y="2996505"/>
            <a:ext cx="703404" cy="703402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41"/>
          <p:cNvSpPr txBox="1"/>
          <p:nvPr/>
        </p:nvSpPr>
        <p:spPr>
          <a:xfrm>
            <a:off x="5561550" y="2909606"/>
            <a:ext cx="27687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Заполните информацию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разделе «О себе»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личном кабинете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2"/>
          <p:cNvSpPr txBox="1">
            <a:spLocks noGrp="1"/>
          </p:cNvSpPr>
          <p:nvPr>
            <p:ph type="title"/>
          </p:nvPr>
        </p:nvSpPr>
        <p:spPr>
          <a:xfrm>
            <a:off x="500550" y="248043"/>
            <a:ext cx="8520600" cy="82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Как подготовиться к обучению</a:t>
            </a:r>
            <a:endParaRPr/>
          </a:p>
        </p:txBody>
      </p:sp>
      <p:sp>
        <p:nvSpPr>
          <p:cNvPr id="254" name="Google Shape;254;p42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 b="1" u="sng">
                <a:solidFill>
                  <a:schemeClr val="hlink"/>
                </a:solidFill>
                <a:hlinkClick r:id="rId3"/>
              </a:rPr>
              <a:t>Полезный курс о том, как эффективно учиться </a:t>
            </a:r>
            <a:endParaRPr sz="1600" b="1">
              <a:solidFill>
                <a:srgbClr val="FF9900"/>
              </a:solidFill>
            </a:endParaRPr>
          </a:p>
        </p:txBody>
      </p:sp>
      <p:sp>
        <p:nvSpPr>
          <p:cNvPr id="255" name="Google Shape;255;p42"/>
          <p:cNvSpPr txBox="1"/>
          <p:nvPr/>
        </p:nvSpPr>
        <p:spPr>
          <a:xfrm>
            <a:off x="2006125" y="2050013"/>
            <a:ext cx="247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42"/>
          <p:cNvSpPr txBox="1"/>
          <p:nvPr/>
        </p:nvSpPr>
        <p:spPr>
          <a:xfrm>
            <a:off x="2006125" y="2974763"/>
            <a:ext cx="24753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42"/>
          <p:cNvSpPr txBox="1"/>
          <p:nvPr/>
        </p:nvSpPr>
        <p:spPr>
          <a:xfrm>
            <a:off x="6131100" y="2909606"/>
            <a:ext cx="27687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58" name="Google Shape;258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0550" y="1222130"/>
            <a:ext cx="1856475" cy="827883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0000" y="2102681"/>
            <a:ext cx="3835574" cy="2718694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42"/>
          <p:cNvSpPr txBox="1"/>
          <p:nvPr/>
        </p:nvSpPr>
        <p:spPr>
          <a:xfrm>
            <a:off x="2831425" y="1872769"/>
            <a:ext cx="570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3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 курсе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Карта курса</a:t>
            </a:r>
            <a:endParaRPr dirty="0"/>
          </a:p>
        </p:txBody>
      </p:sp>
      <p:sp>
        <p:nvSpPr>
          <p:cNvPr id="179" name="Google Shape;179;p34"/>
          <p:cNvSpPr/>
          <p:nvPr/>
        </p:nvSpPr>
        <p:spPr>
          <a:xfrm>
            <a:off x="3042000" y="769970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1.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Процессы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65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2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Инфраструктура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524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4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Моделирование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524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3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>
                <a:solidFill>
                  <a:srgbClr val="1F1F1F"/>
                </a:solidFill>
                <a:latin typeface="Google Sans"/>
                <a:sym typeface="Roboto"/>
              </a:rPr>
              <a:t>Подготовка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данных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3" name="Google Shape;183;p34"/>
          <p:cNvCxnSpPr>
            <a:cxnSpLocks/>
            <a:stCxn id="179" idx="1"/>
            <a:endCxn id="180" idx="0"/>
          </p:cNvCxnSpPr>
          <p:nvPr/>
        </p:nvCxnSpPr>
        <p:spPr>
          <a:xfrm rot="10800000" flipV="1">
            <a:off x="2184006" y="1059620"/>
            <a:ext cx="857995" cy="60446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5" name="Google Shape;185;p34"/>
          <p:cNvSpPr/>
          <p:nvPr/>
        </p:nvSpPr>
        <p:spPr>
          <a:xfrm>
            <a:off x="65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5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>
                <a:solidFill>
                  <a:srgbClr val="1F1F1F"/>
                </a:solidFill>
                <a:latin typeface="Google Sans"/>
                <a:sym typeface="Roboto"/>
              </a:rPr>
              <a:t>Валидация</a:t>
            </a:r>
            <a:endParaRPr lang="ru-RU"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6" name="Google Shape;186;p34"/>
          <p:cNvCxnSpPr>
            <a:cxnSpLocks/>
            <a:stCxn id="180" idx="3"/>
            <a:endCxn id="182" idx="1"/>
          </p:cNvCxnSpPr>
          <p:nvPr/>
        </p:nvCxnSpPr>
        <p:spPr>
          <a:xfrm>
            <a:off x="3714005" y="1953730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7" name="Google Shape;187;p34"/>
          <p:cNvCxnSpPr>
            <a:cxnSpLocks/>
            <a:stCxn id="182" idx="3"/>
            <a:endCxn id="181" idx="3"/>
          </p:cNvCxnSpPr>
          <p:nvPr/>
        </p:nvCxnSpPr>
        <p:spPr>
          <a:xfrm>
            <a:off x="8304005" y="1953730"/>
            <a:ext cx="12700" cy="847657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8" name="Google Shape;188;p34"/>
          <p:cNvCxnSpPr>
            <a:cxnSpLocks/>
            <a:stCxn id="181" idx="1"/>
            <a:endCxn id="185" idx="3"/>
          </p:cNvCxnSpPr>
          <p:nvPr/>
        </p:nvCxnSpPr>
        <p:spPr>
          <a:xfrm rot="10800000">
            <a:off x="3714005" y="2801387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9" name="Google Shape;189;p34"/>
          <p:cNvSpPr/>
          <p:nvPr/>
        </p:nvSpPr>
        <p:spPr>
          <a:xfrm>
            <a:off x="65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6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Развертывание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2" name="Google Shape;189;p34">
            <a:extLst>
              <a:ext uri="{FF2B5EF4-FFF2-40B4-BE49-F238E27FC236}">
                <a16:creationId xmlns:a16="http://schemas.microsoft.com/office/drawing/2014/main" id="{52C99CEE-600A-4040-873A-1F7CC7ABFF8F}"/>
              </a:ext>
            </a:extLst>
          </p:cNvPr>
          <p:cNvSpPr/>
          <p:nvPr/>
        </p:nvSpPr>
        <p:spPr>
          <a:xfrm>
            <a:off x="524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7.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Мониторинг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4" name="Google Shape;189;p34">
            <a:extLst>
              <a:ext uri="{FF2B5EF4-FFF2-40B4-BE49-F238E27FC236}">
                <a16:creationId xmlns:a16="http://schemas.microsoft.com/office/drawing/2014/main" id="{1205F190-94C2-4A4C-B9ED-91A1F73E4D34}"/>
              </a:ext>
            </a:extLst>
          </p:cNvPr>
          <p:cNvSpPr/>
          <p:nvPr/>
        </p:nvSpPr>
        <p:spPr>
          <a:xfrm>
            <a:off x="3042000" y="423476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8.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Курсовой проект</a:t>
            </a:r>
            <a:endParaRPr sz="13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" name="Google Shape;188;p34">
            <a:extLst>
              <a:ext uri="{FF2B5EF4-FFF2-40B4-BE49-F238E27FC236}">
                <a16:creationId xmlns:a16="http://schemas.microsoft.com/office/drawing/2014/main" id="{EB8517B5-119A-7442-825D-C15261576413}"/>
              </a:ext>
            </a:extLst>
          </p:cNvPr>
          <p:cNvCxnSpPr>
            <a:cxnSpLocks/>
            <a:stCxn id="189" idx="1"/>
            <a:endCxn id="185" idx="1"/>
          </p:cNvCxnSpPr>
          <p:nvPr/>
        </p:nvCxnSpPr>
        <p:spPr>
          <a:xfrm rot="10800000">
            <a:off x="654005" y="2801387"/>
            <a:ext cx="12700" cy="85407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38" name="Google Shape;188;p34">
            <a:extLst>
              <a:ext uri="{FF2B5EF4-FFF2-40B4-BE49-F238E27FC236}">
                <a16:creationId xmlns:a16="http://schemas.microsoft.com/office/drawing/2014/main" id="{F7B38074-28CA-DC44-8191-7A278B3DB050}"/>
              </a:ext>
            </a:extLst>
          </p:cNvPr>
          <p:cNvCxnSpPr>
            <a:cxnSpLocks/>
            <a:stCxn id="32" idx="1"/>
            <a:endCxn id="189" idx="3"/>
          </p:cNvCxnSpPr>
          <p:nvPr/>
        </p:nvCxnSpPr>
        <p:spPr>
          <a:xfrm rot="10800000">
            <a:off x="3714005" y="3655465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41" name="Google Shape;188;p34">
            <a:extLst>
              <a:ext uri="{FF2B5EF4-FFF2-40B4-BE49-F238E27FC236}">
                <a16:creationId xmlns:a16="http://schemas.microsoft.com/office/drawing/2014/main" id="{A0B9D976-E244-BA43-8D84-FDEB5907DADF}"/>
              </a:ext>
            </a:extLst>
          </p:cNvPr>
          <p:cNvCxnSpPr>
            <a:cxnSpLocks/>
            <a:stCxn id="32" idx="2"/>
            <a:endCxn id="34" idx="3"/>
          </p:cNvCxnSpPr>
          <p:nvPr/>
        </p:nvCxnSpPr>
        <p:spPr>
          <a:xfrm rot="5400000">
            <a:off x="6148353" y="3898763"/>
            <a:ext cx="579300" cy="672005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D6F8E5B-8E72-9642-AA4C-A3D19C97E5E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120894" y="133823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47CBAF-C51E-AF4A-9C35-3B92661ED5B4}"/>
              </a:ext>
            </a:extLst>
          </p:cNvPr>
          <p:cNvSpPr txBox="1"/>
          <p:nvPr/>
        </p:nvSpPr>
        <p:spPr>
          <a:xfrm>
            <a:off x="5367116" y="133823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1A85A128-207E-674E-8856-DD7B530737C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95778" y="223823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5E1EFF6-15B2-384F-BCB0-C1C52F4D548B}"/>
              </a:ext>
            </a:extLst>
          </p:cNvPr>
          <p:cNvSpPr txBox="1"/>
          <p:nvPr/>
        </p:nvSpPr>
        <p:spPr>
          <a:xfrm>
            <a:off x="3042000" y="223823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0" name="Google Shape;530;p82">
            <a:extLst>
              <a:ext uri="{FF2B5EF4-FFF2-40B4-BE49-F238E27FC236}">
                <a16:creationId xmlns:a16="http://schemas.microsoft.com/office/drawing/2014/main" id="{5CFAE274-29AE-C64A-BF63-F1789CC1D21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2232180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95D51D4-1014-904E-B98B-1180866B6EA9}"/>
              </a:ext>
            </a:extLst>
          </p:cNvPr>
          <p:cNvSpPr txBox="1"/>
          <p:nvPr/>
        </p:nvSpPr>
        <p:spPr>
          <a:xfrm>
            <a:off x="7555206" y="2232181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6016A700-1ED8-3F49-9B85-B41B9D0E7D4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B3247B-A3F0-8046-BAAC-3C02B58CC273}"/>
              </a:ext>
            </a:extLst>
          </p:cNvPr>
          <p:cNvSpPr txBox="1"/>
          <p:nvPr/>
        </p:nvSpPr>
        <p:spPr>
          <a:xfrm>
            <a:off x="7555206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5" name="Google Shape;530;p82">
            <a:extLst>
              <a:ext uri="{FF2B5EF4-FFF2-40B4-BE49-F238E27FC236}">
                <a16:creationId xmlns:a16="http://schemas.microsoft.com/office/drawing/2014/main" id="{4772A2BC-247A-A74E-9DD6-82B153D02F2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D7CD912-58CB-7049-A55E-A067EF213E43}"/>
              </a:ext>
            </a:extLst>
          </p:cNvPr>
          <p:cNvSpPr txBox="1"/>
          <p:nvPr/>
        </p:nvSpPr>
        <p:spPr>
          <a:xfrm>
            <a:off x="2993635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7" name="Google Shape;530;p82">
            <a:extLst>
              <a:ext uri="{FF2B5EF4-FFF2-40B4-BE49-F238E27FC236}">
                <a16:creationId xmlns:a16="http://schemas.microsoft.com/office/drawing/2014/main" id="{C44CB1B9-3F0C-B640-9B91-7E329BDB5AB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945115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6F2CEF8E-768B-2A42-AE60-B91443CA1636}"/>
              </a:ext>
            </a:extLst>
          </p:cNvPr>
          <p:cNvSpPr txBox="1"/>
          <p:nvPr/>
        </p:nvSpPr>
        <p:spPr>
          <a:xfrm>
            <a:off x="2993635" y="3945116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9" name="Google Shape;530;p82">
            <a:extLst>
              <a:ext uri="{FF2B5EF4-FFF2-40B4-BE49-F238E27FC236}">
                <a16:creationId xmlns:a16="http://schemas.microsoft.com/office/drawing/2014/main" id="{AC4746E5-40DE-CC4C-AD59-CEC75DE86214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85779" y="394678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E3D4BE49-FD50-7440-A353-DB02A3187ABB}"/>
              </a:ext>
            </a:extLst>
          </p:cNvPr>
          <p:cNvSpPr txBox="1"/>
          <p:nvPr/>
        </p:nvSpPr>
        <p:spPr>
          <a:xfrm>
            <a:off x="7632001" y="394678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51" name="Google Shape;225;p40">
            <a:extLst>
              <a:ext uri="{FF2B5EF4-FFF2-40B4-BE49-F238E27FC236}">
                <a16:creationId xmlns:a16="http://schemas.microsoft.com/office/drawing/2014/main" id="{144C3652-C501-1346-B7AB-83586BA2F636}"/>
              </a:ext>
            </a:extLst>
          </p:cNvPr>
          <p:cNvPicPr preferRelativeResize="0"/>
          <p:nvPr/>
        </p:nvPicPr>
        <p:blipFill>
          <a:blip r:embed="rId4"/>
          <a:srcRect l="18187" r="18187"/>
          <a:stretch/>
        </p:blipFill>
        <p:spPr>
          <a:xfrm>
            <a:off x="3165384" y="87837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2" name="Google Shape;225;p40">
            <a:extLst>
              <a:ext uri="{FF2B5EF4-FFF2-40B4-BE49-F238E27FC236}">
                <a16:creationId xmlns:a16="http://schemas.microsoft.com/office/drawing/2014/main" id="{2E53F201-6B1A-E248-8C85-AE31C0183E3A}"/>
              </a:ext>
            </a:extLst>
          </p:cNvPr>
          <p:cNvPicPr preferRelativeResize="0"/>
          <p:nvPr/>
        </p:nvPicPr>
        <p:blipFill>
          <a:blip r:embed="rId5"/>
          <a:srcRect t="2849" b="2849"/>
          <a:stretch/>
        </p:blipFill>
        <p:spPr>
          <a:xfrm>
            <a:off x="789110" y="177139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3" name="Google Shape;225;p40">
            <a:extLst>
              <a:ext uri="{FF2B5EF4-FFF2-40B4-BE49-F238E27FC236}">
                <a16:creationId xmlns:a16="http://schemas.microsoft.com/office/drawing/2014/main" id="{67D6B569-9B1F-6D43-841D-442FF92691E3}"/>
              </a:ext>
            </a:extLst>
          </p:cNvPr>
          <p:cNvPicPr preferRelativeResize="0"/>
          <p:nvPr/>
        </p:nvPicPr>
        <p:blipFill>
          <a:blip r:embed="rId6"/>
          <a:srcRect t="2849" b="2849"/>
          <a:stretch/>
        </p:blipFill>
        <p:spPr>
          <a:xfrm>
            <a:off x="5379110" y="1770693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4" name="Google Shape;225;p40">
            <a:extLst>
              <a:ext uri="{FF2B5EF4-FFF2-40B4-BE49-F238E27FC236}">
                <a16:creationId xmlns:a16="http://schemas.microsoft.com/office/drawing/2014/main" id="{9503C9EF-9A4D-F741-957E-D9787DBAAD39}"/>
              </a:ext>
            </a:extLst>
          </p:cNvPr>
          <p:cNvPicPr preferRelativeResize="0"/>
          <p:nvPr/>
        </p:nvPicPr>
        <p:blipFill>
          <a:blip r:embed="rId7"/>
          <a:srcRect t="2849" b="2849"/>
          <a:stretch/>
        </p:blipFill>
        <p:spPr>
          <a:xfrm>
            <a:off x="5379110" y="260973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5" name="Google Shape;225;p40">
            <a:extLst>
              <a:ext uri="{FF2B5EF4-FFF2-40B4-BE49-F238E27FC236}">
                <a16:creationId xmlns:a16="http://schemas.microsoft.com/office/drawing/2014/main" id="{16CCE744-4A65-D449-BD6D-EAB7C2370685}"/>
              </a:ext>
            </a:extLst>
          </p:cNvPr>
          <p:cNvPicPr preferRelativeResize="0"/>
          <p:nvPr/>
        </p:nvPicPr>
        <p:blipFill>
          <a:blip r:embed="rId8"/>
          <a:srcRect t="2849" b="2849"/>
          <a:stretch/>
        </p:blipFill>
        <p:spPr>
          <a:xfrm>
            <a:off x="789110" y="2616087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6" name="Google Shape;225;p40">
            <a:extLst>
              <a:ext uri="{FF2B5EF4-FFF2-40B4-BE49-F238E27FC236}">
                <a16:creationId xmlns:a16="http://schemas.microsoft.com/office/drawing/2014/main" id="{961AE516-CE39-C146-B04E-6F9CCFC749A3}"/>
              </a:ext>
            </a:extLst>
          </p:cNvPr>
          <p:cNvPicPr preferRelativeResize="0"/>
          <p:nvPr/>
        </p:nvPicPr>
        <p:blipFill>
          <a:blip r:embed="rId9"/>
          <a:srcRect t="2849" b="2849"/>
          <a:stretch/>
        </p:blipFill>
        <p:spPr>
          <a:xfrm>
            <a:off x="789110" y="3457464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7" name="Google Shape;225;p40">
            <a:extLst>
              <a:ext uri="{FF2B5EF4-FFF2-40B4-BE49-F238E27FC236}">
                <a16:creationId xmlns:a16="http://schemas.microsoft.com/office/drawing/2014/main" id="{AF4E17D5-3459-B545-8950-6FD1DC61D95F}"/>
              </a:ext>
            </a:extLst>
          </p:cNvPr>
          <p:cNvPicPr preferRelativeResize="0"/>
          <p:nvPr/>
        </p:nvPicPr>
        <p:blipFill>
          <a:blip r:embed="rId10"/>
          <a:srcRect t="2849" b="2849"/>
          <a:stretch/>
        </p:blipFill>
        <p:spPr>
          <a:xfrm>
            <a:off x="5379110" y="347171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8" name="Google Shape;225;p40">
            <a:extLst>
              <a:ext uri="{FF2B5EF4-FFF2-40B4-BE49-F238E27FC236}">
                <a16:creationId xmlns:a16="http://schemas.microsoft.com/office/drawing/2014/main" id="{5D9B9C18-2AFF-6F45-91A9-E24FAB89A0AE}"/>
              </a:ext>
            </a:extLst>
          </p:cNvPr>
          <p:cNvPicPr preferRelativeResize="0"/>
          <p:nvPr/>
        </p:nvPicPr>
        <p:blipFill>
          <a:blip r:embed="rId11"/>
          <a:srcRect t="2849" b="2849"/>
          <a:stretch/>
        </p:blipFill>
        <p:spPr>
          <a:xfrm>
            <a:off x="3165384" y="4326414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229222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71;p44">
            <a:extLst>
              <a:ext uri="{FF2B5EF4-FFF2-40B4-BE49-F238E27FC236}">
                <a16:creationId xmlns:a16="http://schemas.microsoft.com/office/drawing/2014/main" id="{97290346-692E-064C-8312-9A26736D095B}"/>
              </a:ext>
            </a:extLst>
          </p:cNvPr>
          <p:cNvSpPr/>
          <p:nvPr/>
        </p:nvSpPr>
        <p:spPr>
          <a:xfrm>
            <a:off x="2226713" y="3660132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Взаимодействие с командой</a:t>
            </a:r>
            <a:endParaRPr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70" name="Google Shape;270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Программа модуля</a:t>
            </a:r>
            <a:endParaRPr dirty="0"/>
          </a:p>
        </p:txBody>
      </p:sp>
      <p:sp>
        <p:nvSpPr>
          <p:cNvPr id="271" name="Google Shape;271;p44"/>
          <p:cNvSpPr/>
          <p:nvPr/>
        </p:nvSpPr>
        <p:spPr>
          <a:xfrm>
            <a:off x="500550" y="1104419"/>
            <a:ext cx="2612467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1. Процессы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2" name="Google Shape;271;p44">
            <a:extLst>
              <a:ext uri="{FF2B5EF4-FFF2-40B4-BE49-F238E27FC236}">
                <a16:creationId xmlns:a16="http://schemas.microsoft.com/office/drawing/2014/main" id="{D8FD06C8-E377-A548-A8E0-938A22A6A104}"/>
              </a:ext>
            </a:extLst>
          </p:cNvPr>
          <p:cNvSpPr/>
          <p:nvPr/>
        </p:nvSpPr>
        <p:spPr>
          <a:xfrm>
            <a:off x="2226713" y="2093043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Вводное занятие, знакомство с курсом</a:t>
            </a:r>
            <a:endParaRPr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3" name="Google Shape;271;p44">
            <a:extLst>
              <a:ext uri="{FF2B5EF4-FFF2-40B4-BE49-F238E27FC236}">
                <a16:creationId xmlns:a16="http://schemas.microsoft.com/office/drawing/2014/main" id="{0FE2E67F-87DB-BA4A-8DD0-D5FDE2391C49}"/>
              </a:ext>
            </a:extLst>
          </p:cNvPr>
          <p:cNvSpPr/>
          <p:nvPr/>
        </p:nvSpPr>
        <p:spPr>
          <a:xfrm>
            <a:off x="2226713" y="2615406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Цели и метрики </a:t>
            </a:r>
            <a:r>
              <a:rPr lang="en-US" sz="1200" dirty="0">
                <a:solidFill>
                  <a:srgbClr val="1F1F1F"/>
                </a:solidFill>
                <a:latin typeface="Google Sans"/>
                <a:sym typeface="Roboto"/>
              </a:rPr>
              <a:t>ML </a:t>
            </a:r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проектов</a:t>
            </a:r>
            <a:endParaRPr lang="en-US"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5" name="Google Shape;271;p44">
            <a:extLst>
              <a:ext uri="{FF2B5EF4-FFF2-40B4-BE49-F238E27FC236}">
                <a16:creationId xmlns:a16="http://schemas.microsoft.com/office/drawing/2014/main" id="{55C6BCEC-9B97-6546-93F2-CDA7BE006328}"/>
              </a:ext>
            </a:extLst>
          </p:cNvPr>
          <p:cNvSpPr/>
          <p:nvPr/>
        </p:nvSpPr>
        <p:spPr>
          <a:xfrm>
            <a:off x="2226713" y="3137769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Организация исходного кода</a:t>
            </a:r>
            <a:endParaRPr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6" name="Google Shape;271;p44">
            <a:extLst>
              <a:ext uri="{FF2B5EF4-FFF2-40B4-BE49-F238E27FC236}">
                <a16:creationId xmlns:a16="http://schemas.microsoft.com/office/drawing/2014/main" id="{7A56B114-1520-2F4F-BC28-2EADE862D379}"/>
              </a:ext>
            </a:extLst>
          </p:cNvPr>
          <p:cNvSpPr/>
          <p:nvPr/>
        </p:nvSpPr>
        <p:spPr>
          <a:xfrm>
            <a:off x="2221833" y="4182494"/>
            <a:ext cx="5355965" cy="3960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200" dirty="0">
                <a:solidFill>
                  <a:srgbClr val="1F1F1F"/>
                </a:solidFill>
                <a:latin typeface="Google Sans"/>
                <a:sym typeface="Roboto"/>
              </a:rPr>
              <a:t>Практика – Формирование процессов команды</a:t>
            </a:r>
            <a:endParaRPr sz="12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3" name="Elbow Connector 2">
            <a:extLst>
              <a:ext uri="{FF2B5EF4-FFF2-40B4-BE49-F238E27FC236}">
                <a16:creationId xmlns:a16="http://schemas.microsoft.com/office/drawing/2014/main" id="{C1180B41-AAC0-2546-8533-191E5D9B7F77}"/>
              </a:ext>
            </a:extLst>
          </p:cNvPr>
          <p:cNvCxnSpPr>
            <a:cxnSpLocks/>
            <a:stCxn id="271" idx="2"/>
            <a:endCxn id="12" idx="1"/>
          </p:cNvCxnSpPr>
          <p:nvPr/>
        </p:nvCxnSpPr>
        <p:spPr>
          <a:xfrm rot="16200000" flipH="1">
            <a:off x="1713086" y="1777416"/>
            <a:ext cx="607324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F828FA00-64F5-D64E-A4E8-78AD68A71E2D}"/>
              </a:ext>
            </a:extLst>
          </p:cNvPr>
          <p:cNvCxnSpPr>
            <a:stCxn id="271" idx="2"/>
            <a:endCxn id="13" idx="1"/>
          </p:cNvCxnSpPr>
          <p:nvPr/>
        </p:nvCxnSpPr>
        <p:spPr>
          <a:xfrm rot="16200000" flipH="1">
            <a:off x="1451905" y="2038597"/>
            <a:ext cx="1129687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509552CD-5AFB-3C41-BD1B-73124950E9F0}"/>
              </a:ext>
            </a:extLst>
          </p:cNvPr>
          <p:cNvCxnSpPr>
            <a:stCxn id="271" idx="2"/>
            <a:endCxn id="15" idx="1"/>
          </p:cNvCxnSpPr>
          <p:nvPr/>
        </p:nvCxnSpPr>
        <p:spPr>
          <a:xfrm rot="16200000" flipH="1">
            <a:off x="1190723" y="2299779"/>
            <a:ext cx="1652050" cy="41992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1B9CA35D-F3DD-2349-BB63-178A3D48C12C}"/>
              </a:ext>
            </a:extLst>
          </p:cNvPr>
          <p:cNvCxnSpPr>
            <a:stCxn id="271" idx="2"/>
            <a:endCxn id="16" idx="1"/>
          </p:cNvCxnSpPr>
          <p:nvPr/>
        </p:nvCxnSpPr>
        <p:spPr>
          <a:xfrm rot="16200000" flipH="1">
            <a:off x="665921" y="2824581"/>
            <a:ext cx="2696775" cy="415049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Google Shape;530;p82">
            <a:extLst>
              <a:ext uri="{FF2B5EF4-FFF2-40B4-BE49-F238E27FC236}">
                <a16:creationId xmlns:a16="http://schemas.microsoft.com/office/drawing/2014/main" id="{6A3C3A01-8FA9-5044-B844-67B828B9AE3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212037" y="4214640"/>
            <a:ext cx="324002" cy="32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02543060-81DC-D14A-972C-E308D4DE77DE}"/>
              </a:ext>
            </a:extLst>
          </p:cNvPr>
          <p:cNvSpPr txBox="1"/>
          <p:nvPr/>
        </p:nvSpPr>
        <p:spPr>
          <a:xfrm rot="20748746">
            <a:off x="7539933" y="4158546"/>
            <a:ext cx="9989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cxnSp>
        <p:nvCxnSpPr>
          <p:cNvPr id="30" name="Elbow Connector 29">
            <a:extLst>
              <a:ext uri="{FF2B5EF4-FFF2-40B4-BE49-F238E27FC236}">
                <a16:creationId xmlns:a16="http://schemas.microsoft.com/office/drawing/2014/main" id="{71928F25-2C26-E840-9F20-E19ED35181CF}"/>
              </a:ext>
            </a:extLst>
          </p:cNvPr>
          <p:cNvCxnSpPr>
            <a:endCxn id="29" idx="1"/>
          </p:cNvCxnSpPr>
          <p:nvPr/>
        </p:nvCxnSpPr>
        <p:spPr>
          <a:xfrm rot="16200000" flipH="1">
            <a:off x="1184344" y="2815763"/>
            <a:ext cx="1664808" cy="41993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93A93DBA-E9A5-D54E-98E9-E57C846BAACF}"/>
              </a:ext>
            </a:extLst>
          </p:cNvPr>
          <p:cNvCxnSpPr/>
          <p:nvPr/>
        </p:nvCxnSpPr>
        <p:spPr>
          <a:xfrm rot="16200000" flipH="1">
            <a:off x="1184344" y="2815763"/>
            <a:ext cx="1664808" cy="419930"/>
          </a:xfrm>
          <a:prstGeom prst="bentConnector2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3" name="Table 23">
            <a:extLst>
              <a:ext uri="{FF2B5EF4-FFF2-40B4-BE49-F238E27FC236}">
                <a16:creationId xmlns:a16="http://schemas.microsoft.com/office/drawing/2014/main" id="{89B32BAD-B73D-E242-8C5D-56E608AAAD64}"/>
              </a:ext>
            </a:extLst>
          </p:cNvPr>
          <p:cNvGraphicFramePr>
            <a:graphicFrameLocks noGrp="1"/>
          </p:cNvGraphicFramePr>
          <p:nvPr/>
        </p:nvGraphicFramePr>
        <p:xfrm>
          <a:off x="5097950" y="549114"/>
          <a:ext cx="2603872" cy="304800"/>
        </p:xfrm>
        <a:graphic>
          <a:graphicData uri="http://schemas.openxmlformats.org/drawingml/2006/table">
            <a:tbl>
              <a:tblPr firstRow="1" bandRow="1"/>
              <a:tblGrid>
                <a:gridCol w="325484">
                  <a:extLst>
                    <a:ext uri="{9D8B030D-6E8A-4147-A177-3AD203B41FA5}">
                      <a16:colId xmlns:a16="http://schemas.microsoft.com/office/drawing/2014/main" val="884960188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1334008315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3209860974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4238538779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4263781807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3533516223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1731136109"/>
                    </a:ext>
                  </a:extLst>
                </a:gridCol>
                <a:gridCol w="325484">
                  <a:extLst>
                    <a:ext uri="{9D8B030D-6E8A-4147-A177-3AD203B41FA5}">
                      <a16:colId xmlns:a16="http://schemas.microsoft.com/office/drawing/2014/main" val="1698698482"/>
                    </a:ext>
                  </a:extLst>
                </a:gridCol>
              </a:tblGrid>
              <a:tr h="250242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8</a:t>
                      </a:r>
                    </a:p>
                  </a:txBody>
                  <a:tcPr>
                    <a:solidFill>
                      <a:srgbClr val="FFD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753204"/>
                  </a:ext>
                </a:extLst>
              </a:tr>
            </a:tbl>
          </a:graphicData>
        </a:graphic>
      </p:graphicFrame>
      <p:pic>
        <p:nvPicPr>
          <p:cNvPr id="64" name="Google Shape;225;p40">
            <a:extLst>
              <a:ext uri="{FF2B5EF4-FFF2-40B4-BE49-F238E27FC236}">
                <a16:creationId xmlns:a16="http://schemas.microsoft.com/office/drawing/2014/main" id="{B30A2631-833E-DA4A-ADCB-046A6FE27437}"/>
              </a:ext>
            </a:extLst>
          </p:cNvPr>
          <p:cNvPicPr preferRelativeResize="0"/>
          <p:nvPr/>
        </p:nvPicPr>
        <p:blipFill>
          <a:blip r:embed="rId4"/>
          <a:srcRect l="18187" r="18187"/>
          <a:stretch/>
        </p:blipFill>
        <p:spPr>
          <a:xfrm>
            <a:off x="620618" y="1200957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671780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Результат от курса</a:t>
            </a:r>
            <a:endParaRPr/>
          </a:p>
        </p:txBody>
      </p:sp>
      <p:sp>
        <p:nvSpPr>
          <p:cNvPr id="287" name="Google Shape;287;p45"/>
          <p:cNvSpPr txBox="1">
            <a:spLocks noGrp="1"/>
          </p:cNvSpPr>
          <p:nvPr>
            <p:ph type="body" idx="1"/>
          </p:nvPr>
        </p:nvSpPr>
        <p:spPr>
          <a:xfrm>
            <a:off x="500550" y="1076131"/>
            <a:ext cx="7742400" cy="37366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14960" algn="l" rtl="0">
              <a:spcBef>
                <a:spcPts val="300"/>
              </a:spcBef>
              <a:spcAft>
                <a:spcPts val="0"/>
              </a:spcAft>
              <a:buSzPct val="100000"/>
              <a:buAutoNum type="arabicParenR"/>
            </a:pPr>
            <a:r>
              <a:rPr lang="ru" sz="1800" b="1" dirty="0"/>
              <a:t>Что получите от курса</a:t>
            </a:r>
            <a:endParaRPr sz="1800" b="1" dirty="0"/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" sz="1600" dirty="0"/>
              <a:t>познакомитесь с новой областью</a:t>
            </a:r>
            <a:endParaRPr sz="1600" dirty="0"/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" sz="1400" dirty="0">
                <a:solidFill>
                  <a:schemeClr val="tx1"/>
                </a:solidFill>
              </a:rPr>
              <a:t>научитесь адаптировать решения для применения в продакшн стадии</a:t>
            </a:r>
            <a:endParaRPr sz="1400" dirty="0">
              <a:solidFill>
                <a:schemeClr val="tx1"/>
              </a:solidFill>
            </a:endParaRPr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" sz="1400" dirty="0">
                <a:solidFill>
                  <a:schemeClr val="tx1"/>
                </a:solidFill>
              </a:rPr>
              <a:t>изучите ключевые особенности надежного развертывания</a:t>
            </a:r>
          </a:p>
          <a:p>
            <a:pPr lvl="1" indent="-31496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-RU" sz="1600" dirty="0"/>
              <a:t>Познакомитесь с коллегами</a:t>
            </a:r>
            <a:endParaRPr sz="1600" dirty="0"/>
          </a:p>
          <a:p>
            <a:pPr marL="457200" lvl="0" indent="-314960" algn="l" rtl="0">
              <a:spcBef>
                <a:spcPts val="300"/>
              </a:spcBef>
              <a:spcAft>
                <a:spcPts val="0"/>
              </a:spcAft>
              <a:buSzPct val="100000"/>
              <a:buAutoNum type="arabicParenR"/>
            </a:pPr>
            <a:endParaRPr lang="en-US" sz="1600" b="1" dirty="0"/>
          </a:p>
          <a:p>
            <a:pPr marL="457200" lvl="0" indent="-314960" algn="l" rtl="0">
              <a:spcBef>
                <a:spcPts val="300"/>
              </a:spcBef>
              <a:spcAft>
                <a:spcPts val="0"/>
              </a:spcAft>
              <a:buSzPct val="100000"/>
              <a:buAutoNum type="arabicParenR"/>
            </a:pPr>
            <a:r>
              <a:rPr lang="ru" sz="1800" b="1" dirty="0"/>
              <a:t>За время курса</a:t>
            </a:r>
            <a:endParaRPr sz="1800" b="1" dirty="0"/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" sz="1600" dirty="0"/>
              <a:t>Освоите всю цепочку жизненного цикла модели</a:t>
            </a:r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" sz="1400" dirty="0">
                <a:solidFill>
                  <a:schemeClr val="tx1"/>
                </a:solidFill>
              </a:rPr>
              <a:t>Подготовка инфрастурктуры</a:t>
            </a:r>
            <a:endParaRPr sz="1400" dirty="0">
              <a:solidFill>
                <a:schemeClr val="tx1"/>
              </a:solidFill>
            </a:endParaRPr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" sz="1400" dirty="0">
                <a:solidFill>
                  <a:schemeClr val="tx1"/>
                </a:solidFill>
              </a:rPr>
              <a:t>Предобработка данных и создание модели</a:t>
            </a:r>
            <a:endParaRPr sz="1400" dirty="0">
              <a:solidFill>
                <a:schemeClr val="tx1"/>
              </a:solidFill>
            </a:endParaRPr>
          </a:p>
          <a:p>
            <a:pPr lvl="2" indent="-314960">
              <a:spcBef>
                <a:spcPts val="0"/>
              </a:spcBef>
              <a:spcAft>
                <a:spcPts val="600"/>
              </a:spcAft>
              <a:buSzPct val="100000"/>
              <a:buFont typeface="Arial" panose="020B0604020202020204" pitchFamily="34" charset="0"/>
              <a:buChar char="•"/>
            </a:pPr>
            <a:r>
              <a:rPr lang="ru-RU" sz="1400" dirty="0">
                <a:solidFill>
                  <a:schemeClr val="tx1"/>
                </a:solidFill>
              </a:rPr>
              <a:t>Развертывание модели и мониторинг</a:t>
            </a:r>
            <a:endParaRPr sz="1400" dirty="0">
              <a:solidFill>
                <a:schemeClr val="tx1"/>
              </a:solidFill>
            </a:endParaRPr>
          </a:p>
          <a:p>
            <a:pPr marL="914400" lvl="1" indent="-314960" algn="l" rtl="0">
              <a:spcBef>
                <a:spcPts val="0"/>
              </a:spcBef>
              <a:spcAft>
                <a:spcPts val="600"/>
              </a:spcAft>
              <a:buSzPct val="100000"/>
              <a:buAutoNum type="alphaLcParenR"/>
            </a:pPr>
            <a:r>
              <a:rPr lang="ru" sz="1600" dirty="0"/>
              <a:t>Создадите финальный проект</a:t>
            </a:r>
            <a:endParaRPr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Как будем учиться?</a:t>
            </a:r>
            <a:endParaRPr/>
          </a:p>
        </p:txBody>
      </p:sp>
      <p:sp>
        <p:nvSpPr>
          <p:cNvPr id="294" name="Google Shape;294;p46"/>
          <p:cNvSpPr txBox="1"/>
          <p:nvPr/>
        </p:nvSpPr>
        <p:spPr>
          <a:xfrm>
            <a:off x="473250" y="1823599"/>
            <a:ext cx="2526300" cy="19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Вебинары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 dirty="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Понедельник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ru-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среда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20:00.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(запись и материалы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выкладывают, как правило,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на следующий день после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вебинара)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5" name="Google Shape;295;p46"/>
          <p:cNvSpPr txBox="1"/>
          <p:nvPr/>
        </p:nvSpPr>
        <p:spPr>
          <a:xfrm>
            <a:off x="3456338" y="2528549"/>
            <a:ext cx="2138100" cy="19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Домашние задания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latin typeface="Roboto"/>
                <a:ea typeface="Roboto"/>
                <a:cs typeface="Roboto"/>
                <a:sym typeface="Roboto"/>
              </a:rPr>
              <a:t>1 дз в неделю.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Дедлайна нет, кроме окончания курса :)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Типовой срок проверки: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2-3 дня 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6" name="Google Shape;296;p46"/>
          <p:cNvSpPr txBox="1"/>
          <p:nvPr/>
        </p:nvSpPr>
        <p:spPr>
          <a:xfrm>
            <a:off x="6330300" y="3427376"/>
            <a:ext cx="2430000" cy="1400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Чат в телеграм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300" b="1" dirty="0">
                <a:latin typeface="Roboto"/>
                <a:ea typeface="Roboto"/>
                <a:cs typeface="Roboto"/>
                <a:sym typeface="Roboto"/>
              </a:rPr>
              <a:t>Задавайте вопросы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, обменивайтесь инсайтами. 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Наш чат – это </a:t>
            </a:r>
            <a:br>
              <a:rPr lang="ru" sz="1300" dirty="0">
                <a:latin typeface="Roboto"/>
                <a:ea typeface="Roboto"/>
                <a:cs typeface="Roboto"/>
                <a:sym typeface="Roboto"/>
              </a:rPr>
            </a:b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#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OTUS </a:t>
            </a:r>
            <a:r>
              <a:rPr lang="en-US" sz="1400" b="1" dirty="0">
                <a:latin typeface="Roboto"/>
                <a:ea typeface="Roboto"/>
                <a:cs typeface="Roboto"/>
                <a:sym typeface="Roboto"/>
              </a:rPr>
              <a:t>MLOps-2025-03</a:t>
            </a:r>
            <a:endParaRPr sz="1300"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97" name="Google Shape;2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560462" y="1823599"/>
            <a:ext cx="615971" cy="61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25" y="1118649"/>
            <a:ext cx="615971" cy="615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620;p84">
            <a:extLst>
              <a:ext uri="{FF2B5EF4-FFF2-40B4-BE49-F238E27FC236}">
                <a16:creationId xmlns:a16="http://schemas.microsoft.com/office/drawing/2014/main" id="{5562D981-7D92-094F-B4B3-4553D9575A71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07625" y="2717656"/>
            <a:ext cx="620721" cy="620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E037FC6-7D11-294F-92A7-A14EC27D02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0801" y="284257"/>
            <a:ext cx="3309499" cy="19857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Отзывы</a:t>
            </a:r>
            <a:endParaRPr/>
          </a:p>
        </p:txBody>
      </p:sp>
      <p:pic>
        <p:nvPicPr>
          <p:cNvPr id="305" name="Google Shape;305;p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9641" y="1443384"/>
            <a:ext cx="659225" cy="659200"/>
          </a:xfrm>
          <a:prstGeom prst="rect">
            <a:avLst/>
          </a:prstGeom>
          <a:noFill/>
          <a:ln>
            <a:noFill/>
          </a:ln>
        </p:spPr>
      </p:pic>
      <p:sp>
        <p:nvSpPr>
          <p:cNvPr id="306" name="Google Shape;306;p47"/>
          <p:cNvSpPr txBox="1"/>
          <p:nvPr/>
        </p:nvSpPr>
        <p:spPr>
          <a:xfrm>
            <a:off x="1407466" y="1426624"/>
            <a:ext cx="3390000" cy="6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rgbClr val="212121"/>
                </a:solidFill>
                <a:latin typeface="Roboto"/>
                <a:ea typeface="Roboto"/>
                <a:cs typeface="Roboto"/>
                <a:sym typeface="Roboto"/>
              </a:rPr>
              <a:t>Всегда рады вашим конструктивным отзывам :)</a:t>
            </a:r>
            <a:endParaRPr sz="1500" dirty="0">
              <a:solidFill>
                <a:srgbClr val="21212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C5884A-5CCF-3645-B08C-60BDE60858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3731" y="0"/>
            <a:ext cx="4410269" cy="2680405"/>
          </a:xfrm>
          <a:prstGeom prst="rect">
            <a:avLst/>
          </a:prstGeom>
        </p:spPr>
      </p:pic>
      <p:sp>
        <p:nvSpPr>
          <p:cNvPr id="304" name="Google Shape;304;p47"/>
          <p:cNvSpPr txBox="1">
            <a:spLocks noGrp="1"/>
          </p:cNvSpPr>
          <p:nvPr>
            <p:ph type="body" idx="1"/>
          </p:nvPr>
        </p:nvSpPr>
        <p:spPr>
          <a:xfrm>
            <a:off x="2867429" y="3069713"/>
            <a:ext cx="5623429" cy="124128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18"/>
              <a:buNone/>
            </a:pPr>
            <a:r>
              <a:rPr lang="ru" sz="1700" dirty="0"/>
              <a:t>Вебинары во многом адаптивны.</a:t>
            </a:r>
            <a:endParaRPr sz="1700" dirty="0"/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18"/>
              <a:buNone/>
            </a:pPr>
            <a:r>
              <a:rPr lang="ru" sz="1700" dirty="0"/>
              <a:t>Мы следим за результатами опросов, </a:t>
            </a:r>
            <a:br>
              <a:rPr lang="en-US" sz="1700" dirty="0"/>
            </a:br>
            <a:r>
              <a:rPr lang="ru" sz="1700" dirty="0"/>
              <a:t>обсуждениями в телеграм и ДЗ.</a:t>
            </a:r>
            <a:endParaRPr sz="1700" dirty="0">
              <a:solidFill>
                <a:srgbClr val="02418B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D42AF3-22C6-EE46-AEE6-39D4D72878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550" y="3069713"/>
            <a:ext cx="2103971" cy="140264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Лайфхаки</a:t>
            </a:r>
            <a:endParaRPr/>
          </a:p>
        </p:txBody>
      </p:sp>
      <p:pic>
        <p:nvPicPr>
          <p:cNvPr id="312" name="Google Shape;312;p4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1326" y="1690262"/>
            <a:ext cx="665028" cy="66503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48"/>
          <p:cNvSpPr txBox="1"/>
          <p:nvPr/>
        </p:nvSpPr>
        <p:spPr>
          <a:xfrm>
            <a:off x="1335850" y="1699527"/>
            <a:ext cx="2922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Сделайте упор на тему, которая вам важна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4" name="Google Shape;314;p48"/>
          <p:cNvSpPr txBox="1"/>
          <p:nvPr/>
        </p:nvSpPr>
        <p:spPr>
          <a:xfrm>
            <a:off x="5267125" y="1699527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Старайтесь полученные знания применять на практике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5" name="Google Shape;315;p48"/>
          <p:cNvSpPr txBox="1"/>
          <p:nvPr/>
        </p:nvSpPr>
        <p:spPr>
          <a:xfrm>
            <a:off x="1335850" y="2770650"/>
            <a:ext cx="26961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Задавайте вопросы,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так материал лучше усваивается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6" name="Google Shape;316;p48"/>
          <p:cNvSpPr txBox="1"/>
          <p:nvPr/>
        </p:nvSpPr>
        <p:spPr>
          <a:xfrm>
            <a:off x="5267125" y="2886000"/>
            <a:ext cx="3015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Регулярное выполняйте ДЗ (наверстать пропуски тяжело)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17" name="Google Shape;317;p4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326" y="2876735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4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9098" y="1690262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48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479098" y="2876735"/>
            <a:ext cx="665028" cy="6650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528;p82">
            <a:extLst>
              <a:ext uri="{FF2B5EF4-FFF2-40B4-BE49-F238E27FC236}">
                <a16:creationId xmlns:a16="http://schemas.microsoft.com/office/drawing/2014/main" id="{9B72F30F-3B58-D143-A213-DD3E96EA32EE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326" y="4063208"/>
            <a:ext cx="620721" cy="62071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315;p48">
            <a:extLst>
              <a:ext uri="{FF2B5EF4-FFF2-40B4-BE49-F238E27FC236}">
                <a16:creationId xmlns:a16="http://schemas.microsoft.com/office/drawing/2014/main" id="{3710700A-5549-2A44-9448-5A7C88143B28}"/>
              </a:ext>
            </a:extLst>
          </p:cNvPr>
          <p:cNvSpPr txBox="1"/>
          <p:nvPr/>
        </p:nvSpPr>
        <p:spPr>
          <a:xfrm>
            <a:off x="1335850" y="4050417"/>
            <a:ext cx="26961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Обсуждайте материал и задачи в учебной группе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" name="Google Shape;315;p48">
            <a:extLst>
              <a:ext uri="{FF2B5EF4-FFF2-40B4-BE49-F238E27FC236}">
                <a16:creationId xmlns:a16="http://schemas.microsoft.com/office/drawing/2014/main" id="{EBFFF96E-7B34-C349-9457-E798C5B0E3A8}"/>
              </a:ext>
            </a:extLst>
          </p:cNvPr>
          <p:cNvSpPr txBox="1"/>
          <p:nvPr/>
        </p:nvSpPr>
        <p:spPr>
          <a:xfrm>
            <a:off x="5320304" y="3935643"/>
            <a:ext cx="2696100" cy="877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Объединяйтесь в группе и выполняйте проект совместно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5" name="Google Shape;529;p82">
            <a:extLst>
              <a:ext uri="{FF2B5EF4-FFF2-40B4-BE49-F238E27FC236}">
                <a16:creationId xmlns:a16="http://schemas.microsoft.com/office/drawing/2014/main" id="{168A1E11-4256-D34E-949D-6A179F63365F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23405" y="4061666"/>
            <a:ext cx="620721" cy="6207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536;p82">
            <a:extLst>
              <a:ext uri="{FF2B5EF4-FFF2-40B4-BE49-F238E27FC236}">
                <a16:creationId xmlns:a16="http://schemas.microsoft.com/office/drawing/2014/main" id="{40687EF5-FE60-4C4B-976A-9A5EC65CEA2C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4479098" y="548100"/>
            <a:ext cx="620721" cy="620719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314;p48">
            <a:extLst>
              <a:ext uri="{FF2B5EF4-FFF2-40B4-BE49-F238E27FC236}">
                <a16:creationId xmlns:a16="http://schemas.microsoft.com/office/drawing/2014/main" id="{5BDE2274-394D-7843-AC27-FBB1365306E2}"/>
              </a:ext>
            </a:extLst>
          </p:cNvPr>
          <p:cNvSpPr txBox="1"/>
          <p:nvPr/>
        </p:nvSpPr>
        <p:spPr>
          <a:xfrm>
            <a:off x="5444984" y="555424"/>
            <a:ext cx="32310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latin typeface="Roboto"/>
                <a:ea typeface="Roboto"/>
                <a:cs typeface="Roboto"/>
                <a:sym typeface="Roboto"/>
              </a:rPr>
              <a:t>Определитесь зачем оно вам? Зачем вы пришли на курс?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9"/>
          <p:cNvSpPr txBox="1">
            <a:spLocks noGrp="1"/>
          </p:cNvSpPr>
          <p:nvPr>
            <p:ph type="title"/>
          </p:nvPr>
        </p:nvSpPr>
        <p:spPr>
          <a:xfrm>
            <a:off x="500550" y="332517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Мотивация</a:t>
            </a:r>
            <a:endParaRPr/>
          </a:p>
        </p:txBody>
      </p:sp>
      <p:sp>
        <p:nvSpPr>
          <p:cNvPr id="325" name="Google Shape;325;p49"/>
          <p:cNvSpPr txBox="1"/>
          <p:nvPr/>
        </p:nvSpPr>
        <p:spPr>
          <a:xfrm>
            <a:off x="500550" y="4068939"/>
            <a:ext cx="30000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7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Это нормально :)</a:t>
            </a:r>
            <a:endParaRPr sz="1700" dirty="0">
              <a:solidFill>
                <a:srgbClr val="FF99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8" name="Google Shape;328;p49"/>
          <p:cNvSpPr txBox="1">
            <a:spLocks noGrp="1"/>
          </p:cNvSpPr>
          <p:nvPr>
            <p:ph type="body" idx="1"/>
          </p:nvPr>
        </p:nvSpPr>
        <p:spPr>
          <a:xfrm>
            <a:off x="500550" y="1294575"/>
            <a:ext cx="6524400" cy="106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700" dirty="0"/>
              <a:t>Приготовьтесь к волнообразной реакции</a:t>
            </a:r>
            <a:endParaRPr sz="1700" dirty="0"/>
          </a:p>
          <a:p>
            <a:pPr marL="0" lvl="0" indent="0" algn="l" rtl="0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700" dirty="0"/>
              <a:t>от «ух ты как интересно», до «куда я попал?»</a:t>
            </a:r>
            <a:endParaRPr sz="1700" dirty="0"/>
          </a:p>
        </p:txBody>
      </p:sp>
      <p:sp>
        <p:nvSpPr>
          <p:cNvPr id="329" name="Google Shape;329;p49"/>
          <p:cNvSpPr txBox="1"/>
          <p:nvPr/>
        </p:nvSpPr>
        <p:spPr>
          <a:xfrm>
            <a:off x="500550" y="2166025"/>
            <a:ext cx="38082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* в такие моменты вспоминайте</a:t>
            </a:r>
            <a:endParaRPr sz="11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 цели обучения, которые вас мотивируют)</a:t>
            </a:r>
            <a:endParaRPr sz="1100"/>
          </a:p>
        </p:txBody>
      </p:sp>
      <p:pic>
        <p:nvPicPr>
          <p:cNvPr id="8" name="Google Shape;568;p83">
            <a:extLst>
              <a:ext uri="{FF2B5EF4-FFF2-40B4-BE49-F238E27FC236}">
                <a16:creationId xmlns:a16="http://schemas.microsoft.com/office/drawing/2014/main" id="{03D10E4A-0F6D-284F-9271-E59F0F2269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0550" y="3087932"/>
            <a:ext cx="621000" cy="621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328;p49">
            <a:extLst>
              <a:ext uri="{FF2B5EF4-FFF2-40B4-BE49-F238E27FC236}">
                <a16:creationId xmlns:a16="http://schemas.microsoft.com/office/drawing/2014/main" id="{896CE022-B61E-1448-8B4F-F78902B8FF50}"/>
              </a:ext>
            </a:extLst>
          </p:cNvPr>
          <p:cNvSpPr txBox="1">
            <a:spLocks/>
          </p:cNvSpPr>
          <p:nvPr/>
        </p:nvSpPr>
        <p:spPr>
          <a:xfrm>
            <a:off x="1139250" y="2924358"/>
            <a:ext cx="3883200" cy="106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238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●"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lnSpc>
                <a:spcPct val="100000"/>
              </a:lnSpc>
              <a:buSzPts val="1100"/>
              <a:buFont typeface="Arial"/>
              <a:buNone/>
            </a:pPr>
            <a:r>
              <a:rPr lang="ru-RU" sz="1400" dirty="0"/>
              <a:t>Первые уроки позволяют адаптироваться и «влиться» в процесс и могут показаться вам слишком простыми, особенно если вы имеете опыт разработки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73469C-DD28-E24C-B2D1-EEFD70B053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850" y="1170122"/>
            <a:ext cx="3657600" cy="28225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0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7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Организационные вопросы</a:t>
            </a:r>
            <a:endParaRPr/>
          </a:p>
        </p:txBody>
      </p:sp>
      <p:pic>
        <p:nvPicPr>
          <p:cNvPr id="335" name="Google Shape;335;p5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70725" y="1423699"/>
            <a:ext cx="757225" cy="757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Google Shape;336;p5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70725" y="2448958"/>
            <a:ext cx="757225" cy="757225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50"/>
          <p:cNvSpPr txBox="1"/>
          <p:nvPr/>
        </p:nvSpPr>
        <p:spPr>
          <a:xfrm>
            <a:off x="1993125" y="1263175"/>
            <a:ext cx="6825300" cy="1074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 технические моменты: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indent="-311150">
              <a:lnSpc>
                <a:spcPct val="115000"/>
              </a:lnSpc>
              <a:buSzPts val="1300"/>
              <a:buFont typeface="Roboto"/>
              <a:buChar char="-"/>
            </a:pP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Python 3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, virtual environment (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venv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conda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poertry</a:t>
            </a: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 / </a:t>
            </a:r>
            <a:r>
              <a:rPr lang="ru" sz="1300" dirty="0">
                <a:latin typeface="Roboto"/>
                <a:ea typeface="Roboto"/>
                <a:cs typeface="Roboto"/>
                <a:sym typeface="Roboto"/>
              </a:rPr>
              <a:t>pip / conda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)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Git / </a:t>
            </a:r>
            <a:r>
              <a:rPr lang="en-US" sz="1300" dirty="0" err="1">
                <a:latin typeface="Roboto"/>
                <a:ea typeface="Roboto"/>
                <a:cs typeface="Roboto"/>
                <a:sym typeface="Roboto"/>
              </a:rPr>
              <a:t>Github</a:t>
            </a:r>
            <a:endParaRPr lang="ru-RU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Получите промо коды для </a:t>
            </a:r>
            <a:r>
              <a:rPr lang="en-US" sz="1300" dirty="0">
                <a:latin typeface="Roboto"/>
                <a:ea typeface="Roboto"/>
                <a:cs typeface="Roboto"/>
                <a:sym typeface="Roboto"/>
              </a:rPr>
              <a:t>Yandex Cloud </a:t>
            </a: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у </a:t>
            </a:r>
            <a:r>
              <a:rPr lang="ru-RU" sz="1300" dirty="0" err="1">
                <a:latin typeface="Roboto"/>
                <a:ea typeface="Roboto"/>
                <a:cs typeface="Roboto"/>
                <a:sym typeface="Roboto"/>
              </a:rPr>
              <a:t>коммьюнити</a:t>
            </a: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 менеджера в группе</a:t>
            </a:r>
          </a:p>
        </p:txBody>
      </p:sp>
      <p:sp>
        <p:nvSpPr>
          <p:cNvPr id="338" name="Google Shape;338;p50"/>
          <p:cNvSpPr txBox="1"/>
          <p:nvPr/>
        </p:nvSpPr>
        <p:spPr>
          <a:xfrm>
            <a:off x="1993125" y="2414654"/>
            <a:ext cx="6825300" cy="1565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инструменты будем</a:t>
            </a:r>
            <a:r>
              <a:rPr lang="en-US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 </a:t>
            </a: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использовать: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Python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Yandex Cloud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Docker / Docker Compose</a:t>
            </a: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Spark / </a:t>
            </a:r>
            <a:r>
              <a:rPr lang="en-US" sz="13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PySpark</a:t>
            </a:r>
            <a:endParaRPr lang="en-US"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-"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k8s</a:t>
            </a:r>
          </a:p>
        </p:txBody>
      </p:sp>
      <p:sp>
        <p:nvSpPr>
          <p:cNvPr id="339" name="Google Shape;339;p50"/>
          <p:cNvSpPr txBox="1"/>
          <p:nvPr/>
        </p:nvSpPr>
        <p:spPr>
          <a:xfrm>
            <a:off x="1993125" y="3880325"/>
            <a:ext cx="6825300" cy="87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Практика на курсе:</a:t>
            </a:r>
            <a:endParaRPr sz="13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Создание облачной </a:t>
            </a:r>
            <a:r>
              <a:rPr lang="ru-RU" sz="1300" dirty="0" err="1">
                <a:latin typeface="Roboto"/>
                <a:ea typeface="Roboto"/>
                <a:cs typeface="Roboto"/>
                <a:sym typeface="Roboto"/>
              </a:rPr>
              <a:t>инфрастурктуры</a:t>
            </a:r>
            <a:endParaRPr lang="ru-RU" sz="1300" dirty="0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ru-RU" sz="1300" dirty="0">
                <a:latin typeface="Roboto"/>
                <a:ea typeface="Roboto"/>
                <a:cs typeface="Roboto"/>
                <a:sym typeface="Roboto"/>
              </a:rPr>
              <a:t>Создание конвейеров обработки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40" name="Google Shape;340;p5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70725" y="3880325"/>
            <a:ext cx="757225" cy="757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51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Ваши вопросы?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900" dirty="0"/>
              <a:t>Идея </a:t>
            </a:r>
            <a:r>
              <a:rPr lang="en-US" sz="4900" dirty="0" err="1"/>
              <a:t>MLOps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DevOps = Develop + Operations</a:t>
            </a:r>
            <a:endParaRPr dirty="0"/>
          </a:p>
        </p:txBody>
      </p:sp>
      <p:pic>
        <p:nvPicPr>
          <p:cNvPr id="5" name="Google Shape;278;p36">
            <a:extLst>
              <a:ext uri="{FF2B5EF4-FFF2-40B4-BE49-F238E27FC236}">
                <a16:creationId xmlns:a16="http://schemas.microsoft.com/office/drawing/2014/main" id="{04855560-D08A-494C-88CA-EDD52538D06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6052" y="1307164"/>
            <a:ext cx="7211895" cy="338834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581619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MLOps</a:t>
            </a:r>
            <a:r>
              <a:rPr lang="en-US" dirty="0"/>
              <a:t> = ML + Dev + Ops</a:t>
            </a:r>
            <a:endParaRPr dirty="0"/>
          </a:p>
        </p:txBody>
      </p:sp>
      <p:pic>
        <p:nvPicPr>
          <p:cNvPr id="6" name="Google Shape;284;p37">
            <a:extLst>
              <a:ext uri="{FF2B5EF4-FFF2-40B4-BE49-F238E27FC236}">
                <a16:creationId xmlns:a16="http://schemas.microsoft.com/office/drawing/2014/main" id="{544B8DD4-745B-554B-AF2D-1093D5E9381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4395" y="1724472"/>
            <a:ext cx="7295210" cy="2914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7"/>
          <p:cNvSpPr txBox="1">
            <a:spLocks noGrp="1"/>
          </p:cNvSpPr>
          <p:nvPr>
            <p:ph type="title"/>
          </p:nvPr>
        </p:nvSpPr>
        <p:spPr>
          <a:xfrm>
            <a:off x="500550" y="330729"/>
            <a:ext cx="8520600" cy="6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Инструменты </a:t>
            </a:r>
            <a:r>
              <a:rPr lang="en-US" dirty="0" err="1"/>
              <a:t>MLOps</a:t>
            </a:r>
            <a:endParaRPr dirty="0"/>
          </a:p>
        </p:txBody>
      </p:sp>
      <p:pic>
        <p:nvPicPr>
          <p:cNvPr id="5" name="Google Shape;302;p40">
            <a:extLst>
              <a:ext uri="{FF2B5EF4-FFF2-40B4-BE49-F238E27FC236}">
                <a16:creationId xmlns:a16="http://schemas.microsoft.com/office/drawing/2014/main" id="{A0106523-B665-6845-A65D-804BB6F36456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1710" y="927803"/>
            <a:ext cx="7624115" cy="383444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303;p40">
            <a:extLst>
              <a:ext uri="{FF2B5EF4-FFF2-40B4-BE49-F238E27FC236}">
                <a16:creationId xmlns:a16="http://schemas.microsoft.com/office/drawing/2014/main" id="{24D5C59E-0EBA-5D4B-B8BC-4AB29F602011}"/>
              </a:ext>
            </a:extLst>
          </p:cNvPr>
          <p:cNvSpPr txBox="1"/>
          <p:nvPr/>
        </p:nvSpPr>
        <p:spPr>
          <a:xfrm>
            <a:off x="691710" y="4804976"/>
            <a:ext cx="1878160" cy="338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000" dirty="0">
                <a:latin typeface="Roboto"/>
                <a:ea typeface="Roboto"/>
                <a:cs typeface="Roboto"/>
                <a:sym typeface="Roboto"/>
              </a:rPr>
              <a:t>ref: </a:t>
            </a:r>
            <a:r>
              <a:rPr lang="ru" sz="1000" u="sng" dirty="0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ml-ops.org</a:t>
            </a:r>
            <a:endParaRPr sz="1000" dirty="0"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818805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Облачные платформы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711691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mparing The Top 3: Google, AWS &amp; Azure | Clouve Inc.">
            <a:extLst>
              <a:ext uri="{FF2B5EF4-FFF2-40B4-BE49-F238E27FC236}">
                <a16:creationId xmlns:a16="http://schemas.microsoft.com/office/drawing/2014/main" id="{5703D728-37DC-8742-B552-F3BD6020C3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000" y="247650"/>
            <a:ext cx="8128000" cy="464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22268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152997C-DCA4-0842-8B30-6FF49149FE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" y="0"/>
            <a:ext cx="913463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97213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293E8-D861-3143-81A6-DA9CFF0D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«Рабочая лошадка» - </a:t>
            </a:r>
            <a:r>
              <a:rPr lang="ru-RU" dirty="0" err="1"/>
              <a:t>виртуалка</a:t>
            </a:r>
            <a:endParaRPr lang="en-US" dirty="0"/>
          </a:p>
        </p:txBody>
      </p:sp>
      <p:sp>
        <p:nvSpPr>
          <p:cNvPr id="3" name="Google Shape;178;p17">
            <a:extLst>
              <a:ext uri="{FF2B5EF4-FFF2-40B4-BE49-F238E27FC236}">
                <a16:creationId xmlns:a16="http://schemas.microsoft.com/office/drawing/2014/main" id="{274DA5D6-8193-0347-8945-A7B2F9C8CBF2}"/>
              </a:ext>
            </a:extLst>
          </p:cNvPr>
          <p:cNvSpPr txBox="1"/>
          <p:nvPr/>
        </p:nvSpPr>
        <p:spPr>
          <a:xfrm>
            <a:off x="4019678" y="1093935"/>
            <a:ext cx="4864835" cy="3840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65100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помощью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облачной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VM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мы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сможем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Запустить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Jupyter Notebook/Lab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265" marR="808355" lvl="0" indent="-36703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Установить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MLFLow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server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для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трекинга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экспериментов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265" marR="5080" lvl="0" indent="-36703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Запустить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Apache Airﬂow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из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образа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MarketPlace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593090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ru-RU"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593090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провайдеров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есть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образы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машин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предустановленным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ПО</a:t>
            </a:r>
            <a:endParaRPr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228600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ru-RU"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228600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базе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этого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сервиса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построены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многие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сервисы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более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высокого</a:t>
            </a:r>
            <a:r>
              <a:rPr lang="en-US" sz="16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6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уровня</a:t>
            </a:r>
            <a:endParaRPr sz="16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Google Shape;179;p17">
            <a:extLst>
              <a:ext uri="{FF2B5EF4-FFF2-40B4-BE49-F238E27FC236}">
                <a16:creationId xmlns:a16="http://schemas.microsoft.com/office/drawing/2014/main" id="{C61D5096-BBE0-7B45-A1F6-3761B3B2E6C3}"/>
              </a:ext>
            </a:extLst>
          </p:cNvPr>
          <p:cNvSpPr/>
          <p:nvPr/>
        </p:nvSpPr>
        <p:spPr>
          <a:xfrm>
            <a:off x="2101367" y="4273793"/>
            <a:ext cx="435865" cy="744433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80;p17">
            <a:extLst>
              <a:ext uri="{FF2B5EF4-FFF2-40B4-BE49-F238E27FC236}">
                <a16:creationId xmlns:a16="http://schemas.microsoft.com/office/drawing/2014/main" id="{47ADA906-9458-BD45-876D-B0F3B43D9ED8}"/>
              </a:ext>
            </a:extLst>
          </p:cNvPr>
          <p:cNvSpPr/>
          <p:nvPr/>
        </p:nvSpPr>
        <p:spPr>
          <a:xfrm>
            <a:off x="645240" y="4342888"/>
            <a:ext cx="1141697" cy="42508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181;p17">
            <a:extLst>
              <a:ext uri="{FF2B5EF4-FFF2-40B4-BE49-F238E27FC236}">
                <a16:creationId xmlns:a16="http://schemas.microsoft.com/office/drawing/2014/main" id="{777C3D7A-9AC6-AA48-AD0C-27E82933A90D}"/>
              </a:ext>
            </a:extLst>
          </p:cNvPr>
          <p:cNvSpPr/>
          <p:nvPr/>
        </p:nvSpPr>
        <p:spPr>
          <a:xfrm>
            <a:off x="645240" y="1239656"/>
            <a:ext cx="3036343" cy="2923782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82;p17">
            <a:extLst>
              <a:ext uri="{FF2B5EF4-FFF2-40B4-BE49-F238E27FC236}">
                <a16:creationId xmlns:a16="http://schemas.microsoft.com/office/drawing/2014/main" id="{C4F3DD90-AFD9-E84D-AE78-723F74174486}"/>
              </a:ext>
            </a:extLst>
          </p:cNvPr>
          <p:cNvSpPr/>
          <p:nvPr/>
        </p:nvSpPr>
        <p:spPr>
          <a:xfrm>
            <a:off x="2673869" y="4273793"/>
            <a:ext cx="1072922" cy="563271"/>
          </a:xfrm>
          <a:prstGeom prst="rect">
            <a:avLst/>
          </a:pr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9687722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293E8-D861-3143-81A6-DA9CFF0D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Объектное хранилище</a:t>
            </a:r>
            <a:endParaRPr lang="en-US" dirty="0"/>
          </a:p>
        </p:txBody>
      </p:sp>
      <p:sp>
        <p:nvSpPr>
          <p:cNvPr id="8" name="Google Shape;189;p18">
            <a:extLst>
              <a:ext uri="{FF2B5EF4-FFF2-40B4-BE49-F238E27FC236}">
                <a16:creationId xmlns:a16="http://schemas.microsoft.com/office/drawing/2014/main" id="{970DABE8-2208-454C-A778-3349D36980E8}"/>
              </a:ext>
            </a:extLst>
          </p:cNvPr>
          <p:cNvSpPr/>
          <p:nvPr/>
        </p:nvSpPr>
        <p:spPr>
          <a:xfrm>
            <a:off x="422099" y="1238522"/>
            <a:ext cx="3362318" cy="2752719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190;p18">
            <a:extLst>
              <a:ext uri="{FF2B5EF4-FFF2-40B4-BE49-F238E27FC236}">
                <a16:creationId xmlns:a16="http://schemas.microsoft.com/office/drawing/2014/main" id="{DAA78618-8A62-3449-81E5-428815D4A509}"/>
              </a:ext>
            </a:extLst>
          </p:cNvPr>
          <p:cNvSpPr txBox="1"/>
          <p:nvPr/>
        </p:nvSpPr>
        <p:spPr>
          <a:xfrm>
            <a:off x="4572000" y="1263580"/>
            <a:ext cx="4316095" cy="30859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65100" rIns="0" bIns="0" anchor="t" anchorCtr="0">
            <a:spAutoFit/>
          </a:bodyPr>
          <a:lstStyle/>
          <a:p>
            <a:pPr marL="127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Object storage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мы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можем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получить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8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Масштабируемость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Безопасность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32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Отказоустойчивость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900" marR="0" lvl="0" indent="-367030" algn="l" rtl="0">
              <a:lnSpc>
                <a:spcPct val="100000"/>
              </a:lnSpc>
              <a:spcBef>
                <a:spcPts val="32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Управление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жизненным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циклом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69265" marR="5080" lvl="0" indent="-36703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Разные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уровни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хранения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разной</a:t>
            </a:r>
            <a:r>
              <a:rPr lang="en-US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цене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235584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US" sz="18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12700" marR="235584" lvl="0" indent="0" algn="l" rtl="0">
              <a:lnSpc>
                <a:spcPct val="114999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базе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объектных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хранилищ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можно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</a:t>
            </a:r>
            <a:r>
              <a:rPr lang="en-US" sz="18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строить</a:t>
            </a:r>
            <a:r>
              <a:rPr lang="en-US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Data Lake</a:t>
            </a:r>
            <a:endParaRPr sz="18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" name="Google Shape;191;p18">
            <a:extLst>
              <a:ext uri="{FF2B5EF4-FFF2-40B4-BE49-F238E27FC236}">
                <a16:creationId xmlns:a16="http://schemas.microsoft.com/office/drawing/2014/main" id="{DFF225DF-20AB-4641-B6AF-F2CC39F3E33A}"/>
              </a:ext>
            </a:extLst>
          </p:cNvPr>
          <p:cNvSpPr/>
          <p:nvPr/>
        </p:nvSpPr>
        <p:spPr>
          <a:xfrm>
            <a:off x="2556741" y="4298608"/>
            <a:ext cx="1517453" cy="649256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92;p18">
            <a:extLst>
              <a:ext uri="{FF2B5EF4-FFF2-40B4-BE49-F238E27FC236}">
                <a16:creationId xmlns:a16="http://schemas.microsoft.com/office/drawing/2014/main" id="{1192036C-A5DB-4146-8D0C-099F731D7D28}"/>
              </a:ext>
            </a:extLst>
          </p:cNvPr>
          <p:cNvSpPr/>
          <p:nvPr/>
        </p:nvSpPr>
        <p:spPr>
          <a:xfrm>
            <a:off x="395151" y="4220212"/>
            <a:ext cx="2161590" cy="806048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393919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293E8-D861-3143-81A6-DA9CFF0D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Managed Database</a:t>
            </a:r>
          </a:p>
        </p:txBody>
      </p:sp>
      <p:sp>
        <p:nvSpPr>
          <p:cNvPr id="7" name="Google Shape;198;p19">
            <a:extLst>
              <a:ext uri="{FF2B5EF4-FFF2-40B4-BE49-F238E27FC236}">
                <a16:creationId xmlns:a16="http://schemas.microsoft.com/office/drawing/2014/main" id="{04400629-8D95-9849-9DDD-43D0A67D4355}"/>
              </a:ext>
            </a:extLst>
          </p:cNvPr>
          <p:cNvSpPr/>
          <p:nvPr/>
        </p:nvSpPr>
        <p:spPr>
          <a:xfrm>
            <a:off x="300749" y="2475605"/>
            <a:ext cx="3843467" cy="243026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199;p19">
            <a:extLst>
              <a:ext uri="{FF2B5EF4-FFF2-40B4-BE49-F238E27FC236}">
                <a16:creationId xmlns:a16="http://schemas.microsoft.com/office/drawing/2014/main" id="{485C7502-F7A4-3447-AC7B-841B03C26D1D}"/>
              </a:ext>
            </a:extLst>
          </p:cNvPr>
          <p:cNvSpPr/>
          <p:nvPr/>
        </p:nvSpPr>
        <p:spPr>
          <a:xfrm>
            <a:off x="4476391" y="1009697"/>
            <a:ext cx="4479665" cy="243027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" name="Google Shape;200;p19">
            <a:extLst>
              <a:ext uri="{FF2B5EF4-FFF2-40B4-BE49-F238E27FC236}">
                <a16:creationId xmlns:a16="http://schemas.microsoft.com/office/drawing/2014/main" id="{962D2633-14BE-254C-8F1E-4362F5605000}"/>
              </a:ext>
            </a:extLst>
          </p:cNvPr>
          <p:cNvSpPr txBox="1"/>
          <p:nvPr/>
        </p:nvSpPr>
        <p:spPr>
          <a:xfrm>
            <a:off x="500550" y="1301192"/>
            <a:ext cx="3471300" cy="649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065" marR="5080" lvl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</a:pPr>
            <a:r>
              <a:rPr lang="ru-RU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Поддержка  реляционных и </a:t>
            </a:r>
            <a:br>
              <a:rPr lang="ru-RU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-RU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не реляционных БД</a:t>
            </a:r>
          </a:p>
        </p:txBody>
      </p:sp>
      <p:sp>
        <p:nvSpPr>
          <p:cNvPr id="14" name="Google Shape;201;p19">
            <a:extLst>
              <a:ext uri="{FF2B5EF4-FFF2-40B4-BE49-F238E27FC236}">
                <a16:creationId xmlns:a16="http://schemas.microsoft.com/office/drawing/2014/main" id="{8AA6F5C2-B7B0-3E4C-99B4-8FAAF21D0DD6}"/>
              </a:ext>
            </a:extLst>
          </p:cNvPr>
          <p:cNvSpPr txBox="1"/>
          <p:nvPr/>
        </p:nvSpPr>
        <p:spPr>
          <a:xfrm>
            <a:off x="4951522" y="3808842"/>
            <a:ext cx="3529401" cy="649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065" marR="5080" lvl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</a:pPr>
            <a:r>
              <a:rPr lang="ru-RU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Возможность  сосредоточиться только  на работе с данными</a:t>
            </a:r>
          </a:p>
        </p:txBody>
      </p:sp>
    </p:spTree>
    <p:extLst>
      <p:ext uri="{BB962C8B-B14F-4D97-AF65-F5344CB8AC3E}">
        <p14:creationId xmlns:p14="http://schemas.microsoft.com/office/powerpoint/2010/main" val="32791810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293E8-D861-3143-81A6-DA9CFF0D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/ DFS </a:t>
            </a:r>
            <a:r>
              <a:rPr lang="ru-RU" dirty="0"/>
              <a:t>в облаке</a:t>
            </a:r>
            <a:endParaRPr lang="en-US" dirty="0"/>
          </a:p>
        </p:txBody>
      </p:sp>
      <p:sp>
        <p:nvSpPr>
          <p:cNvPr id="8" name="Google Shape;208;p20">
            <a:extLst>
              <a:ext uri="{FF2B5EF4-FFF2-40B4-BE49-F238E27FC236}">
                <a16:creationId xmlns:a16="http://schemas.microsoft.com/office/drawing/2014/main" id="{3E70AF59-7D8D-2341-A588-E3D95371D6A5}"/>
              </a:ext>
            </a:extLst>
          </p:cNvPr>
          <p:cNvSpPr/>
          <p:nvPr/>
        </p:nvSpPr>
        <p:spPr>
          <a:xfrm>
            <a:off x="5960729" y="1880826"/>
            <a:ext cx="2433686" cy="1363778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09;p20">
            <a:extLst>
              <a:ext uri="{FF2B5EF4-FFF2-40B4-BE49-F238E27FC236}">
                <a16:creationId xmlns:a16="http://schemas.microsoft.com/office/drawing/2014/main" id="{5832EC6C-0C83-2943-9625-79772C254D08}"/>
              </a:ext>
            </a:extLst>
          </p:cNvPr>
          <p:cNvSpPr/>
          <p:nvPr/>
        </p:nvSpPr>
        <p:spPr>
          <a:xfrm>
            <a:off x="3692217" y="1610596"/>
            <a:ext cx="1674721" cy="1458647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210;p20">
            <a:extLst>
              <a:ext uri="{FF2B5EF4-FFF2-40B4-BE49-F238E27FC236}">
                <a16:creationId xmlns:a16="http://schemas.microsoft.com/office/drawing/2014/main" id="{4B7DE5A2-F3FA-3C4D-B4F0-69CC14C0D131}"/>
              </a:ext>
            </a:extLst>
          </p:cNvPr>
          <p:cNvSpPr/>
          <p:nvPr/>
        </p:nvSpPr>
        <p:spPr>
          <a:xfrm>
            <a:off x="1256747" y="1483722"/>
            <a:ext cx="1523996" cy="229552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211;p20">
            <a:extLst>
              <a:ext uri="{FF2B5EF4-FFF2-40B4-BE49-F238E27FC236}">
                <a16:creationId xmlns:a16="http://schemas.microsoft.com/office/drawing/2014/main" id="{DCF6D153-9643-1147-AFC8-49EAE7B2FDC3}"/>
              </a:ext>
            </a:extLst>
          </p:cNvPr>
          <p:cNvSpPr txBox="1"/>
          <p:nvPr/>
        </p:nvSpPr>
        <p:spPr>
          <a:xfrm>
            <a:off x="4055986" y="3218081"/>
            <a:ext cx="1054735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2700" rIns="0" bIns="0" anchor="t" anchorCtr="0">
            <a:spAutoFit/>
          </a:bodyPr>
          <a:lstStyle/>
          <a:p>
            <a:pPr marL="12700" marR="5080" lvl="0" indent="10985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Google  Dataproc</a:t>
            </a:r>
            <a:endParaRPr sz="20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8226992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900" dirty="0"/>
              <a:t>Yandex Cloud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390834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302D5-2907-E94F-82A4-6E286FC86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Сервисы </a:t>
            </a:r>
            <a:r>
              <a:rPr lang="en-US" dirty="0"/>
              <a:t>Yandex Cloud</a:t>
            </a:r>
          </a:p>
        </p:txBody>
      </p:sp>
      <p:sp>
        <p:nvSpPr>
          <p:cNvPr id="3" name="Google Shape;317;p34">
            <a:extLst>
              <a:ext uri="{FF2B5EF4-FFF2-40B4-BE49-F238E27FC236}">
                <a16:creationId xmlns:a16="http://schemas.microsoft.com/office/drawing/2014/main" id="{964377B2-1D80-2D43-B95E-2A9CB5040033}"/>
              </a:ext>
            </a:extLst>
          </p:cNvPr>
          <p:cNvSpPr/>
          <p:nvPr/>
        </p:nvSpPr>
        <p:spPr>
          <a:xfrm>
            <a:off x="308381" y="1354079"/>
            <a:ext cx="8552637" cy="3147137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65191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302D5-2907-E94F-82A4-6E286FC868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Сервисы </a:t>
            </a:r>
            <a:r>
              <a:rPr lang="en-US" dirty="0"/>
              <a:t>Yandex Cloud</a:t>
            </a:r>
          </a:p>
        </p:txBody>
      </p:sp>
      <p:grpSp>
        <p:nvGrpSpPr>
          <p:cNvPr id="4" name="Google Shape;323;p35">
            <a:extLst>
              <a:ext uri="{FF2B5EF4-FFF2-40B4-BE49-F238E27FC236}">
                <a16:creationId xmlns:a16="http://schemas.microsoft.com/office/drawing/2014/main" id="{B78CA793-A366-3448-B6A8-7D862684B903}"/>
              </a:ext>
            </a:extLst>
          </p:cNvPr>
          <p:cNvGrpSpPr/>
          <p:nvPr/>
        </p:nvGrpSpPr>
        <p:grpSpPr>
          <a:xfrm>
            <a:off x="112100" y="1426624"/>
            <a:ext cx="8909050" cy="3147137"/>
            <a:chOff x="27199" y="1195329"/>
            <a:chExt cx="8909050" cy="3147137"/>
          </a:xfrm>
        </p:grpSpPr>
        <p:sp>
          <p:nvSpPr>
            <p:cNvPr id="5" name="Google Shape;324;p35">
              <a:extLst>
                <a:ext uri="{FF2B5EF4-FFF2-40B4-BE49-F238E27FC236}">
                  <a16:creationId xmlns:a16="http://schemas.microsoft.com/office/drawing/2014/main" id="{3145AC2E-177F-704A-ABCF-8E56C157BD6D}"/>
                </a:ext>
              </a:extLst>
            </p:cNvPr>
            <p:cNvSpPr/>
            <p:nvPr/>
          </p:nvSpPr>
          <p:spPr>
            <a:xfrm>
              <a:off x="225250" y="1195329"/>
              <a:ext cx="8552637" cy="3147137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325;p35">
              <a:extLst>
                <a:ext uri="{FF2B5EF4-FFF2-40B4-BE49-F238E27FC236}">
                  <a16:creationId xmlns:a16="http://schemas.microsoft.com/office/drawing/2014/main" id="{59348F78-316A-DB45-BE73-C3BD342564D7}"/>
                </a:ext>
              </a:extLst>
            </p:cNvPr>
            <p:cNvSpPr/>
            <p:nvPr/>
          </p:nvSpPr>
          <p:spPr>
            <a:xfrm>
              <a:off x="27199" y="1497471"/>
              <a:ext cx="8909050" cy="2800985"/>
            </a:xfrm>
            <a:custGeom>
              <a:avLst/>
              <a:gdLst/>
              <a:ahLst/>
              <a:cxnLst/>
              <a:rect l="l" t="t" r="r" b="b"/>
              <a:pathLst>
                <a:path w="8909050" h="2800985" extrusionOk="0">
                  <a:moveTo>
                    <a:pt x="3118343" y="317249"/>
                  </a:moveTo>
                  <a:lnTo>
                    <a:pt x="3120182" y="300923"/>
                  </a:lnTo>
                  <a:lnTo>
                    <a:pt x="3125638" y="284812"/>
                  </a:lnTo>
                  <a:lnTo>
                    <a:pt x="3162823" y="237963"/>
                  </a:lnTo>
                  <a:lnTo>
                    <a:pt x="3204074" y="208168"/>
                  </a:lnTo>
                  <a:lnTo>
                    <a:pt x="3257665" y="179708"/>
                  </a:lnTo>
                  <a:lnTo>
                    <a:pt x="3322885" y="152743"/>
                  </a:lnTo>
                  <a:lnTo>
                    <a:pt x="3359634" y="139872"/>
                  </a:lnTo>
                  <a:lnTo>
                    <a:pt x="3399025" y="127433"/>
                  </a:lnTo>
                  <a:lnTo>
                    <a:pt x="3440967" y="115449"/>
                  </a:lnTo>
                  <a:lnTo>
                    <a:pt x="3485374" y="103937"/>
                  </a:lnTo>
                  <a:lnTo>
                    <a:pt x="3532155" y="92920"/>
                  </a:lnTo>
                  <a:lnTo>
                    <a:pt x="3581222" y="82415"/>
                  </a:lnTo>
                  <a:lnTo>
                    <a:pt x="3632487" y="72444"/>
                  </a:lnTo>
                  <a:lnTo>
                    <a:pt x="3685859" y="63026"/>
                  </a:lnTo>
                  <a:lnTo>
                    <a:pt x="3741252" y="54181"/>
                  </a:lnTo>
                  <a:lnTo>
                    <a:pt x="3798576" y="45929"/>
                  </a:lnTo>
                  <a:lnTo>
                    <a:pt x="3857742" y="38290"/>
                  </a:lnTo>
                  <a:lnTo>
                    <a:pt x="3918661" y="31284"/>
                  </a:lnTo>
                  <a:lnTo>
                    <a:pt x="3981245" y="24931"/>
                  </a:lnTo>
                  <a:lnTo>
                    <a:pt x="4045404" y="19250"/>
                  </a:lnTo>
                  <a:lnTo>
                    <a:pt x="4111051" y="14262"/>
                  </a:lnTo>
                  <a:lnTo>
                    <a:pt x="4178096" y="9987"/>
                  </a:lnTo>
                  <a:lnTo>
                    <a:pt x="4246451" y="6445"/>
                  </a:lnTo>
                  <a:lnTo>
                    <a:pt x="4316027" y="3655"/>
                  </a:lnTo>
                  <a:lnTo>
                    <a:pt x="4386734" y="1637"/>
                  </a:lnTo>
                  <a:lnTo>
                    <a:pt x="4458485" y="412"/>
                  </a:lnTo>
                  <a:lnTo>
                    <a:pt x="4531190" y="0"/>
                  </a:lnTo>
                  <a:lnTo>
                    <a:pt x="4603896" y="412"/>
                  </a:lnTo>
                  <a:lnTo>
                    <a:pt x="4675647" y="1637"/>
                  </a:lnTo>
                  <a:lnTo>
                    <a:pt x="4746354" y="3655"/>
                  </a:lnTo>
                  <a:lnTo>
                    <a:pt x="4815930" y="6445"/>
                  </a:lnTo>
                  <a:lnTo>
                    <a:pt x="4884284" y="9987"/>
                  </a:lnTo>
                  <a:lnTo>
                    <a:pt x="4951330" y="14262"/>
                  </a:lnTo>
                  <a:lnTo>
                    <a:pt x="5016976" y="19250"/>
                  </a:lnTo>
                  <a:lnTo>
                    <a:pt x="5081136" y="24931"/>
                  </a:lnTo>
                  <a:lnTo>
                    <a:pt x="5143720" y="31284"/>
                  </a:lnTo>
                  <a:lnTo>
                    <a:pt x="5204639" y="38290"/>
                  </a:lnTo>
                  <a:lnTo>
                    <a:pt x="5263805" y="45929"/>
                  </a:lnTo>
                  <a:lnTo>
                    <a:pt x="5321129" y="54181"/>
                  </a:lnTo>
                  <a:lnTo>
                    <a:pt x="5376521" y="63026"/>
                  </a:lnTo>
                  <a:lnTo>
                    <a:pt x="5429894" y="72444"/>
                  </a:lnTo>
                  <a:lnTo>
                    <a:pt x="5481159" y="82415"/>
                  </a:lnTo>
                  <a:lnTo>
                    <a:pt x="5530226" y="92920"/>
                  </a:lnTo>
                  <a:lnTo>
                    <a:pt x="5577007" y="103937"/>
                  </a:lnTo>
                  <a:lnTo>
                    <a:pt x="5621413" y="115449"/>
                  </a:lnTo>
                  <a:lnTo>
                    <a:pt x="5663356" y="127433"/>
                  </a:lnTo>
                  <a:lnTo>
                    <a:pt x="5702747" y="139872"/>
                  </a:lnTo>
                  <a:lnTo>
                    <a:pt x="5739496" y="152743"/>
                  </a:lnTo>
                  <a:lnTo>
                    <a:pt x="5804716" y="179708"/>
                  </a:lnTo>
                  <a:lnTo>
                    <a:pt x="5858307" y="208168"/>
                  </a:lnTo>
                  <a:lnTo>
                    <a:pt x="5899558" y="237963"/>
                  </a:lnTo>
                  <a:lnTo>
                    <a:pt x="5927758" y="268935"/>
                  </a:lnTo>
                  <a:lnTo>
                    <a:pt x="5944038" y="317249"/>
                  </a:lnTo>
                  <a:lnTo>
                    <a:pt x="5927758" y="365563"/>
                  </a:lnTo>
                  <a:lnTo>
                    <a:pt x="5899558" y="396534"/>
                  </a:lnTo>
                  <a:lnTo>
                    <a:pt x="5858307" y="426330"/>
                  </a:lnTo>
                  <a:lnTo>
                    <a:pt x="5804716" y="454790"/>
                  </a:lnTo>
                  <a:lnTo>
                    <a:pt x="5739496" y="481754"/>
                  </a:lnTo>
                  <a:lnTo>
                    <a:pt x="5702747" y="494626"/>
                  </a:lnTo>
                  <a:lnTo>
                    <a:pt x="5663356" y="507064"/>
                  </a:lnTo>
                  <a:lnTo>
                    <a:pt x="5621413" y="519049"/>
                  </a:lnTo>
                  <a:lnTo>
                    <a:pt x="5577007" y="530560"/>
                  </a:lnTo>
                  <a:lnTo>
                    <a:pt x="5530226" y="541578"/>
                  </a:lnTo>
                  <a:lnTo>
                    <a:pt x="5481159" y="552083"/>
                  </a:lnTo>
                  <a:lnTo>
                    <a:pt x="5429894" y="562054"/>
                  </a:lnTo>
                  <a:lnTo>
                    <a:pt x="5376521" y="571472"/>
                  </a:lnTo>
                  <a:lnTo>
                    <a:pt x="5321129" y="580317"/>
                  </a:lnTo>
                  <a:lnTo>
                    <a:pt x="5263805" y="588569"/>
                  </a:lnTo>
                  <a:lnTo>
                    <a:pt x="5204639" y="596208"/>
                  </a:lnTo>
                  <a:lnTo>
                    <a:pt x="5143720" y="603214"/>
                  </a:lnTo>
                  <a:lnTo>
                    <a:pt x="5081136" y="609567"/>
                  </a:lnTo>
                  <a:lnTo>
                    <a:pt x="5016976" y="615248"/>
                  </a:lnTo>
                  <a:lnTo>
                    <a:pt x="4951330" y="620235"/>
                  </a:lnTo>
                  <a:lnTo>
                    <a:pt x="4884284" y="624510"/>
                  </a:lnTo>
                  <a:lnTo>
                    <a:pt x="4815930" y="628053"/>
                  </a:lnTo>
                  <a:lnTo>
                    <a:pt x="4746354" y="630843"/>
                  </a:lnTo>
                  <a:lnTo>
                    <a:pt x="4675647" y="632860"/>
                  </a:lnTo>
                  <a:lnTo>
                    <a:pt x="4603896" y="634085"/>
                  </a:lnTo>
                  <a:lnTo>
                    <a:pt x="4531190" y="634498"/>
                  </a:lnTo>
                  <a:lnTo>
                    <a:pt x="4458485" y="634085"/>
                  </a:lnTo>
                  <a:lnTo>
                    <a:pt x="4386734" y="632860"/>
                  </a:lnTo>
                  <a:lnTo>
                    <a:pt x="4316027" y="630843"/>
                  </a:lnTo>
                  <a:lnTo>
                    <a:pt x="4246451" y="628053"/>
                  </a:lnTo>
                  <a:lnTo>
                    <a:pt x="4178096" y="624510"/>
                  </a:lnTo>
                  <a:lnTo>
                    <a:pt x="4111051" y="620235"/>
                  </a:lnTo>
                  <a:lnTo>
                    <a:pt x="4045404" y="615248"/>
                  </a:lnTo>
                  <a:lnTo>
                    <a:pt x="3981245" y="609567"/>
                  </a:lnTo>
                  <a:lnTo>
                    <a:pt x="3918661" y="603214"/>
                  </a:lnTo>
                  <a:lnTo>
                    <a:pt x="3857742" y="596208"/>
                  </a:lnTo>
                  <a:lnTo>
                    <a:pt x="3798576" y="588569"/>
                  </a:lnTo>
                  <a:lnTo>
                    <a:pt x="3741252" y="580317"/>
                  </a:lnTo>
                  <a:lnTo>
                    <a:pt x="3685859" y="571472"/>
                  </a:lnTo>
                  <a:lnTo>
                    <a:pt x="3632487" y="562054"/>
                  </a:lnTo>
                  <a:lnTo>
                    <a:pt x="3581222" y="552083"/>
                  </a:lnTo>
                  <a:lnTo>
                    <a:pt x="3532155" y="541578"/>
                  </a:lnTo>
                  <a:lnTo>
                    <a:pt x="3485374" y="530560"/>
                  </a:lnTo>
                  <a:lnTo>
                    <a:pt x="3440967" y="519049"/>
                  </a:lnTo>
                  <a:lnTo>
                    <a:pt x="3399025" y="507064"/>
                  </a:lnTo>
                  <a:lnTo>
                    <a:pt x="3359634" y="494626"/>
                  </a:lnTo>
                  <a:lnTo>
                    <a:pt x="3322885" y="481754"/>
                  </a:lnTo>
                  <a:lnTo>
                    <a:pt x="3257665" y="454790"/>
                  </a:lnTo>
                  <a:lnTo>
                    <a:pt x="3204074" y="426330"/>
                  </a:lnTo>
                  <a:lnTo>
                    <a:pt x="3162823" y="396534"/>
                  </a:lnTo>
                  <a:lnTo>
                    <a:pt x="3134622" y="365563"/>
                  </a:lnTo>
                  <a:lnTo>
                    <a:pt x="3120182" y="333574"/>
                  </a:lnTo>
                  <a:lnTo>
                    <a:pt x="3118343" y="317249"/>
                  </a:lnTo>
                  <a:close/>
                </a:path>
                <a:path w="8909050" h="2800985" extrusionOk="0">
                  <a:moveTo>
                    <a:pt x="3106893" y="1705146"/>
                  </a:moveTo>
                  <a:lnTo>
                    <a:pt x="3108732" y="1688822"/>
                  </a:lnTo>
                  <a:lnTo>
                    <a:pt x="3114188" y="1672711"/>
                  </a:lnTo>
                  <a:lnTo>
                    <a:pt x="3151373" y="1625865"/>
                  </a:lnTo>
                  <a:lnTo>
                    <a:pt x="3192624" y="1596070"/>
                  </a:lnTo>
                  <a:lnTo>
                    <a:pt x="3246215" y="1567611"/>
                  </a:lnTo>
                  <a:lnTo>
                    <a:pt x="3311435" y="1540646"/>
                  </a:lnTo>
                  <a:lnTo>
                    <a:pt x="3348184" y="1527774"/>
                  </a:lnTo>
                  <a:lnTo>
                    <a:pt x="3387575" y="1515336"/>
                  </a:lnTo>
                  <a:lnTo>
                    <a:pt x="3429517" y="1503351"/>
                  </a:lnTo>
                  <a:lnTo>
                    <a:pt x="3473924" y="1491840"/>
                  </a:lnTo>
                  <a:lnTo>
                    <a:pt x="3520705" y="1480822"/>
                  </a:lnTo>
                  <a:lnTo>
                    <a:pt x="3569772" y="1470317"/>
                  </a:lnTo>
                  <a:lnTo>
                    <a:pt x="3621037" y="1460345"/>
                  </a:lnTo>
                  <a:lnTo>
                    <a:pt x="3674409" y="1450927"/>
                  </a:lnTo>
                  <a:lnTo>
                    <a:pt x="3729802" y="1442081"/>
                  </a:lnTo>
                  <a:lnTo>
                    <a:pt x="3787126" y="1433829"/>
                  </a:lnTo>
                  <a:lnTo>
                    <a:pt x="3846292" y="1426189"/>
                  </a:lnTo>
                  <a:lnTo>
                    <a:pt x="3907211" y="1419183"/>
                  </a:lnTo>
                  <a:lnTo>
                    <a:pt x="3969795" y="1412829"/>
                  </a:lnTo>
                  <a:lnTo>
                    <a:pt x="4033954" y="1407149"/>
                  </a:lnTo>
                  <a:lnTo>
                    <a:pt x="4099601" y="1402161"/>
                  </a:lnTo>
                  <a:lnTo>
                    <a:pt x="4166646" y="1397885"/>
                  </a:lnTo>
                  <a:lnTo>
                    <a:pt x="4235001" y="1394343"/>
                  </a:lnTo>
                  <a:lnTo>
                    <a:pt x="4304577" y="1391552"/>
                  </a:lnTo>
                  <a:lnTo>
                    <a:pt x="4375284" y="1389535"/>
                  </a:lnTo>
                  <a:lnTo>
                    <a:pt x="4447035" y="1388310"/>
                  </a:lnTo>
                  <a:lnTo>
                    <a:pt x="4519740" y="1387897"/>
                  </a:lnTo>
                  <a:lnTo>
                    <a:pt x="4592446" y="1388310"/>
                  </a:lnTo>
                  <a:lnTo>
                    <a:pt x="4664197" y="1389535"/>
                  </a:lnTo>
                  <a:lnTo>
                    <a:pt x="4734904" y="1391552"/>
                  </a:lnTo>
                  <a:lnTo>
                    <a:pt x="4804480" y="1394343"/>
                  </a:lnTo>
                  <a:lnTo>
                    <a:pt x="4872834" y="1397885"/>
                  </a:lnTo>
                  <a:lnTo>
                    <a:pt x="4939880" y="1402161"/>
                  </a:lnTo>
                  <a:lnTo>
                    <a:pt x="5005526" y="1407149"/>
                  </a:lnTo>
                  <a:lnTo>
                    <a:pt x="5069686" y="1412829"/>
                  </a:lnTo>
                  <a:lnTo>
                    <a:pt x="5132270" y="1419183"/>
                  </a:lnTo>
                  <a:lnTo>
                    <a:pt x="5193189" y="1426189"/>
                  </a:lnTo>
                  <a:lnTo>
                    <a:pt x="5252355" y="1433829"/>
                  </a:lnTo>
                  <a:lnTo>
                    <a:pt x="5309679" y="1442081"/>
                  </a:lnTo>
                  <a:lnTo>
                    <a:pt x="5365071" y="1450927"/>
                  </a:lnTo>
                  <a:lnTo>
                    <a:pt x="5418444" y="1460345"/>
                  </a:lnTo>
                  <a:lnTo>
                    <a:pt x="5469709" y="1470317"/>
                  </a:lnTo>
                  <a:lnTo>
                    <a:pt x="5518776" y="1480822"/>
                  </a:lnTo>
                  <a:lnTo>
                    <a:pt x="5565557" y="1491840"/>
                  </a:lnTo>
                  <a:lnTo>
                    <a:pt x="5609963" y="1503351"/>
                  </a:lnTo>
                  <a:lnTo>
                    <a:pt x="5651906" y="1515336"/>
                  </a:lnTo>
                  <a:lnTo>
                    <a:pt x="5691297" y="1527774"/>
                  </a:lnTo>
                  <a:lnTo>
                    <a:pt x="5728046" y="1540646"/>
                  </a:lnTo>
                  <a:lnTo>
                    <a:pt x="5793266" y="1567611"/>
                  </a:lnTo>
                  <a:lnTo>
                    <a:pt x="5846857" y="1596070"/>
                  </a:lnTo>
                  <a:lnTo>
                    <a:pt x="5888108" y="1625865"/>
                  </a:lnTo>
                  <a:lnTo>
                    <a:pt x="5916308" y="1656835"/>
                  </a:lnTo>
                  <a:lnTo>
                    <a:pt x="5932588" y="1705146"/>
                  </a:lnTo>
                  <a:lnTo>
                    <a:pt x="5916308" y="1753463"/>
                  </a:lnTo>
                  <a:lnTo>
                    <a:pt x="5888108" y="1784436"/>
                  </a:lnTo>
                  <a:lnTo>
                    <a:pt x="5846857" y="1814232"/>
                  </a:lnTo>
                  <a:lnTo>
                    <a:pt x="5793266" y="1842692"/>
                  </a:lnTo>
                  <a:lnTo>
                    <a:pt x="5728046" y="1869657"/>
                  </a:lnTo>
                  <a:lnTo>
                    <a:pt x="5691297" y="1882529"/>
                  </a:lnTo>
                  <a:lnTo>
                    <a:pt x="5651906" y="1894967"/>
                  </a:lnTo>
                  <a:lnTo>
                    <a:pt x="5609963" y="1906951"/>
                  </a:lnTo>
                  <a:lnTo>
                    <a:pt x="5565557" y="1918462"/>
                  </a:lnTo>
                  <a:lnTo>
                    <a:pt x="5518776" y="1929480"/>
                  </a:lnTo>
                  <a:lnTo>
                    <a:pt x="5469709" y="1939984"/>
                  </a:lnTo>
                  <a:lnTo>
                    <a:pt x="5418444" y="1949955"/>
                  </a:lnTo>
                  <a:lnTo>
                    <a:pt x="5365071" y="1959373"/>
                  </a:lnTo>
                  <a:lnTo>
                    <a:pt x="5309679" y="1968218"/>
                  </a:lnTo>
                  <a:lnTo>
                    <a:pt x="5252355" y="1976469"/>
                  </a:lnTo>
                  <a:lnTo>
                    <a:pt x="5193189" y="1984108"/>
                  </a:lnTo>
                  <a:lnTo>
                    <a:pt x="5132270" y="1991113"/>
                  </a:lnTo>
                  <a:lnTo>
                    <a:pt x="5069686" y="1997466"/>
                  </a:lnTo>
                  <a:lnTo>
                    <a:pt x="5005526" y="2003146"/>
                  </a:lnTo>
                  <a:lnTo>
                    <a:pt x="4939880" y="2008134"/>
                  </a:lnTo>
                  <a:lnTo>
                    <a:pt x="4872834" y="2012408"/>
                  </a:lnTo>
                  <a:lnTo>
                    <a:pt x="4804480" y="2015951"/>
                  </a:lnTo>
                  <a:lnTo>
                    <a:pt x="4734904" y="2018740"/>
                  </a:lnTo>
                  <a:lnTo>
                    <a:pt x="4664197" y="2020758"/>
                  </a:lnTo>
                  <a:lnTo>
                    <a:pt x="4592446" y="2021983"/>
                  </a:lnTo>
                  <a:lnTo>
                    <a:pt x="4519740" y="2022395"/>
                  </a:lnTo>
                  <a:lnTo>
                    <a:pt x="4447035" y="2021983"/>
                  </a:lnTo>
                  <a:lnTo>
                    <a:pt x="4375284" y="2020758"/>
                  </a:lnTo>
                  <a:lnTo>
                    <a:pt x="4304577" y="2018740"/>
                  </a:lnTo>
                  <a:lnTo>
                    <a:pt x="4235001" y="2015951"/>
                  </a:lnTo>
                  <a:lnTo>
                    <a:pt x="4166646" y="2012408"/>
                  </a:lnTo>
                  <a:lnTo>
                    <a:pt x="4099601" y="2008134"/>
                  </a:lnTo>
                  <a:lnTo>
                    <a:pt x="4033954" y="2003146"/>
                  </a:lnTo>
                  <a:lnTo>
                    <a:pt x="3969795" y="1997466"/>
                  </a:lnTo>
                  <a:lnTo>
                    <a:pt x="3907211" y="1991113"/>
                  </a:lnTo>
                  <a:lnTo>
                    <a:pt x="3846292" y="1984108"/>
                  </a:lnTo>
                  <a:lnTo>
                    <a:pt x="3787126" y="1976469"/>
                  </a:lnTo>
                  <a:lnTo>
                    <a:pt x="3729802" y="1968218"/>
                  </a:lnTo>
                  <a:lnTo>
                    <a:pt x="3674409" y="1959373"/>
                  </a:lnTo>
                  <a:lnTo>
                    <a:pt x="3621037" y="1949955"/>
                  </a:lnTo>
                  <a:lnTo>
                    <a:pt x="3569772" y="1939984"/>
                  </a:lnTo>
                  <a:lnTo>
                    <a:pt x="3520705" y="1929480"/>
                  </a:lnTo>
                  <a:lnTo>
                    <a:pt x="3473924" y="1918462"/>
                  </a:lnTo>
                  <a:lnTo>
                    <a:pt x="3429517" y="1906951"/>
                  </a:lnTo>
                  <a:lnTo>
                    <a:pt x="3387575" y="1894967"/>
                  </a:lnTo>
                  <a:lnTo>
                    <a:pt x="3348184" y="1882529"/>
                  </a:lnTo>
                  <a:lnTo>
                    <a:pt x="3311435" y="1869657"/>
                  </a:lnTo>
                  <a:lnTo>
                    <a:pt x="3246215" y="1842692"/>
                  </a:lnTo>
                  <a:lnTo>
                    <a:pt x="3192624" y="1814232"/>
                  </a:lnTo>
                  <a:lnTo>
                    <a:pt x="3151373" y="1784436"/>
                  </a:lnTo>
                  <a:lnTo>
                    <a:pt x="3123172" y="1753463"/>
                  </a:lnTo>
                  <a:lnTo>
                    <a:pt x="3108732" y="1721473"/>
                  </a:lnTo>
                  <a:lnTo>
                    <a:pt x="3106893" y="1705146"/>
                  </a:lnTo>
                  <a:close/>
                </a:path>
                <a:path w="8909050" h="2800985" extrusionOk="0">
                  <a:moveTo>
                    <a:pt x="6083262" y="389499"/>
                  </a:moveTo>
                  <a:lnTo>
                    <a:pt x="6085101" y="373173"/>
                  </a:lnTo>
                  <a:lnTo>
                    <a:pt x="6090557" y="357062"/>
                  </a:lnTo>
                  <a:lnTo>
                    <a:pt x="6127742" y="310213"/>
                  </a:lnTo>
                  <a:lnTo>
                    <a:pt x="6168993" y="280418"/>
                  </a:lnTo>
                  <a:lnTo>
                    <a:pt x="6222584" y="251958"/>
                  </a:lnTo>
                  <a:lnTo>
                    <a:pt x="6287804" y="224993"/>
                  </a:lnTo>
                  <a:lnTo>
                    <a:pt x="6324553" y="212122"/>
                  </a:lnTo>
                  <a:lnTo>
                    <a:pt x="6363944" y="199683"/>
                  </a:lnTo>
                  <a:lnTo>
                    <a:pt x="6405886" y="187699"/>
                  </a:lnTo>
                  <a:lnTo>
                    <a:pt x="6450293" y="176187"/>
                  </a:lnTo>
                  <a:lnTo>
                    <a:pt x="6497074" y="165169"/>
                  </a:lnTo>
                  <a:lnTo>
                    <a:pt x="6546141" y="154665"/>
                  </a:lnTo>
                  <a:lnTo>
                    <a:pt x="6597406" y="144694"/>
                  </a:lnTo>
                  <a:lnTo>
                    <a:pt x="6650778" y="135276"/>
                  </a:lnTo>
                  <a:lnTo>
                    <a:pt x="6706171" y="126431"/>
                  </a:lnTo>
                  <a:lnTo>
                    <a:pt x="6763495" y="118179"/>
                  </a:lnTo>
                  <a:lnTo>
                    <a:pt x="6822661" y="110540"/>
                  </a:lnTo>
                  <a:lnTo>
                    <a:pt x="6883580" y="103534"/>
                  </a:lnTo>
                  <a:lnTo>
                    <a:pt x="6946164" y="97180"/>
                  </a:lnTo>
                  <a:lnTo>
                    <a:pt x="7010323" y="91500"/>
                  </a:lnTo>
                  <a:lnTo>
                    <a:pt x="7075970" y="86512"/>
                  </a:lnTo>
                  <a:lnTo>
                    <a:pt x="7143015" y="82237"/>
                  </a:lnTo>
                  <a:lnTo>
                    <a:pt x="7211370" y="78695"/>
                  </a:lnTo>
                  <a:lnTo>
                    <a:pt x="7280946" y="75905"/>
                  </a:lnTo>
                  <a:lnTo>
                    <a:pt x="7351653" y="73887"/>
                  </a:lnTo>
                  <a:lnTo>
                    <a:pt x="7423404" y="72662"/>
                  </a:lnTo>
                  <a:lnTo>
                    <a:pt x="7496109" y="72249"/>
                  </a:lnTo>
                  <a:lnTo>
                    <a:pt x="7568815" y="72662"/>
                  </a:lnTo>
                  <a:lnTo>
                    <a:pt x="7640566" y="73887"/>
                  </a:lnTo>
                  <a:lnTo>
                    <a:pt x="7711273" y="75905"/>
                  </a:lnTo>
                  <a:lnTo>
                    <a:pt x="7780849" y="78695"/>
                  </a:lnTo>
                  <a:lnTo>
                    <a:pt x="7849203" y="82237"/>
                  </a:lnTo>
                  <a:lnTo>
                    <a:pt x="7916249" y="86512"/>
                  </a:lnTo>
                  <a:lnTo>
                    <a:pt x="7981895" y="91500"/>
                  </a:lnTo>
                  <a:lnTo>
                    <a:pt x="8046055" y="97180"/>
                  </a:lnTo>
                  <a:lnTo>
                    <a:pt x="8108639" y="103534"/>
                  </a:lnTo>
                  <a:lnTo>
                    <a:pt x="8169558" y="110540"/>
                  </a:lnTo>
                  <a:lnTo>
                    <a:pt x="8228724" y="118179"/>
                  </a:lnTo>
                  <a:lnTo>
                    <a:pt x="8286048" y="126431"/>
                  </a:lnTo>
                  <a:lnTo>
                    <a:pt x="8341440" y="135276"/>
                  </a:lnTo>
                  <a:lnTo>
                    <a:pt x="8394813" y="144694"/>
                  </a:lnTo>
                  <a:lnTo>
                    <a:pt x="8446078" y="154665"/>
                  </a:lnTo>
                  <a:lnTo>
                    <a:pt x="8495145" y="165169"/>
                  </a:lnTo>
                  <a:lnTo>
                    <a:pt x="8541926" y="176187"/>
                  </a:lnTo>
                  <a:lnTo>
                    <a:pt x="8586332" y="187699"/>
                  </a:lnTo>
                  <a:lnTo>
                    <a:pt x="8628275" y="199683"/>
                  </a:lnTo>
                  <a:lnTo>
                    <a:pt x="8667666" y="212122"/>
                  </a:lnTo>
                  <a:lnTo>
                    <a:pt x="8704415" y="224993"/>
                  </a:lnTo>
                  <a:lnTo>
                    <a:pt x="8769635" y="251958"/>
                  </a:lnTo>
                  <a:lnTo>
                    <a:pt x="8823226" y="280418"/>
                  </a:lnTo>
                  <a:lnTo>
                    <a:pt x="8864477" y="310213"/>
                  </a:lnTo>
                  <a:lnTo>
                    <a:pt x="8892677" y="341185"/>
                  </a:lnTo>
                  <a:lnTo>
                    <a:pt x="8908957" y="389499"/>
                  </a:lnTo>
                  <a:lnTo>
                    <a:pt x="8892677" y="437813"/>
                  </a:lnTo>
                  <a:lnTo>
                    <a:pt x="8864477" y="468784"/>
                  </a:lnTo>
                  <a:lnTo>
                    <a:pt x="8823226" y="498580"/>
                  </a:lnTo>
                  <a:lnTo>
                    <a:pt x="8769635" y="527040"/>
                  </a:lnTo>
                  <a:lnTo>
                    <a:pt x="8704415" y="554004"/>
                  </a:lnTo>
                  <a:lnTo>
                    <a:pt x="8667666" y="566876"/>
                  </a:lnTo>
                  <a:lnTo>
                    <a:pt x="8628275" y="579314"/>
                  </a:lnTo>
                  <a:lnTo>
                    <a:pt x="8586332" y="591299"/>
                  </a:lnTo>
                  <a:lnTo>
                    <a:pt x="8541926" y="602810"/>
                  </a:lnTo>
                  <a:lnTo>
                    <a:pt x="8495145" y="613828"/>
                  </a:lnTo>
                  <a:lnTo>
                    <a:pt x="8446078" y="624332"/>
                  </a:lnTo>
                  <a:lnTo>
                    <a:pt x="8394813" y="634304"/>
                  </a:lnTo>
                  <a:lnTo>
                    <a:pt x="8341440" y="643722"/>
                  </a:lnTo>
                  <a:lnTo>
                    <a:pt x="8286048" y="652567"/>
                  </a:lnTo>
                  <a:lnTo>
                    <a:pt x="8228724" y="660819"/>
                  </a:lnTo>
                  <a:lnTo>
                    <a:pt x="8169558" y="668458"/>
                  </a:lnTo>
                  <a:lnTo>
                    <a:pt x="8108639" y="675464"/>
                  </a:lnTo>
                  <a:lnTo>
                    <a:pt x="8046055" y="681817"/>
                  </a:lnTo>
                  <a:lnTo>
                    <a:pt x="7981895" y="687497"/>
                  </a:lnTo>
                  <a:lnTo>
                    <a:pt x="7916249" y="692485"/>
                  </a:lnTo>
                  <a:lnTo>
                    <a:pt x="7849203" y="696760"/>
                  </a:lnTo>
                  <a:lnTo>
                    <a:pt x="7780849" y="700303"/>
                  </a:lnTo>
                  <a:lnTo>
                    <a:pt x="7711273" y="703093"/>
                  </a:lnTo>
                  <a:lnTo>
                    <a:pt x="7640566" y="705110"/>
                  </a:lnTo>
                  <a:lnTo>
                    <a:pt x="7568815" y="706335"/>
                  </a:lnTo>
                  <a:lnTo>
                    <a:pt x="7496109" y="706748"/>
                  </a:lnTo>
                  <a:lnTo>
                    <a:pt x="7423404" y="706335"/>
                  </a:lnTo>
                  <a:lnTo>
                    <a:pt x="7351653" y="705110"/>
                  </a:lnTo>
                  <a:lnTo>
                    <a:pt x="7280946" y="703093"/>
                  </a:lnTo>
                  <a:lnTo>
                    <a:pt x="7211370" y="700303"/>
                  </a:lnTo>
                  <a:lnTo>
                    <a:pt x="7143015" y="696760"/>
                  </a:lnTo>
                  <a:lnTo>
                    <a:pt x="7075970" y="692485"/>
                  </a:lnTo>
                  <a:lnTo>
                    <a:pt x="7010323" y="687497"/>
                  </a:lnTo>
                  <a:lnTo>
                    <a:pt x="6946164" y="681817"/>
                  </a:lnTo>
                  <a:lnTo>
                    <a:pt x="6883580" y="675464"/>
                  </a:lnTo>
                  <a:lnTo>
                    <a:pt x="6822661" y="668458"/>
                  </a:lnTo>
                  <a:lnTo>
                    <a:pt x="6763495" y="660819"/>
                  </a:lnTo>
                  <a:lnTo>
                    <a:pt x="6706171" y="652567"/>
                  </a:lnTo>
                  <a:lnTo>
                    <a:pt x="6650778" y="643722"/>
                  </a:lnTo>
                  <a:lnTo>
                    <a:pt x="6597406" y="634304"/>
                  </a:lnTo>
                  <a:lnTo>
                    <a:pt x="6546141" y="624332"/>
                  </a:lnTo>
                  <a:lnTo>
                    <a:pt x="6497074" y="613828"/>
                  </a:lnTo>
                  <a:lnTo>
                    <a:pt x="6450293" y="602810"/>
                  </a:lnTo>
                  <a:lnTo>
                    <a:pt x="6405886" y="591299"/>
                  </a:lnTo>
                  <a:lnTo>
                    <a:pt x="6363944" y="579314"/>
                  </a:lnTo>
                  <a:lnTo>
                    <a:pt x="6324553" y="566876"/>
                  </a:lnTo>
                  <a:lnTo>
                    <a:pt x="6287804" y="554004"/>
                  </a:lnTo>
                  <a:lnTo>
                    <a:pt x="6222584" y="527040"/>
                  </a:lnTo>
                  <a:lnTo>
                    <a:pt x="6168993" y="498580"/>
                  </a:lnTo>
                  <a:lnTo>
                    <a:pt x="6127742" y="468784"/>
                  </a:lnTo>
                  <a:lnTo>
                    <a:pt x="6099541" y="437813"/>
                  </a:lnTo>
                  <a:lnTo>
                    <a:pt x="6085101" y="405824"/>
                  </a:lnTo>
                  <a:lnTo>
                    <a:pt x="6083262" y="389499"/>
                  </a:lnTo>
                  <a:close/>
                </a:path>
                <a:path w="8909050" h="2800985" extrusionOk="0">
                  <a:moveTo>
                    <a:pt x="48999" y="389499"/>
                  </a:moveTo>
                  <a:lnTo>
                    <a:pt x="50838" y="373173"/>
                  </a:lnTo>
                  <a:lnTo>
                    <a:pt x="56294" y="357062"/>
                  </a:lnTo>
                  <a:lnTo>
                    <a:pt x="93480" y="310213"/>
                  </a:lnTo>
                  <a:lnTo>
                    <a:pt x="134731" y="280418"/>
                  </a:lnTo>
                  <a:lnTo>
                    <a:pt x="188322" y="251958"/>
                  </a:lnTo>
                  <a:lnTo>
                    <a:pt x="253542" y="224993"/>
                  </a:lnTo>
                  <a:lnTo>
                    <a:pt x="290292" y="212122"/>
                  </a:lnTo>
                  <a:lnTo>
                    <a:pt x="329682" y="199683"/>
                  </a:lnTo>
                  <a:lnTo>
                    <a:pt x="371625" y="187699"/>
                  </a:lnTo>
                  <a:lnTo>
                    <a:pt x="416032" y="176187"/>
                  </a:lnTo>
                  <a:lnTo>
                    <a:pt x="462813" y="165169"/>
                  </a:lnTo>
                  <a:lnTo>
                    <a:pt x="511880" y="154665"/>
                  </a:lnTo>
                  <a:lnTo>
                    <a:pt x="563145" y="144694"/>
                  </a:lnTo>
                  <a:lnTo>
                    <a:pt x="616518" y="135276"/>
                  </a:lnTo>
                  <a:lnTo>
                    <a:pt x="671910" y="126431"/>
                  </a:lnTo>
                  <a:lnTo>
                    <a:pt x="729234" y="118179"/>
                  </a:lnTo>
                  <a:lnTo>
                    <a:pt x="788400" y="110540"/>
                  </a:lnTo>
                  <a:lnTo>
                    <a:pt x="849319" y="103534"/>
                  </a:lnTo>
                  <a:lnTo>
                    <a:pt x="911903" y="97180"/>
                  </a:lnTo>
                  <a:lnTo>
                    <a:pt x="976063" y="91500"/>
                  </a:lnTo>
                  <a:lnTo>
                    <a:pt x="1041709" y="86512"/>
                  </a:lnTo>
                  <a:lnTo>
                    <a:pt x="1108754" y="82237"/>
                  </a:lnTo>
                  <a:lnTo>
                    <a:pt x="1177109" y="78695"/>
                  </a:lnTo>
                  <a:lnTo>
                    <a:pt x="1246684" y="75905"/>
                  </a:lnTo>
                  <a:lnTo>
                    <a:pt x="1317391" y="73887"/>
                  </a:lnTo>
                  <a:lnTo>
                    <a:pt x="1389142" y="72662"/>
                  </a:lnTo>
                  <a:lnTo>
                    <a:pt x="1461847" y="72249"/>
                  </a:lnTo>
                  <a:lnTo>
                    <a:pt x="1534551" y="72662"/>
                  </a:lnTo>
                  <a:lnTo>
                    <a:pt x="1606302" y="73887"/>
                  </a:lnTo>
                  <a:lnTo>
                    <a:pt x="1677009" y="75905"/>
                  </a:lnTo>
                  <a:lnTo>
                    <a:pt x="1746584" y="78695"/>
                  </a:lnTo>
                  <a:lnTo>
                    <a:pt x="1814939" y="82237"/>
                  </a:lnTo>
                  <a:lnTo>
                    <a:pt x="1881984" y="86512"/>
                  </a:lnTo>
                  <a:lnTo>
                    <a:pt x="1947631" y="91500"/>
                  </a:lnTo>
                  <a:lnTo>
                    <a:pt x="2011790" y="97180"/>
                  </a:lnTo>
                  <a:lnTo>
                    <a:pt x="2074374" y="103534"/>
                  </a:lnTo>
                  <a:lnTo>
                    <a:pt x="2135293" y="110540"/>
                  </a:lnTo>
                  <a:lnTo>
                    <a:pt x="2194459" y="118179"/>
                  </a:lnTo>
                  <a:lnTo>
                    <a:pt x="2251783" y="126431"/>
                  </a:lnTo>
                  <a:lnTo>
                    <a:pt x="2307175" y="135276"/>
                  </a:lnTo>
                  <a:lnTo>
                    <a:pt x="2360548" y="144694"/>
                  </a:lnTo>
                  <a:lnTo>
                    <a:pt x="2411813" y="154665"/>
                  </a:lnTo>
                  <a:lnTo>
                    <a:pt x="2460880" y="165169"/>
                  </a:lnTo>
                  <a:lnTo>
                    <a:pt x="2507661" y="176187"/>
                  </a:lnTo>
                  <a:lnTo>
                    <a:pt x="2552068" y="187699"/>
                  </a:lnTo>
                  <a:lnTo>
                    <a:pt x="2594011" y="199683"/>
                  </a:lnTo>
                  <a:lnTo>
                    <a:pt x="2633401" y="212122"/>
                  </a:lnTo>
                  <a:lnTo>
                    <a:pt x="2670151" y="224993"/>
                  </a:lnTo>
                  <a:lnTo>
                    <a:pt x="2735372" y="251958"/>
                  </a:lnTo>
                  <a:lnTo>
                    <a:pt x="2788962" y="280418"/>
                  </a:lnTo>
                  <a:lnTo>
                    <a:pt x="2830214" y="310213"/>
                  </a:lnTo>
                  <a:lnTo>
                    <a:pt x="2858415" y="341185"/>
                  </a:lnTo>
                  <a:lnTo>
                    <a:pt x="2874694" y="389499"/>
                  </a:lnTo>
                  <a:lnTo>
                    <a:pt x="2858415" y="437813"/>
                  </a:lnTo>
                  <a:lnTo>
                    <a:pt x="2830214" y="468784"/>
                  </a:lnTo>
                  <a:lnTo>
                    <a:pt x="2788962" y="498580"/>
                  </a:lnTo>
                  <a:lnTo>
                    <a:pt x="2735372" y="527040"/>
                  </a:lnTo>
                  <a:lnTo>
                    <a:pt x="2670151" y="554004"/>
                  </a:lnTo>
                  <a:lnTo>
                    <a:pt x="2633401" y="566876"/>
                  </a:lnTo>
                  <a:lnTo>
                    <a:pt x="2594011" y="579314"/>
                  </a:lnTo>
                  <a:lnTo>
                    <a:pt x="2552068" y="591299"/>
                  </a:lnTo>
                  <a:lnTo>
                    <a:pt x="2507661" y="602810"/>
                  </a:lnTo>
                  <a:lnTo>
                    <a:pt x="2460880" y="613828"/>
                  </a:lnTo>
                  <a:lnTo>
                    <a:pt x="2411813" y="624332"/>
                  </a:lnTo>
                  <a:lnTo>
                    <a:pt x="2360548" y="634304"/>
                  </a:lnTo>
                  <a:lnTo>
                    <a:pt x="2307175" y="643722"/>
                  </a:lnTo>
                  <a:lnTo>
                    <a:pt x="2251783" y="652567"/>
                  </a:lnTo>
                  <a:lnTo>
                    <a:pt x="2194459" y="660819"/>
                  </a:lnTo>
                  <a:lnTo>
                    <a:pt x="2135293" y="668458"/>
                  </a:lnTo>
                  <a:lnTo>
                    <a:pt x="2074374" y="675464"/>
                  </a:lnTo>
                  <a:lnTo>
                    <a:pt x="2011790" y="681817"/>
                  </a:lnTo>
                  <a:lnTo>
                    <a:pt x="1947631" y="687497"/>
                  </a:lnTo>
                  <a:lnTo>
                    <a:pt x="1881984" y="692485"/>
                  </a:lnTo>
                  <a:lnTo>
                    <a:pt x="1814939" y="696760"/>
                  </a:lnTo>
                  <a:lnTo>
                    <a:pt x="1746584" y="700303"/>
                  </a:lnTo>
                  <a:lnTo>
                    <a:pt x="1677009" y="703093"/>
                  </a:lnTo>
                  <a:lnTo>
                    <a:pt x="1606302" y="705110"/>
                  </a:lnTo>
                  <a:lnTo>
                    <a:pt x="1534551" y="706335"/>
                  </a:lnTo>
                  <a:lnTo>
                    <a:pt x="1461847" y="706748"/>
                  </a:lnTo>
                  <a:lnTo>
                    <a:pt x="1389142" y="706335"/>
                  </a:lnTo>
                  <a:lnTo>
                    <a:pt x="1317391" y="705110"/>
                  </a:lnTo>
                  <a:lnTo>
                    <a:pt x="1246684" y="703093"/>
                  </a:lnTo>
                  <a:lnTo>
                    <a:pt x="1177109" y="700303"/>
                  </a:lnTo>
                  <a:lnTo>
                    <a:pt x="1108754" y="696760"/>
                  </a:lnTo>
                  <a:lnTo>
                    <a:pt x="1041709" y="692485"/>
                  </a:lnTo>
                  <a:lnTo>
                    <a:pt x="976063" y="687497"/>
                  </a:lnTo>
                  <a:lnTo>
                    <a:pt x="911903" y="681817"/>
                  </a:lnTo>
                  <a:lnTo>
                    <a:pt x="849319" y="675464"/>
                  </a:lnTo>
                  <a:lnTo>
                    <a:pt x="788400" y="668458"/>
                  </a:lnTo>
                  <a:lnTo>
                    <a:pt x="729234" y="660819"/>
                  </a:lnTo>
                  <a:lnTo>
                    <a:pt x="671910" y="652567"/>
                  </a:lnTo>
                  <a:lnTo>
                    <a:pt x="616518" y="643722"/>
                  </a:lnTo>
                  <a:lnTo>
                    <a:pt x="563145" y="634304"/>
                  </a:lnTo>
                  <a:lnTo>
                    <a:pt x="511880" y="624332"/>
                  </a:lnTo>
                  <a:lnTo>
                    <a:pt x="462813" y="613828"/>
                  </a:lnTo>
                  <a:lnTo>
                    <a:pt x="416032" y="602810"/>
                  </a:lnTo>
                  <a:lnTo>
                    <a:pt x="371625" y="591299"/>
                  </a:lnTo>
                  <a:lnTo>
                    <a:pt x="329682" y="579314"/>
                  </a:lnTo>
                  <a:lnTo>
                    <a:pt x="290292" y="566876"/>
                  </a:lnTo>
                  <a:lnTo>
                    <a:pt x="253542" y="554004"/>
                  </a:lnTo>
                  <a:lnTo>
                    <a:pt x="188322" y="527040"/>
                  </a:lnTo>
                  <a:lnTo>
                    <a:pt x="134731" y="498580"/>
                  </a:lnTo>
                  <a:lnTo>
                    <a:pt x="93480" y="468784"/>
                  </a:lnTo>
                  <a:lnTo>
                    <a:pt x="65279" y="437813"/>
                  </a:lnTo>
                  <a:lnTo>
                    <a:pt x="50838" y="405824"/>
                  </a:lnTo>
                  <a:lnTo>
                    <a:pt x="48999" y="389499"/>
                  </a:lnTo>
                  <a:close/>
                </a:path>
                <a:path w="8909050" h="2800985" extrusionOk="0">
                  <a:moveTo>
                    <a:pt x="0" y="1023997"/>
                  </a:moveTo>
                  <a:lnTo>
                    <a:pt x="1838" y="1007672"/>
                  </a:lnTo>
                  <a:lnTo>
                    <a:pt x="7294" y="991561"/>
                  </a:lnTo>
                  <a:lnTo>
                    <a:pt x="44480" y="944712"/>
                  </a:lnTo>
                  <a:lnTo>
                    <a:pt x="85731" y="914916"/>
                  </a:lnTo>
                  <a:lnTo>
                    <a:pt x="139322" y="886457"/>
                  </a:lnTo>
                  <a:lnTo>
                    <a:pt x="204542" y="859492"/>
                  </a:lnTo>
                  <a:lnTo>
                    <a:pt x="241292" y="846620"/>
                  </a:lnTo>
                  <a:lnTo>
                    <a:pt x="280682" y="834182"/>
                  </a:lnTo>
                  <a:lnTo>
                    <a:pt x="322625" y="822197"/>
                  </a:lnTo>
                  <a:lnTo>
                    <a:pt x="367032" y="810686"/>
                  </a:lnTo>
                  <a:lnTo>
                    <a:pt x="413813" y="799668"/>
                  </a:lnTo>
                  <a:lnTo>
                    <a:pt x="462880" y="789164"/>
                  </a:lnTo>
                  <a:lnTo>
                    <a:pt x="514145" y="779192"/>
                  </a:lnTo>
                  <a:lnTo>
                    <a:pt x="567518" y="769774"/>
                  </a:lnTo>
                  <a:lnTo>
                    <a:pt x="622911" y="760929"/>
                  </a:lnTo>
                  <a:lnTo>
                    <a:pt x="680234" y="752677"/>
                  </a:lnTo>
                  <a:lnTo>
                    <a:pt x="739400" y="745038"/>
                  </a:lnTo>
                  <a:lnTo>
                    <a:pt x="800319" y="738032"/>
                  </a:lnTo>
                  <a:lnTo>
                    <a:pt x="862903" y="731679"/>
                  </a:lnTo>
                  <a:lnTo>
                    <a:pt x="927063" y="725999"/>
                  </a:lnTo>
                  <a:lnTo>
                    <a:pt x="992709" y="721011"/>
                  </a:lnTo>
                  <a:lnTo>
                    <a:pt x="1059754" y="716736"/>
                  </a:lnTo>
                  <a:lnTo>
                    <a:pt x="1128109" y="713193"/>
                  </a:lnTo>
                  <a:lnTo>
                    <a:pt x="1197684" y="710403"/>
                  </a:lnTo>
                  <a:lnTo>
                    <a:pt x="1268391" y="708386"/>
                  </a:lnTo>
                  <a:lnTo>
                    <a:pt x="1340142" y="707161"/>
                  </a:lnTo>
                  <a:lnTo>
                    <a:pt x="1412847" y="706748"/>
                  </a:lnTo>
                  <a:lnTo>
                    <a:pt x="1485552" y="707161"/>
                  </a:lnTo>
                  <a:lnTo>
                    <a:pt x="1557302" y="708386"/>
                  </a:lnTo>
                  <a:lnTo>
                    <a:pt x="1628009" y="710403"/>
                  </a:lnTo>
                  <a:lnTo>
                    <a:pt x="1697584" y="713193"/>
                  </a:lnTo>
                  <a:lnTo>
                    <a:pt x="1765939" y="716736"/>
                  </a:lnTo>
                  <a:lnTo>
                    <a:pt x="1832984" y="721011"/>
                  </a:lnTo>
                  <a:lnTo>
                    <a:pt x="1898631" y="725999"/>
                  </a:lnTo>
                  <a:lnTo>
                    <a:pt x="1962790" y="731679"/>
                  </a:lnTo>
                  <a:lnTo>
                    <a:pt x="2025374" y="738032"/>
                  </a:lnTo>
                  <a:lnTo>
                    <a:pt x="2086293" y="745038"/>
                  </a:lnTo>
                  <a:lnTo>
                    <a:pt x="2145459" y="752677"/>
                  </a:lnTo>
                  <a:lnTo>
                    <a:pt x="2202783" y="760929"/>
                  </a:lnTo>
                  <a:lnTo>
                    <a:pt x="2258175" y="769774"/>
                  </a:lnTo>
                  <a:lnTo>
                    <a:pt x="2311548" y="779192"/>
                  </a:lnTo>
                  <a:lnTo>
                    <a:pt x="2362813" y="789164"/>
                  </a:lnTo>
                  <a:lnTo>
                    <a:pt x="2411880" y="799668"/>
                  </a:lnTo>
                  <a:lnTo>
                    <a:pt x="2458662" y="810686"/>
                  </a:lnTo>
                  <a:lnTo>
                    <a:pt x="2503068" y="822197"/>
                  </a:lnTo>
                  <a:lnTo>
                    <a:pt x="2545011" y="834182"/>
                  </a:lnTo>
                  <a:lnTo>
                    <a:pt x="2584402" y="846620"/>
                  </a:lnTo>
                  <a:lnTo>
                    <a:pt x="2621151" y="859492"/>
                  </a:lnTo>
                  <a:lnTo>
                    <a:pt x="2686372" y="886457"/>
                  </a:lnTo>
                  <a:lnTo>
                    <a:pt x="2739963" y="914916"/>
                  </a:lnTo>
                  <a:lnTo>
                    <a:pt x="2781214" y="944712"/>
                  </a:lnTo>
                  <a:lnTo>
                    <a:pt x="2809415" y="975683"/>
                  </a:lnTo>
                  <a:lnTo>
                    <a:pt x="2825694" y="1023997"/>
                  </a:lnTo>
                  <a:lnTo>
                    <a:pt x="2809415" y="1072309"/>
                  </a:lnTo>
                  <a:lnTo>
                    <a:pt x="2781214" y="1103279"/>
                  </a:lnTo>
                  <a:lnTo>
                    <a:pt x="2739963" y="1133073"/>
                  </a:lnTo>
                  <a:lnTo>
                    <a:pt x="2686372" y="1161533"/>
                  </a:lnTo>
                  <a:lnTo>
                    <a:pt x="2621151" y="1188497"/>
                  </a:lnTo>
                  <a:lnTo>
                    <a:pt x="2584402" y="1201369"/>
                  </a:lnTo>
                  <a:lnTo>
                    <a:pt x="2545011" y="1213807"/>
                  </a:lnTo>
                  <a:lnTo>
                    <a:pt x="2503068" y="1225792"/>
                  </a:lnTo>
                  <a:lnTo>
                    <a:pt x="2458662" y="1237304"/>
                  </a:lnTo>
                  <a:lnTo>
                    <a:pt x="2411880" y="1248322"/>
                  </a:lnTo>
                  <a:lnTo>
                    <a:pt x="2362813" y="1258827"/>
                  </a:lnTo>
                  <a:lnTo>
                    <a:pt x="2311548" y="1268798"/>
                  </a:lnTo>
                  <a:lnTo>
                    <a:pt x="2258175" y="1278217"/>
                  </a:lnTo>
                  <a:lnTo>
                    <a:pt x="2202783" y="1287062"/>
                  </a:lnTo>
                  <a:lnTo>
                    <a:pt x="2145459" y="1295315"/>
                  </a:lnTo>
                  <a:lnTo>
                    <a:pt x="2086293" y="1302954"/>
                  </a:lnTo>
                  <a:lnTo>
                    <a:pt x="2025374" y="1309960"/>
                  </a:lnTo>
                  <a:lnTo>
                    <a:pt x="1962790" y="1316314"/>
                  </a:lnTo>
                  <a:lnTo>
                    <a:pt x="1898631" y="1321995"/>
                  </a:lnTo>
                  <a:lnTo>
                    <a:pt x="1832984" y="1326983"/>
                  </a:lnTo>
                  <a:lnTo>
                    <a:pt x="1765939" y="1331258"/>
                  </a:lnTo>
                  <a:lnTo>
                    <a:pt x="1697584" y="1334801"/>
                  </a:lnTo>
                  <a:lnTo>
                    <a:pt x="1628009" y="1337591"/>
                  </a:lnTo>
                  <a:lnTo>
                    <a:pt x="1557302" y="1339609"/>
                  </a:lnTo>
                  <a:lnTo>
                    <a:pt x="1485552" y="1340834"/>
                  </a:lnTo>
                  <a:lnTo>
                    <a:pt x="1412847" y="1341247"/>
                  </a:lnTo>
                  <a:lnTo>
                    <a:pt x="1340142" y="1340834"/>
                  </a:lnTo>
                  <a:lnTo>
                    <a:pt x="1268391" y="1339609"/>
                  </a:lnTo>
                  <a:lnTo>
                    <a:pt x="1197684" y="1337591"/>
                  </a:lnTo>
                  <a:lnTo>
                    <a:pt x="1128109" y="1334801"/>
                  </a:lnTo>
                  <a:lnTo>
                    <a:pt x="1059754" y="1331258"/>
                  </a:lnTo>
                  <a:lnTo>
                    <a:pt x="992709" y="1326983"/>
                  </a:lnTo>
                  <a:lnTo>
                    <a:pt x="927063" y="1321995"/>
                  </a:lnTo>
                  <a:lnTo>
                    <a:pt x="862903" y="1316314"/>
                  </a:lnTo>
                  <a:lnTo>
                    <a:pt x="800319" y="1309960"/>
                  </a:lnTo>
                  <a:lnTo>
                    <a:pt x="739400" y="1302954"/>
                  </a:lnTo>
                  <a:lnTo>
                    <a:pt x="680234" y="1295315"/>
                  </a:lnTo>
                  <a:lnTo>
                    <a:pt x="622911" y="1287062"/>
                  </a:lnTo>
                  <a:lnTo>
                    <a:pt x="567518" y="1278217"/>
                  </a:lnTo>
                  <a:lnTo>
                    <a:pt x="514145" y="1268798"/>
                  </a:lnTo>
                  <a:lnTo>
                    <a:pt x="462880" y="1258827"/>
                  </a:lnTo>
                  <a:lnTo>
                    <a:pt x="413813" y="1248322"/>
                  </a:lnTo>
                  <a:lnTo>
                    <a:pt x="367032" y="1237304"/>
                  </a:lnTo>
                  <a:lnTo>
                    <a:pt x="322625" y="1225792"/>
                  </a:lnTo>
                  <a:lnTo>
                    <a:pt x="280682" y="1213807"/>
                  </a:lnTo>
                  <a:lnTo>
                    <a:pt x="241292" y="1201369"/>
                  </a:lnTo>
                  <a:lnTo>
                    <a:pt x="204542" y="1188497"/>
                  </a:lnTo>
                  <a:lnTo>
                    <a:pt x="139322" y="1161533"/>
                  </a:lnTo>
                  <a:lnTo>
                    <a:pt x="85731" y="1133073"/>
                  </a:lnTo>
                  <a:lnTo>
                    <a:pt x="44480" y="1103279"/>
                  </a:lnTo>
                  <a:lnTo>
                    <a:pt x="16279" y="1072309"/>
                  </a:lnTo>
                  <a:lnTo>
                    <a:pt x="1838" y="1040322"/>
                  </a:lnTo>
                  <a:lnTo>
                    <a:pt x="0" y="1023997"/>
                  </a:lnTo>
                  <a:close/>
                </a:path>
                <a:path w="8909050" h="2800985" extrusionOk="0">
                  <a:moveTo>
                    <a:pt x="29699" y="2483694"/>
                  </a:moveTo>
                  <a:lnTo>
                    <a:pt x="31538" y="2467370"/>
                  </a:lnTo>
                  <a:lnTo>
                    <a:pt x="36994" y="2451260"/>
                  </a:lnTo>
                  <a:lnTo>
                    <a:pt x="74180" y="2404413"/>
                  </a:lnTo>
                  <a:lnTo>
                    <a:pt x="115431" y="2374618"/>
                  </a:lnTo>
                  <a:lnTo>
                    <a:pt x="169022" y="2346159"/>
                  </a:lnTo>
                  <a:lnTo>
                    <a:pt x="234242" y="2319195"/>
                  </a:lnTo>
                  <a:lnTo>
                    <a:pt x="270992" y="2306323"/>
                  </a:lnTo>
                  <a:lnTo>
                    <a:pt x="310382" y="2293884"/>
                  </a:lnTo>
                  <a:lnTo>
                    <a:pt x="352325" y="2281900"/>
                  </a:lnTo>
                  <a:lnTo>
                    <a:pt x="396732" y="2270388"/>
                  </a:lnTo>
                  <a:lnTo>
                    <a:pt x="443513" y="2259370"/>
                  </a:lnTo>
                  <a:lnTo>
                    <a:pt x="492580" y="2248865"/>
                  </a:lnTo>
                  <a:lnTo>
                    <a:pt x="543845" y="2238893"/>
                  </a:lnTo>
                  <a:lnTo>
                    <a:pt x="597218" y="2229475"/>
                  </a:lnTo>
                  <a:lnTo>
                    <a:pt x="652611" y="2220630"/>
                  </a:lnTo>
                  <a:lnTo>
                    <a:pt x="709934" y="2212377"/>
                  </a:lnTo>
                  <a:lnTo>
                    <a:pt x="769100" y="2204738"/>
                  </a:lnTo>
                  <a:lnTo>
                    <a:pt x="830019" y="2197731"/>
                  </a:lnTo>
                  <a:lnTo>
                    <a:pt x="892603" y="2191378"/>
                  </a:lnTo>
                  <a:lnTo>
                    <a:pt x="956763" y="2185697"/>
                  </a:lnTo>
                  <a:lnTo>
                    <a:pt x="1022409" y="2180709"/>
                  </a:lnTo>
                  <a:lnTo>
                    <a:pt x="1089454" y="2176434"/>
                  </a:lnTo>
                  <a:lnTo>
                    <a:pt x="1157809" y="2172891"/>
                  </a:lnTo>
                  <a:lnTo>
                    <a:pt x="1227384" y="2170101"/>
                  </a:lnTo>
                  <a:lnTo>
                    <a:pt x="1298091" y="2168083"/>
                  </a:lnTo>
                  <a:lnTo>
                    <a:pt x="1369842" y="2166858"/>
                  </a:lnTo>
                  <a:lnTo>
                    <a:pt x="1442547" y="2166445"/>
                  </a:lnTo>
                  <a:lnTo>
                    <a:pt x="1515251" y="2166858"/>
                  </a:lnTo>
                  <a:lnTo>
                    <a:pt x="1587002" y="2168083"/>
                  </a:lnTo>
                  <a:lnTo>
                    <a:pt x="1657709" y="2170101"/>
                  </a:lnTo>
                  <a:lnTo>
                    <a:pt x="1727284" y="2172891"/>
                  </a:lnTo>
                  <a:lnTo>
                    <a:pt x="1795639" y="2176434"/>
                  </a:lnTo>
                  <a:lnTo>
                    <a:pt x="1862684" y="2180709"/>
                  </a:lnTo>
                  <a:lnTo>
                    <a:pt x="1928331" y="2185697"/>
                  </a:lnTo>
                  <a:lnTo>
                    <a:pt x="1992490" y="2191378"/>
                  </a:lnTo>
                  <a:lnTo>
                    <a:pt x="2055074" y="2197731"/>
                  </a:lnTo>
                  <a:lnTo>
                    <a:pt x="2115993" y="2204738"/>
                  </a:lnTo>
                  <a:lnTo>
                    <a:pt x="2175159" y="2212377"/>
                  </a:lnTo>
                  <a:lnTo>
                    <a:pt x="2232483" y="2220630"/>
                  </a:lnTo>
                  <a:lnTo>
                    <a:pt x="2287875" y="2229475"/>
                  </a:lnTo>
                  <a:lnTo>
                    <a:pt x="2341248" y="2238893"/>
                  </a:lnTo>
                  <a:lnTo>
                    <a:pt x="2392513" y="2248865"/>
                  </a:lnTo>
                  <a:lnTo>
                    <a:pt x="2441580" y="2259370"/>
                  </a:lnTo>
                  <a:lnTo>
                    <a:pt x="2488361" y="2270388"/>
                  </a:lnTo>
                  <a:lnTo>
                    <a:pt x="2532768" y="2281900"/>
                  </a:lnTo>
                  <a:lnTo>
                    <a:pt x="2574711" y="2293884"/>
                  </a:lnTo>
                  <a:lnTo>
                    <a:pt x="2614102" y="2306323"/>
                  </a:lnTo>
                  <a:lnTo>
                    <a:pt x="2650851" y="2319195"/>
                  </a:lnTo>
                  <a:lnTo>
                    <a:pt x="2716072" y="2346159"/>
                  </a:lnTo>
                  <a:lnTo>
                    <a:pt x="2769663" y="2374618"/>
                  </a:lnTo>
                  <a:lnTo>
                    <a:pt x="2810914" y="2404413"/>
                  </a:lnTo>
                  <a:lnTo>
                    <a:pt x="2839115" y="2435383"/>
                  </a:lnTo>
                  <a:lnTo>
                    <a:pt x="2855394" y="2483694"/>
                  </a:lnTo>
                  <a:lnTo>
                    <a:pt x="2839115" y="2532011"/>
                  </a:lnTo>
                  <a:lnTo>
                    <a:pt x="2810914" y="2562984"/>
                  </a:lnTo>
                  <a:lnTo>
                    <a:pt x="2769663" y="2592781"/>
                  </a:lnTo>
                  <a:lnTo>
                    <a:pt x="2716072" y="2621241"/>
                  </a:lnTo>
                  <a:lnTo>
                    <a:pt x="2650851" y="2648205"/>
                  </a:lnTo>
                  <a:lnTo>
                    <a:pt x="2614102" y="2661077"/>
                  </a:lnTo>
                  <a:lnTo>
                    <a:pt x="2574711" y="2673515"/>
                  </a:lnTo>
                  <a:lnTo>
                    <a:pt x="2532768" y="2685500"/>
                  </a:lnTo>
                  <a:lnTo>
                    <a:pt x="2488361" y="2697011"/>
                  </a:lnTo>
                  <a:lnTo>
                    <a:pt x="2441580" y="2708028"/>
                  </a:lnTo>
                  <a:lnTo>
                    <a:pt x="2392513" y="2718533"/>
                  </a:lnTo>
                  <a:lnTo>
                    <a:pt x="2341248" y="2728504"/>
                  </a:lnTo>
                  <a:lnTo>
                    <a:pt x="2287875" y="2737921"/>
                  </a:lnTo>
                  <a:lnTo>
                    <a:pt x="2232483" y="2746766"/>
                  </a:lnTo>
                  <a:lnTo>
                    <a:pt x="2175159" y="2755018"/>
                  </a:lnTo>
                  <a:lnTo>
                    <a:pt x="2115993" y="2762656"/>
                  </a:lnTo>
                  <a:lnTo>
                    <a:pt x="2055074" y="2769662"/>
                  </a:lnTo>
                  <a:lnTo>
                    <a:pt x="1992490" y="2776015"/>
                  </a:lnTo>
                  <a:lnTo>
                    <a:pt x="1928331" y="2781695"/>
                  </a:lnTo>
                  <a:lnTo>
                    <a:pt x="1862684" y="2786682"/>
                  </a:lnTo>
                  <a:lnTo>
                    <a:pt x="1795639" y="2790957"/>
                  </a:lnTo>
                  <a:lnTo>
                    <a:pt x="1727284" y="2794499"/>
                  </a:lnTo>
                  <a:lnTo>
                    <a:pt x="1657709" y="2797289"/>
                  </a:lnTo>
                  <a:lnTo>
                    <a:pt x="1587002" y="2799306"/>
                  </a:lnTo>
                  <a:lnTo>
                    <a:pt x="1515251" y="2800531"/>
                  </a:lnTo>
                  <a:lnTo>
                    <a:pt x="1442547" y="2800944"/>
                  </a:lnTo>
                  <a:lnTo>
                    <a:pt x="1369842" y="2800531"/>
                  </a:lnTo>
                  <a:lnTo>
                    <a:pt x="1298091" y="2799306"/>
                  </a:lnTo>
                  <a:lnTo>
                    <a:pt x="1227384" y="2797289"/>
                  </a:lnTo>
                  <a:lnTo>
                    <a:pt x="1157809" y="2794499"/>
                  </a:lnTo>
                  <a:lnTo>
                    <a:pt x="1089454" y="2790957"/>
                  </a:lnTo>
                  <a:lnTo>
                    <a:pt x="1022409" y="2786682"/>
                  </a:lnTo>
                  <a:lnTo>
                    <a:pt x="956763" y="2781695"/>
                  </a:lnTo>
                  <a:lnTo>
                    <a:pt x="892603" y="2776015"/>
                  </a:lnTo>
                  <a:lnTo>
                    <a:pt x="830019" y="2769662"/>
                  </a:lnTo>
                  <a:lnTo>
                    <a:pt x="769100" y="2762656"/>
                  </a:lnTo>
                  <a:lnTo>
                    <a:pt x="709934" y="2755018"/>
                  </a:lnTo>
                  <a:lnTo>
                    <a:pt x="652611" y="2746766"/>
                  </a:lnTo>
                  <a:lnTo>
                    <a:pt x="597218" y="2737921"/>
                  </a:lnTo>
                  <a:lnTo>
                    <a:pt x="543845" y="2728504"/>
                  </a:lnTo>
                  <a:lnTo>
                    <a:pt x="492580" y="2718533"/>
                  </a:lnTo>
                  <a:lnTo>
                    <a:pt x="443513" y="2708028"/>
                  </a:lnTo>
                  <a:lnTo>
                    <a:pt x="396732" y="2697011"/>
                  </a:lnTo>
                  <a:lnTo>
                    <a:pt x="352325" y="2685500"/>
                  </a:lnTo>
                  <a:lnTo>
                    <a:pt x="310382" y="2673515"/>
                  </a:lnTo>
                  <a:lnTo>
                    <a:pt x="270992" y="2661077"/>
                  </a:lnTo>
                  <a:lnTo>
                    <a:pt x="234242" y="2648205"/>
                  </a:lnTo>
                  <a:lnTo>
                    <a:pt x="169022" y="2621241"/>
                  </a:lnTo>
                  <a:lnTo>
                    <a:pt x="115431" y="2592781"/>
                  </a:lnTo>
                  <a:lnTo>
                    <a:pt x="74180" y="2562984"/>
                  </a:lnTo>
                  <a:lnTo>
                    <a:pt x="45979" y="2532011"/>
                  </a:lnTo>
                  <a:lnTo>
                    <a:pt x="31538" y="2500021"/>
                  </a:lnTo>
                  <a:lnTo>
                    <a:pt x="29699" y="2483694"/>
                  </a:lnTo>
                  <a:close/>
                </a:path>
                <a:path w="8909050" h="2800985" extrusionOk="0">
                  <a:moveTo>
                    <a:pt x="3118343" y="1011197"/>
                  </a:moveTo>
                  <a:lnTo>
                    <a:pt x="3120182" y="994872"/>
                  </a:lnTo>
                  <a:lnTo>
                    <a:pt x="3125638" y="978761"/>
                  </a:lnTo>
                  <a:lnTo>
                    <a:pt x="3162823" y="931912"/>
                  </a:lnTo>
                  <a:lnTo>
                    <a:pt x="3204074" y="902116"/>
                  </a:lnTo>
                  <a:lnTo>
                    <a:pt x="3257665" y="873657"/>
                  </a:lnTo>
                  <a:lnTo>
                    <a:pt x="3322885" y="846692"/>
                  </a:lnTo>
                  <a:lnTo>
                    <a:pt x="3359634" y="833820"/>
                  </a:lnTo>
                  <a:lnTo>
                    <a:pt x="3399025" y="821382"/>
                  </a:lnTo>
                  <a:lnTo>
                    <a:pt x="3440967" y="809397"/>
                  </a:lnTo>
                  <a:lnTo>
                    <a:pt x="3485374" y="797886"/>
                  </a:lnTo>
                  <a:lnTo>
                    <a:pt x="3532155" y="786868"/>
                  </a:lnTo>
                  <a:lnTo>
                    <a:pt x="3581222" y="776364"/>
                  </a:lnTo>
                  <a:lnTo>
                    <a:pt x="3632487" y="766392"/>
                  </a:lnTo>
                  <a:lnTo>
                    <a:pt x="3685859" y="756974"/>
                  </a:lnTo>
                  <a:lnTo>
                    <a:pt x="3741252" y="748129"/>
                  </a:lnTo>
                  <a:lnTo>
                    <a:pt x="3798576" y="739877"/>
                  </a:lnTo>
                  <a:lnTo>
                    <a:pt x="3857742" y="732238"/>
                  </a:lnTo>
                  <a:lnTo>
                    <a:pt x="3918661" y="725232"/>
                  </a:lnTo>
                  <a:lnTo>
                    <a:pt x="3981245" y="718879"/>
                  </a:lnTo>
                  <a:lnTo>
                    <a:pt x="4045404" y="713199"/>
                  </a:lnTo>
                  <a:lnTo>
                    <a:pt x="4111051" y="708211"/>
                  </a:lnTo>
                  <a:lnTo>
                    <a:pt x="4178096" y="703936"/>
                  </a:lnTo>
                  <a:lnTo>
                    <a:pt x="4246451" y="700393"/>
                  </a:lnTo>
                  <a:lnTo>
                    <a:pt x="4316027" y="697604"/>
                  </a:lnTo>
                  <a:lnTo>
                    <a:pt x="4386734" y="695586"/>
                  </a:lnTo>
                  <a:lnTo>
                    <a:pt x="4458485" y="694361"/>
                  </a:lnTo>
                  <a:lnTo>
                    <a:pt x="4531190" y="693948"/>
                  </a:lnTo>
                  <a:lnTo>
                    <a:pt x="4603896" y="694361"/>
                  </a:lnTo>
                  <a:lnTo>
                    <a:pt x="4675647" y="695586"/>
                  </a:lnTo>
                  <a:lnTo>
                    <a:pt x="4746354" y="697604"/>
                  </a:lnTo>
                  <a:lnTo>
                    <a:pt x="4815930" y="700393"/>
                  </a:lnTo>
                  <a:lnTo>
                    <a:pt x="4884284" y="703936"/>
                  </a:lnTo>
                  <a:lnTo>
                    <a:pt x="4951330" y="708211"/>
                  </a:lnTo>
                  <a:lnTo>
                    <a:pt x="5016976" y="713199"/>
                  </a:lnTo>
                  <a:lnTo>
                    <a:pt x="5081136" y="718879"/>
                  </a:lnTo>
                  <a:lnTo>
                    <a:pt x="5143720" y="725232"/>
                  </a:lnTo>
                  <a:lnTo>
                    <a:pt x="5204639" y="732238"/>
                  </a:lnTo>
                  <a:lnTo>
                    <a:pt x="5263805" y="739877"/>
                  </a:lnTo>
                  <a:lnTo>
                    <a:pt x="5321129" y="748129"/>
                  </a:lnTo>
                  <a:lnTo>
                    <a:pt x="5376521" y="756974"/>
                  </a:lnTo>
                  <a:lnTo>
                    <a:pt x="5429894" y="766392"/>
                  </a:lnTo>
                  <a:lnTo>
                    <a:pt x="5481159" y="776364"/>
                  </a:lnTo>
                  <a:lnTo>
                    <a:pt x="5530226" y="786868"/>
                  </a:lnTo>
                  <a:lnTo>
                    <a:pt x="5577007" y="797886"/>
                  </a:lnTo>
                  <a:lnTo>
                    <a:pt x="5621413" y="809397"/>
                  </a:lnTo>
                  <a:lnTo>
                    <a:pt x="5663356" y="821382"/>
                  </a:lnTo>
                  <a:lnTo>
                    <a:pt x="5702747" y="833820"/>
                  </a:lnTo>
                  <a:lnTo>
                    <a:pt x="5739496" y="846692"/>
                  </a:lnTo>
                  <a:lnTo>
                    <a:pt x="5804716" y="873657"/>
                  </a:lnTo>
                  <a:lnTo>
                    <a:pt x="5858307" y="902116"/>
                  </a:lnTo>
                  <a:lnTo>
                    <a:pt x="5899558" y="931912"/>
                  </a:lnTo>
                  <a:lnTo>
                    <a:pt x="5927758" y="962883"/>
                  </a:lnTo>
                  <a:lnTo>
                    <a:pt x="5944038" y="1011197"/>
                  </a:lnTo>
                  <a:lnTo>
                    <a:pt x="5927758" y="1059509"/>
                  </a:lnTo>
                  <a:lnTo>
                    <a:pt x="5899558" y="1090479"/>
                  </a:lnTo>
                  <a:lnTo>
                    <a:pt x="5858307" y="1120273"/>
                  </a:lnTo>
                  <a:lnTo>
                    <a:pt x="5804716" y="1148733"/>
                  </a:lnTo>
                  <a:lnTo>
                    <a:pt x="5739496" y="1175697"/>
                  </a:lnTo>
                  <a:lnTo>
                    <a:pt x="5702747" y="1188569"/>
                  </a:lnTo>
                  <a:lnTo>
                    <a:pt x="5663356" y="1201008"/>
                  </a:lnTo>
                  <a:lnTo>
                    <a:pt x="5621413" y="1212992"/>
                  </a:lnTo>
                  <a:lnTo>
                    <a:pt x="5577007" y="1224504"/>
                  </a:lnTo>
                  <a:lnTo>
                    <a:pt x="5530226" y="1235522"/>
                  </a:lnTo>
                  <a:lnTo>
                    <a:pt x="5481159" y="1246027"/>
                  </a:lnTo>
                  <a:lnTo>
                    <a:pt x="5429894" y="1255999"/>
                  </a:lnTo>
                  <a:lnTo>
                    <a:pt x="5376521" y="1265417"/>
                  </a:lnTo>
                  <a:lnTo>
                    <a:pt x="5321129" y="1274262"/>
                  </a:lnTo>
                  <a:lnTo>
                    <a:pt x="5263805" y="1282515"/>
                  </a:lnTo>
                  <a:lnTo>
                    <a:pt x="5204639" y="1290154"/>
                  </a:lnTo>
                  <a:lnTo>
                    <a:pt x="5143720" y="1297160"/>
                  </a:lnTo>
                  <a:lnTo>
                    <a:pt x="5081136" y="1303514"/>
                  </a:lnTo>
                  <a:lnTo>
                    <a:pt x="5016976" y="1309195"/>
                  </a:lnTo>
                  <a:lnTo>
                    <a:pt x="4951330" y="1314183"/>
                  </a:lnTo>
                  <a:lnTo>
                    <a:pt x="4884284" y="1318458"/>
                  </a:lnTo>
                  <a:lnTo>
                    <a:pt x="4815930" y="1322001"/>
                  </a:lnTo>
                  <a:lnTo>
                    <a:pt x="4746354" y="1324791"/>
                  </a:lnTo>
                  <a:lnTo>
                    <a:pt x="4675647" y="1326809"/>
                  </a:lnTo>
                  <a:lnTo>
                    <a:pt x="4603896" y="1328034"/>
                  </a:lnTo>
                  <a:lnTo>
                    <a:pt x="4531190" y="1328447"/>
                  </a:lnTo>
                  <a:lnTo>
                    <a:pt x="4458485" y="1328034"/>
                  </a:lnTo>
                  <a:lnTo>
                    <a:pt x="4386734" y="1326809"/>
                  </a:lnTo>
                  <a:lnTo>
                    <a:pt x="4316027" y="1324791"/>
                  </a:lnTo>
                  <a:lnTo>
                    <a:pt x="4246451" y="1322001"/>
                  </a:lnTo>
                  <a:lnTo>
                    <a:pt x="4178096" y="1318458"/>
                  </a:lnTo>
                  <a:lnTo>
                    <a:pt x="4111051" y="1314183"/>
                  </a:lnTo>
                  <a:lnTo>
                    <a:pt x="4045404" y="1309195"/>
                  </a:lnTo>
                  <a:lnTo>
                    <a:pt x="3981245" y="1303514"/>
                  </a:lnTo>
                  <a:lnTo>
                    <a:pt x="3918661" y="1297160"/>
                  </a:lnTo>
                  <a:lnTo>
                    <a:pt x="3857742" y="1290154"/>
                  </a:lnTo>
                  <a:lnTo>
                    <a:pt x="3798576" y="1282515"/>
                  </a:lnTo>
                  <a:lnTo>
                    <a:pt x="3741252" y="1274262"/>
                  </a:lnTo>
                  <a:lnTo>
                    <a:pt x="3685859" y="1265417"/>
                  </a:lnTo>
                  <a:lnTo>
                    <a:pt x="3632487" y="1255999"/>
                  </a:lnTo>
                  <a:lnTo>
                    <a:pt x="3581222" y="1246027"/>
                  </a:lnTo>
                  <a:lnTo>
                    <a:pt x="3532155" y="1235522"/>
                  </a:lnTo>
                  <a:lnTo>
                    <a:pt x="3485374" y="1224504"/>
                  </a:lnTo>
                  <a:lnTo>
                    <a:pt x="3440967" y="1212992"/>
                  </a:lnTo>
                  <a:lnTo>
                    <a:pt x="3399025" y="1201008"/>
                  </a:lnTo>
                  <a:lnTo>
                    <a:pt x="3359634" y="1188569"/>
                  </a:lnTo>
                  <a:lnTo>
                    <a:pt x="3322885" y="1175697"/>
                  </a:lnTo>
                  <a:lnTo>
                    <a:pt x="3257665" y="1148733"/>
                  </a:lnTo>
                  <a:lnTo>
                    <a:pt x="3204074" y="1120273"/>
                  </a:lnTo>
                  <a:lnTo>
                    <a:pt x="3162823" y="1090479"/>
                  </a:lnTo>
                  <a:lnTo>
                    <a:pt x="3134622" y="1059509"/>
                  </a:lnTo>
                  <a:lnTo>
                    <a:pt x="3120182" y="1027522"/>
                  </a:lnTo>
                  <a:lnTo>
                    <a:pt x="3118343" y="1011197"/>
                  </a:lnTo>
                  <a:close/>
                </a:path>
              </a:pathLst>
            </a:cu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26012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3BEFA-9E38-1C4E-A20B-87CB0B960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Yandex </a:t>
            </a:r>
            <a:r>
              <a:rPr lang="en-US" dirty="0" err="1"/>
              <a:t>DataPlatform</a:t>
            </a:r>
            <a:r>
              <a:rPr lang="en-US" dirty="0"/>
              <a:t> </a:t>
            </a:r>
            <a:r>
              <a:rPr lang="ru-RU" dirty="0"/>
              <a:t>и Контейнерная разработка</a:t>
            </a:r>
            <a:endParaRPr lang="en-US" dirty="0"/>
          </a:p>
        </p:txBody>
      </p:sp>
      <p:grpSp>
        <p:nvGrpSpPr>
          <p:cNvPr id="3" name="Google Shape;331;p36">
            <a:extLst>
              <a:ext uri="{FF2B5EF4-FFF2-40B4-BE49-F238E27FC236}">
                <a16:creationId xmlns:a16="http://schemas.microsoft.com/office/drawing/2014/main" id="{B3C2DFB5-AA8D-4040-89EB-B0C15FE7530E}"/>
              </a:ext>
            </a:extLst>
          </p:cNvPr>
          <p:cNvGrpSpPr/>
          <p:nvPr/>
        </p:nvGrpSpPr>
        <p:grpSpPr>
          <a:xfrm>
            <a:off x="2940050" y="914400"/>
            <a:ext cx="6203950" cy="4196183"/>
            <a:chOff x="1097547" y="841523"/>
            <a:chExt cx="6394987" cy="4231909"/>
          </a:xfrm>
        </p:grpSpPr>
        <p:sp>
          <p:nvSpPr>
            <p:cNvPr id="4" name="Google Shape;332;p36">
              <a:extLst>
                <a:ext uri="{FF2B5EF4-FFF2-40B4-BE49-F238E27FC236}">
                  <a16:creationId xmlns:a16="http://schemas.microsoft.com/office/drawing/2014/main" id="{82139AC4-4549-9B46-99C8-406AB6333F9B}"/>
                </a:ext>
              </a:extLst>
            </p:cNvPr>
            <p:cNvSpPr/>
            <p:nvPr/>
          </p:nvSpPr>
          <p:spPr>
            <a:xfrm>
              <a:off x="1097547" y="4161716"/>
              <a:ext cx="6394987" cy="911598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" name="Google Shape;333;p36">
              <a:extLst>
                <a:ext uri="{FF2B5EF4-FFF2-40B4-BE49-F238E27FC236}">
                  <a16:creationId xmlns:a16="http://schemas.microsoft.com/office/drawing/2014/main" id="{0BF84CAA-C168-5443-A9FB-668C68830F75}"/>
                </a:ext>
              </a:extLst>
            </p:cNvPr>
            <p:cNvSpPr/>
            <p:nvPr/>
          </p:nvSpPr>
          <p:spPr>
            <a:xfrm>
              <a:off x="1218447" y="841523"/>
              <a:ext cx="6054987" cy="3366843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6" name="Google Shape;334;p36">
              <a:extLst>
                <a:ext uri="{FF2B5EF4-FFF2-40B4-BE49-F238E27FC236}">
                  <a16:creationId xmlns:a16="http://schemas.microsoft.com/office/drawing/2014/main" id="{FC3FF1A6-3652-0C45-9001-3144AB4535B6}"/>
                </a:ext>
              </a:extLst>
            </p:cNvPr>
            <p:cNvSpPr/>
            <p:nvPr/>
          </p:nvSpPr>
          <p:spPr>
            <a:xfrm>
              <a:off x="1218447" y="1024672"/>
              <a:ext cx="6114415" cy="4048760"/>
            </a:xfrm>
            <a:custGeom>
              <a:avLst/>
              <a:gdLst/>
              <a:ahLst/>
              <a:cxnLst/>
              <a:rect l="l" t="t" r="r" b="b"/>
              <a:pathLst>
                <a:path w="6114415" h="4048760" extrusionOk="0">
                  <a:moveTo>
                    <a:pt x="4103566" y="1841071"/>
                  </a:moveTo>
                  <a:lnTo>
                    <a:pt x="4113399" y="1794193"/>
                  </a:lnTo>
                  <a:lnTo>
                    <a:pt x="4141963" y="1749449"/>
                  </a:lnTo>
                  <a:lnTo>
                    <a:pt x="4187854" y="1707332"/>
                  </a:lnTo>
                  <a:lnTo>
                    <a:pt x="4249671" y="1668331"/>
                  </a:lnTo>
                  <a:lnTo>
                    <a:pt x="4286113" y="1650152"/>
                  </a:lnTo>
                  <a:lnTo>
                    <a:pt x="4326010" y="1632937"/>
                  </a:lnTo>
                  <a:lnTo>
                    <a:pt x="4369188" y="1616746"/>
                  </a:lnTo>
                  <a:lnTo>
                    <a:pt x="4415469" y="1601642"/>
                  </a:lnTo>
                  <a:lnTo>
                    <a:pt x="4464680" y="1587684"/>
                  </a:lnTo>
                  <a:lnTo>
                    <a:pt x="4516645" y="1574935"/>
                  </a:lnTo>
                  <a:lnTo>
                    <a:pt x="4571189" y="1563457"/>
                  </a:lnTo>
                  <a:lnTo>
                    <a:pt x="4628136" y="1553309"/>
                  </a:lnTo>
                  <a:lnTo>
                    <a:pt x="4687310" y="1544555"/>
                  </a:lnTo>
                  <a:lnTo>
                    <a:pt x="4748537" y="1537254"/>
                  </a:lnTo>
                  <a:lnTo>
                    <a:pt x="4811642" y="1531470"/>
                  </a:lnTo>
                  <a:lnTo>
                    <a:pt x="4876448" y="1527262"/>
                  </a:lnTo>
                  <a:lnTo>
                    <a:pt x="4942781" y="1524692"/>
                  </a:lnTo>
                  <a:lnTo>
                    <a:pt x="5010464" y="1523821"/>
                  </a:lnTo>
                  <a:lnTo>
                    <a:pt x="5078148" y="1524692"/>
                  </a:lnTo>
                  <a:lnTo>
                    <a:pt x="5144481" y="1527262"/>
                  </a:lnTo>
                  <a:lnTo>
                    <a:pt x="5209287" y="1531470"/>
                  </a:lnTo>
                  <a:lnTo>
                    <a:pt x="5272391" y="1537254"/>
                  </a:lnTo>
                  <a:lnTo>
                    <a:pt x="5333619" y="1544555"/>
                  </a:lnTo>
                  <a:lnTo>
                    <a:pt x="5392793" y="1553309"/>
                  </a:lnTo>
                  <a:lnTo>
                    <a:pt x="5449740" y="1563457"/>
                  </a:lnTo>
                  <a:lnTo>
                    <a:pt x="5504283" y="1574935"/>
                  </a:lnTo>
                  <a:lnTo>
                    <a:pt x="5556248" y="1587684"/>
                  </a:lnTo>
                  <a:lnTo>
                    <a:pt x="5605459" y="1601642"/>
                  </a:lnTo>
                  <a:lnTo>
                    <a:pt x="5651741" y="1616746"/>
                  </a:lnTo>
                  <a:lnTo>
                    <a:pt x="5694918" y="1632937"/>
                  </a:lnTo>
                  <a:lnTo>
                    <a:pt x="5734816" y="1650152"/>
                  </a:lnTo>
                  <a:lnTo>
                    <a:pt x="5771258" y="1668331"/>
                  </a:lnTo>
                  <a:lnTo>
                    <a:pt x="5833074" y="1707332"/>
                  </a:lnTo>
                  <a:lnTo>
                    <a:pt x="5878966" y="1749449"/>
                  </a:lnTo>
                  <a:lnTo>
                    <a:pt x="5907530" y="1794193"/>
                  </a:lnTo>
                  <a:lnTo>
                    <a:pt x="5917363" y="1841071"/>
                  </a:lnTo>
                  <a:lnTo>
                    <a:pt x="5907530" y="1887949"/>
                  </a:lnTo>
                  <a:lnTo>
                    <a:pt x="5878966" y="1932692"/>
                  </a:lnTo>
                  <a:lnTo>
                    <a:pt x="5833074" y="1974810"/>
                  </a:lnTo>
                  <a:lnTo>
                    <a:pt x="5771258" y="2013811"/>
                  </a:lnTo>
                  <a:lnTo>
                    <a:pt x="5734816" y="2031989"/>
                  </a:lnTo>
                  <a:lnTo>
                    <a:pt x="5694918" y="2049205"/>
                  </a:lnTo>
                  <a:lnTo>
                    <a:pt x="5651741" y="2065395"/>
                  </a:lnTo>
                  <a:lnTo>
                    <a:pt x="5605459" y="2080500"/>
                  </a:lnTo>
                  <a:lnTo>
                    <a:pt x="5556248" y="2094457"/>
                  </a:lnTo>
                  <a:lnTo>
                    <a:pt x="5504283" y="2107206"/>
                  </a:lnTo>
                  <a:lnTo>
                    <a:pt x="5449740" y="2118685"/>
                  </a:lnTo>
                  <a:lnTo>
                    <a:pt x="5392793" y="2128832"/>
                  </a:lnTo>
                  <a:lnTo>
                    <a:pt x="5333619" y="2137587"/>
                  </a:lnTo>
                  <a:lnTo>
                    <a:pt x="5272391" y="2144887"/>
                  </a:lnTo>
                  <a:lnTo>
                    <a:pt x="5209287" y="2150672"/>
                  </a:lnTo>
                  <a:lnTo>
                    <a:pt x="5144481" y="2154880"/>
                  </a:lnTo>
                  <a:lnTo>
                    <a:pt x="5078148" y="2157450"/>
                  </a:lnTo>
                  <a:lnTo>
                    <a:pt x="5010464" y="2158320"/>
                  </a:lnTo>
                  <a:lnTo>
                    <a:pt x="4942781" y="2157450"/>
                  </a:lnTo>
                  <a:lnTo>
                    <a:pt x="4876448" y="2154880"/>
                  </a:lnTo>
                  <a:lnTo>
                    <a:pt x="4811642" y="2150672"/>
                  </a:lnTo>
                  <a:lnTo>
                    <a:pt x="4748537" y="2144887"/>
                  </a:lnTo>
                  <a:lnTo>
                    <a:pt x="4687310" y="2137587"/>
                  </a:lnTo>
                  <a:lnTo>
                    <a:pt x="4628136" y="2128832"/>
                  </a:lnTo>
                  <a:lnTo>
                    <a:pt x="4571189" y="2118685"/>
                  </a:lnTo>
                  <a:lnTo>
                    <a:pt x="4516645" y="2107206"/>
                  </a:lnTo>
                  <a:lnTo>
                    <a:pt x="4464680" y="2094457"/>
                  </a:lnTo>
                  <a:lnTo>
                    <a:pt x="4415469" y="2080500"/>
                  </a:lnTo>
                  <a:lnTo>
                    <a:pt x="4369188" y="2065395"/>
                  </a:lnTo>
                  <a:lnTo>
                    <a:pt x="4326010" y="2049205"/>
                  </a:lnTo>
                  <a:lnTo>
                    <a:pt x="4286113" y="2031989"/>
                  </a:lnTo>
                  <a:lnTo>
                    <a:pt x="4249671" y="2013811"/>
                  </a:lnTo>
                  <a:lnTo>
                    <a:pt x="4187854" y="1974810"/>
                  </a:lnTo>
                  <a:lnTo>
                    <a:pt x="4141963" y="1932692"/>
                  </a:lnTo>
                  <a:lnTo>
                    <a:pt x="4113399" y="1887949"/>
                  </a:lnTo>
                  <a:lnTo>
                    <a:pt x="4106054" y="1864746"/>
                  </a:lnTo>
                  <a:lnTo>
                    <a:pt x="4103566" y="1841071"/>
                  </a:lnTo>
                  <a:close/>
                </a:path>
                <a:path w="6114415" h="4048760" extrusionOk="0">
                  <a:moveTo>
                    <a:pt x="4014141" y="1206572"/>
                  </a:moveTo>
                  <a:lnTo>
                    <a:pt x="4023974" y="1159691"/>
                  </a:lnTo>
                  <a:lnTo>
                    <a:pt x="4052538" y="1114946"/>
                  </a:lnTo>
                  <a:lnTo>
                    <a:pt x="4098430" y="1072828"/>
                  </a:lnTo>
                  <a:lnTo>
                    <a:pt x="4160246" y="1033826"/>
                  </a:lnTo>
                  <a:lnTo>
                    <a:pt x="4196688" y="1015648"/>
                  </a:lnTo>
                  <a:lnTo>
                    <a:pt x="4236586" y="998433"/>
                  </a:lnTo>
                  <a:lnTo>
                    <a:pt x="4279763" y="982243"/>
                  </a:lnTo>
                  <a:lnTo>
                    <a:pt x="4326045" y="967139"/>
                  </a:lnTo>
                  <a:lnTo>
                    <a:pt x="4375256" y="953182"/>
                  </a:lnTo>
                  <a:lnTo>
                    <a:pt x="4427221" y="940433"/>
                  </a:lnTo>
                  <a:lnTo>
                    <a:pt x="4481764" y="928955"/>
                  </a:lnTo>
                  <a:lnTo>
                    <a:pt x="4538711" y="918809"/>
                  </a:lnTo>
                  <a:lnTo>
                    <a:pt x="4597885" y="910055"/>
                  </a:lnTo>
                  <a:lnTo>
                    <a:pt x="4659113" y="902755"/>
                  </a:lnTo>
                  <a:lnTo>
                    <a:pt x="4722217" y="896970"/>
                  </a:lnTo>
                  <a:lnTo>
                    <a:pt x="4787023" y="892763"/>
                  </a:lnTo>
                  <a:lnTo>
                    <a:pt x="4853356" y="890193"/>
                  </a:lnTo>
                  <a:lnTo>
                    <a:pt x="4921040" y="889323"/>
                  </a:lnTo>
                  <a:lnTo>
                    <a:pt x="4988723" y="890193"/>
                  </a:lnTo>
                  <a:lnTo>
                    <a:pt x="5055056" y="892763"/>
                  </a:lnTo>
                  <a:lnTo>
                    <a:pt x="5119862" y="896970"/>
                  </a:lnTo>
                  <a:lnTo>
                    <a:pt x="5182967" y="902755"/>
                  </a:lnTo>
                  <a:lnTo>
                    <a:pt x="5244194" y="910055"/>
                  </a:lnTo>
                  <a:lnTo>
                    <a:pt x="5303368" y="918809"/>
                  </a:lnTo>
                  <a:lnTo>
                    <a:pt x="5360315" y="928955"/>
                  </a:lnTo>
                  <a:lnTo>
                    <a:pt x="5414859" y="940433"/>
                  </a:lnTo>
                  <a:lnTo>
                    <a:pt x="5466824" y="953182"/>
                  </a:lnTo>
                  <a:lnTo>
                    <a:pt x="5516035" y="967139"/>
                  </a:lnTo>
                  <a:lnTo>
                    <a:pt x="5562316" y="982243"/>
                  </a:lnTo>
                  <a:lnTo>
                    <a:pt x="5605494" y="998433"/>
                  </a:lnTo>
                  <a:lnTo>
                    <a:pt x="5645391" y="1015648"/>
                  </a:lnTo>
                  <a:lnTo>
                    <a:pt x="5681833" y="1033826"/>
                  </a:lnTo>
                  <a:lnTo>
                    <a:pt x="5743650" y="1072828"/>
                  </a:lnTo>
                  <a:lnTo>
                    <a:pt x="5789541" y="1114946"/>
                  </a:lnTo>
                  <a:lnTo>
                    <a:pt x="5818105" y="1159691"/>
                  </a:lnTo>
                  <a:lnTo>
                    <a:pt x="5827938" y="1206572"/>
                  </a:lnTo>
                  <a:lnTo>
                    <a:pt x="5818105" y="1253453"/>
                  </a:lnTo>
                  <a:lnTo>
                    <a:pt x="5789541" y="1298198"/>
                  </a:lnTo>
                  <a:lnTo>
                    <a:pt x="5743650" y="1340316"/>
                  </a:lnTo>
                  <a:lnTo>
                    <a:pt x="5681833" y="1379318"/>
                  </a:lnTo>
                  <a:lnTo>
                    <a:pt x="5645391" y="1397496"/>
                  </a:lnTo>
                  <a:lnTo>
                    <a:pt x="5605494" y="1414711"/>
                  </a:lnTo>
                  <a:lnTo>
                    <a:pt x="5562316" y="1430901"/>
                  </a:lnTo>
                  <a:lnTo>
                    <a:pt x="5516035" y="1446006"/>
                  </a:lnTo>
                  <a:lnTo>
                    <a:pt x="5466824" y="1459962"/>
                  </a:lnTo>
                  <a:lnTo>
                    <a:pt x="5414859" y="1472711"/>
                  </a:lnTo>
                  <a:lnTo>
                    <a:pt x="5360315" y="1484189"/>
                  </a:lnTo>
                  <a:lnTo>
                    <a:pt x="5303368" y="1494336"/>
                  </a:lnTo>
                  <a:lnTo>
                    <a:pt x="5244194" y="1503089"/>
                  </a:lnTo>
                  <a:lnTo>
                    <a:pt x="5182967" y="1510389"/>
                  </a:lnTo>
                  <a:lnTo>
                    <a:pt x="5119862" y="1516174"/>
                  </a:lnTo>
                  <a:lnTo>
                    <a:pt x="5055056" y="1520382"/>
                  </a:lnTo>
                  <a:lnTo>
                    <a:pt x="4988723" y="1522951"/>
                  </a:lnTo>
                  <a:lnTo>
                    <a:pt x="4921040" y="1523821"/>
                  </a:lnTo>
                  <a:lnTo>
                    <a:pt x="4853356" y="1522951"/>
                  </a:lnTo>
                  <a:lnTo>
                    <a:pt x="4787023" y="1520382"/>
                  </a:lnTo>
                  <a:lnTo>
                    <a:pt x="4722217" y="1516174"/>
                  </a:lnTo>
                  <a:lnTo>
                    <a:pt x="4659113" y="1510389"/>
                  </a:lnTo>
                  <a:lnTo>
                    <a:pt x="4597885" y="1503089"/>
                  </a:lnTo>
                  <a:lnTo>
                    <a:pt x="4538711" y="1494336"/>
                  </a:lnTo>
                  <a:lnTo>
                    <a:pt x="4481764" y="1484189"/>
                  </a:lnTo>
                  <a:lnTo>
                    <a:pt x="4427221" y="1472711"/>
                  </a:lnTo>
                  <a:lnTo>
                    <a:pt x="4375256" y="1459962"/>
                  </a:lnTo>
                  <a:lnTo>
                    <a:pt x="4326045" y="1446006"/>
                  </a:lnTo>
                  <a:lnTo>
                    <a:pt x="4279763" y="1430901"/>
                  </a:lnTo>
                  <a:lnTo>
                    <a:pt x="4236586" y="1414711"/>
                  </a:lnTo>
                  <a:lnTo>
                    <a:pt x="4196688" y="1397496"/>
                  </a:lnTo>
                  <a:lnTo>
                    <a:pt x="4160246" y="1379318"/>
                  </a:lnTo>
                  <a:lnTo>
                    <a:pt x="4098430" y="1340316"/>
                  </a:lnTo>
                  <a:lnTo>
                    <a:pt x="4052538" y="1298198"/>
                  </a:lnTo>
                  <a:lnTo>
                    <a:pt x="4023974" y="1253453"/>
                  </a:lnTo>
                  <a:lnTo>
                    <a:pt x="4016629" y="1230249"/>
                  </a:lnTo>
                  <a:lnTo>
                    <a:pt x="4014141" y="1206572"/>
                  </a:lnTo>
                  <a:close/>
                </a:path>
                <a:path w="6114415" h="4048760" extrusionOk="0">
                  <a:moveTo>
                    <a:pt x="4042041" y="317249"/>
                  </a:moveTo>
                  <a:lnTo>
                    <a:pt x="4051874" y="270368"/>
                  </a:lnTo>
                  <a:lnTo>
                    <a:pt x="4080438" y="225623"/>
                  </a:lnTo>
                  <a:lnTo>
                    <a:pt x="4126329" y="183504"/>
                  </a:lnTo>
                  <a:lnTo>
                    <a:pt x="4188146" y="144503"/>
                  </a:lnTo>
                  <a:lnTo>
                    <a:pt x="4224588" y="126325"/>
                  </a:lnTo>
                  <a:lnTo>
                    <a:pt x="4264485" y="109110"/>
                  </a:lnTo>
                  <a:lnTo>
                    <a:pt x="4307663" y="92920"/>
                  </a:lnTo>
                  <a:lnTo>
                    <a:pt x="4353944" y="77815"/>
                  </a:lnTo>
                  <a:lnTo>
                    <a:pt x="4403156" y="63858"/>
                  </a:lnTo>
                  <a:lnTo>
                    <a:pt x="4455120" y="51110"/>
                  </a:lnTo>
                  <a:lnTo>
                    <a:pt x="4509664" y="39632"/>
                  </a:lnTo>
                  <a:lnTo>
                    <a:pt x="4566611" y="29485"/>
                  </a:lnTo>
                  <a:lnTo>
                    <a:pt x="4625785" y="20731"/>
                  </a:lnTo>
                  <a:lnTo>
                    <a:pt x="4687012" y="13432"/>
                  </a:lnTo>
                  <a:lnTo>
                    <a:pt x="4750117" y="7647"/>
                  </a:lnTo>
                  <a:lnTo>
                    <a:pt x="4814923" y="3439"/>
                  </a:lnTo>
                  <a:lnTo>
                    <a:pt x="4881256" y="870"/>
                  </a:lnTo>
                  <a:lnTo>
                    <a:pt x="4948940" y="0"/>
                  </a:lnTo>
                  <a:lnTo>
                    <a:pt x="5016623" y="870"/>
                  </a:lnTo>
                  <a:lnTo>
                    <a:pt x="5082956" y="3439"/>
                  </a:lnTo>
                  <a:lnTo>
                    <a:pt x="5147762" y="7647"/>
                  </a:lnTo>
                  <a:lnTo>
                    <a:pt x="5210867" y="13432"/>
                  </a:lnTo>
                  <a:lnTo>
                    <a:pt x="5272094" y="20731"/>
                  </a:lnTo>
                  <a:lnTo>
                    <a:pt x="5331268" y="29485"/>
                  </a:lnTo>
                  <a:lnTo>
                    <a:pt x="5388215" y="39632"/>
                  </a:lnTo>
                  <a:lnTo>
                    <a:pt x="5442759" y="51110"/>
                  </a:lnTo>
                  <a:lnTo>
                    <a:pt x="5494724" y="63858"/>
                  </a:lnTo>
                  <a:lnTo>
                    <a:pt x="5543935" y="77815"/>
                  </a:lnTo>
                  <a:lnTo>
                    <a:pt x="5590216" y="92920"/>
                  </a:lnTo>
                  <a:lnTo>
                    <a:pt x="5633394" y="109110"/>
                  </a:lnTo>
                  <a:lnTo>
                    <a:pt x="5673291" y="126325"/>
                  </a:lnTo>
                  <a:lnTo>
                    <a:pt x="5709733" y="144503"/>
                  </a:lnTo>
                  <a:lnTo>
                    <a:pt x="5771550" y="183504"/>
                  </a:lnTo>
                  <a:lnTo>
                    <a:pt x="5817441" y="225623"/>
                  </a:lnTo>
                  <a:lnTo>
                    <a:pt x="5846005" y="270368"/>
                  </a:lnTo>
                  <a:lnTo>
                    <a:pt x="5855838" y="317249"/>
                  </a:lnTo>
                  <a:lnTo>
                    <a:pt x="5846005" y="364130"/>
                  </a:lnTo>
                  <a:lnTo>
                    <a:pt x="5817441" y="408875"/>
                  </a:lnTo>
                  <a:lnTo>
                    <a:pt x="5771550" y="450993"/>
                  </a:lnTo>
                  <a:lnTo>
                    <a:pt x="5709733" y="489995"/>
                  </a:lnTo>
                  <a:lnTo>
                    <a:pt x="5673291" y="508173"/>
                  </a:lnTo>
                  <a:lnTo>
                    <a:pt x="5633394" y="525388"/>
                  </a:lnTo>
                  <a:lnTo>
                    <a:pt x="5590216" y="541578"/>
                  </a:lnTo>
                  <a:lnTo>
                    <a:pt x="5543935" y="556682"/>
                  </a:lnTo>
                  <a:lnTo>
                    <a:pt x="5494724" y="570639"/>
                  </a:lnTo>
                  <a:lnTo>
                    <a:pt x="5442759" y="583387"/>
                  </a:lnTo>
                  <a:lnTo>
                    <a:pt x="5388215" y="594866"/>
                  </a:lnTo>
                  <a:lnTo>
                    <a:pt x="5331268" y="605012"/>
                  </a:lnTo>
                  <a:lnTo>
                    <a:pt x="5272094" y="613766"/>
                  </a:lnTo>
                  <a:lnTo>
                    <a:pt x="5210867" y="621066"/>
                  </a:lnTo>
                  <a:lnTo>
                    <a:pt x="5147762" y="626851"/>
                  </a:lnTo>
                  <a:lnTo>
                    <a:pt x="5082956" y="631058"/>
                  </a:lnTo>
                  <a:lnTo>
                    <a:pt x="5016623" y="633628"/>
                  </a:lnTo>
                  <a:lnTo>
                    <a:pt x="4948940" y="634498"/>
                  </a:lnTo>
                  <a:lnTo>
                    <a:pt x="4881256" y="633628"/>
                  </a:lnTo>
                  <a:lnTo>
                    <a:pt x="4814923" y="631058"/>
                  </a:lnTo>
                  <a:lnTo>
                    <a:pt x="4750117" y="626851"/>
                  </a:lnTo>
                  <a:lnTo>
                    <a:pt x="4687012" y="621066"/>
                  </a:lnTo>
                  <a:lnTo>
                    <a:pt x="4625785" y="613766"/>
                  </a:lnTo>
                  <a:lnTo>
                    <a:pt x="4566611" y="605012"/>
                  </a:lnTo>
                  <a:lnTo>
                    <a:pt x="4509664" y="594866"/>
                  </a:lnTo>
                  <a:lnTo>
                    <a:pt x="4455120" y="583387"/>
                  </a:lnTo>
                  <a:lnTo>
                    <a:pt x="4403156" y="570639"/>
                  </a:lnTo>
                  <a:lnTo>
                    <a:pt x="4353944" y="556682"/>
                  </a:lnTo>
                  <a:lnTo>
                    <a:pt x="4307663" y="541578"/>
                  </a:lnTo>
                  <a:lnTo>
                    <a:pt x="4264485" y="525388"/>
                  </a:lnTo>
                  <a:lnTo>
                    <a:pt x="4224588" y="508173"/>
                  </a:lnTo>
                  <a:lnTo>
                    <a:pt x="4188146" y="489995"/>
                  </a:lnTo>
                  <a:lnTo>
                    <a:pt x="4126329" y="450993"/>
                  </a:lnTo>
                  <a:lnTo>
                    <a:pt x="4080438" y="408875"/>
                  </a:lnTo>
                  <a:lnTo>
                    <a:pt x="4051874" y="364130"/>
                  </a:lnTo>
                  <a:lnTo>
                    <a:pt x="4044529" y="340926"/>
                  </a:lnTo>
                  <a:lnTo>
                    <a:pt x="4042041" y="317249"/>
                  </a:lnTo>
                  <a:close/>
                </a:path>
                <a:path w="6114415" h="4048760" extrusionOk="0">
                  <a:moveTo>
                    <a:pt x="0" y="2339170"/>
                  </a:moveTo>
                  <a:lnTo>
                    <a:pt x="9833" y="2292292"/>
                  </a:lnTo>
                  <a:lnTo>
                    <a:pt x="38397" y="2247548"/>
                  </a:lnTo>
                  <a:lnTo>
                    <a:pt x="84289" y="2205431"/>
                  </a:lnTo>
                  <a:lnTo>
                    <a:pt x="146106" y="2166430"/>
                  </a:lnTo>
                  <a:lnTo>
                    <a:pt x="182549" y="2148251"/>
                  </a:lnTo>
                  <a:lnTo>
                    <a:pt x="222446" y="2131036"/>
                  </a:lnTo>
                  <a:lnTo>
                    <a:pt x="265624" y="2114845"/>
                  </a:lnTo>
                  <a:lnTo>
                    <a:pt x="311906" y="2099741"/>
                  </a:lnTo>
                  <a:lnTo>
                    <a:pt x="361117" y="2085783"/>
                  </a:lnTo>
                  <a:lnTo>
                    <a:pt x="413082" y="2073034"/>
                  </a:lnTo>
                  <a:lnTo>
                    <a:pt x="467625" y="2061556"/>
                  </a:lnTo>
                  <a:lnTo>
                    <a:pt x="524572" y="2051408"/>
                  </a:lnTo>
                  <a:lnTo>
                    <a:pt x="583747" y="2042654"/>
                  </a:lnTo>
                  <a:lnTo>
                    <a:pt x="644973" y="2035353"/>
                  </a:lnTo>
                  <a:lnTo>
                    <a:pt x="708077" y="2029569"/>
                  </a:lnTo>
                  <a:lnTo>
                    <a:pt x="772883" y="2025361"/>
                  </a:lnTo>
                  <a:lnTo>
                    <a:pt x="839215" y="2022791"/>
                  </a:lnTo>
                  <a:lnTo>
                    <a:pt x="906898" y="2021920"/>
                  </a:lnTo>
                  <a:lnTo>
                    <a:pt x="974582" y="2022791"/>
                  </a:lnTo>
                  <a:lnTo>
                    <a:pt x="1040914" y="2025361"/>
                  </a:lnTo>
                  <a:lnTo>
                    <a:pt x="1105720" y="2029569"/>
                  </a:lnTo>
                  <a:lnTo>
                    <a:pt x="1168825" y="2035353"/>
                  </a:lnTo>
                  <a:lnTo>
                    <a:pt x="1230052" y="2042654"/>
                  </a:lnTo>
                  <a:lnTo>
                    <a:pt x="1289227" y="2051408"/>
                  </a:lnTo>
                  <a:lnTo>
                    <a:pt x="1346173" y="2061556"/>
                  </a:lnTo>
                  <a:lnTo>
                    <a:pt x="1400717" y="2073034"/>
                  </a:lnTo>
                  <a:lnTo>
                    <a:pt x="1452682" y="2085783"/>
                  </a:lnTo>
                  <a:lnTo>
                    <a:pt x="1501893" y="2099741"/>
                  </a:lnTo>
                  <a:lnTo>
                    <a:pt x="1548175" y="2114845"/>
                  </a:lnTo>
                  <a:lnTo>
                    <a:pt x="1591352" y="2131036"/>
                  </a:lnTo>
                  <a:lnTo>
                    <a:pt x="1631249" y="2148251"/>
                  </a:lnTo>
                  <a:lnTo>
                    <a:pt x="1667691" y="2166430"/>
                  </a:lnTo>
                  <a:lnTo>
                    <a:pt x="1729508" y="2205431"/>
                  </a:lnTo>
                  <a:lnTo>
                    <a:pt x="1775399" y="2247548"/>
                  </a:lnTo>
                  <a:lnTo>
                    <a:pt x="1803963" y="2292292"/>
                  </a:lnTo>
                  <a:lnTo>
                    <a:pt x="1813796" y="2339170"/>
                  </a:lnTo>
                  <a:lnTo>
                    <a:pt x="1803963" y="2386048"/>
                  </a:lnTo>
                  <a:lnTo>
                    <a:pt x="1775399" y="2430791"/>
                  </a:lnTo>
                  <a:lnTo>
                    <a:pt x="1729508" y="2472909"/>
                  </a:lnTo>
                  <a:lnTo>
                    <a:pt x="1667691" y="2511910"/>
                  </a:lnTo>
                  <a:lnTo>
                    <a:pt x="1631249" y="2530088"/>
                  </a:lnTo>
                  <a:lnTo>
                    <a:pt x="1591352" y="2547304"/>
                  </a:lnTo>
                  <a:lnTo>
                    <a:pt x="1548175" y="2563494"/>
                  </a:lnTo>
                  <a:lnTo>
                    <a:pt x="1501893" y="2578599"/>
                  </a:lnTo>
                  <a:lnTo>
                    <a:pt x="1452682" y="2592556"/>
                  </a:lnTo>
                  <a:lnTo>
                    <a:pt x="1400717" y="2605305"/>
                  </a:lnTo>
                  <a:lnTo>
                    <a:pt x="1346173" y="2616784"/>
                  </a:lnTo>
                  <a:lnTo>
                    <a:pt x="1289227" y="2626931"/>
                  </a:lnTo>
                  <a:lnTo>
                    <a:pt x="1230052" y="2635686"/>
                  </a:lnTo>
                  <a:lnTo>
                    <a:pt x="1168825" y="2642986"/>
                  </a:lnTo>
                  <a:lnTo>
                    <a:pt x="1105720" y="2648771"/>
                  </a:lnTo>
                  <a:lnTo>
                    <a:pt x="1040914" y="2652979"/>
                  </a:lnTo>
                  <a:lnTo>
                    <a:pt x="974582" y="2655549"/>
                  </a:lnTo>
                  <a:lnTo>
                    <a:pt x="906898" y="2656419"/>
                  </a:lnTo>
                  <a:lnTo>
                    <a:pt x="839215" y="2655549"/>
                  </a:lnTo>
                  <a:lnTo>
                    <a:pt x="772883" y="2652979"/>
                  </a:lnTo>
                  <a:lnTo>
                    <a:pt x="708077" y="2648771"/>
                  </a:lnTo>
                  <a:lnTo>
                    <a:pt x="644973" y="2642986"/>
                  </a:lnTo>
                  <a:lnTo>
                    <a:pt x="583747" y="2635686"/>
                  </a:lnTo>
                  <a:lnTo>
                    <a:pt x="524572" y="2626931"/>
                  </a:lnTo>
                  <a:lnTo>
                    <a:pt x="467625" y="2616784"/>
                  </a:lnTo>
                  <a:lnTo>
                    <a:pt x="413082" y="2605305"/>
                  </a:lnTo>
                  <a:lnTo>
                    <a:pt x="361117" y="2592556"/>
                  </a:lnTo>
                  <a:lnTo>
                    <a:pt x="311906" y="2578599"/>
                  </a:lnTo>
                  <a:lnTo>
                    <a:pt x="265624" y="2563494"/>
                  </a:lnTo>
                  <a:lnTo>
                    <a:pt x="222446" y="2547304"/>
                  </a:lnTo>
                  <a:lnTo>
                    <a:pt x="182549" y="2530088"/>
                  </a:lnTo>
                  <a:lnTo>
                    <a:pt x="146106" y="2511910"/>
                  </a:lnTo>
                  <a:lnTo>
                    <a:pt x="84289" y="2472909"/>
                  </a:lnTo>
                  <a:lnTo>
                    <a:pt x="38397" y="2430791"/>
                  </a:lnTo>
                  <a:lnTo>
                    <a:pt x="9833" y="2386048"/>
                  </a:lnTo>
                  <a:lnTo>
                    <a:pt x="2487" y="2362845"/>
                  </a:lnTo>
                  <a:lnTo>
                    <a:pt x="0" y="2339170"/>
                  </a:lnTo>
                  <a:close/>
                </a:path>
                <a:path w="6114415" h="4048760" extrusionOk="0">
                  <a:moveTo>
                    <a:pt x="31499" y="1273147"/>
                  </a:moveTo>
                  <a:lnTo>
                    <a:pt x="41333" y="1226266"/>
                  </a:lnTo>
                  <a:lnTo>
                    <a:pt x="69897" y="1181521"/>
                  </a:lnTo>
                  <a:lnTo>
                    <a:pt x="115789" y="1139403"/>
                  </a:lnTo>
                  <a:lnTo>
                    <a:pt x="177606" y="1100401"/>
                  </a:lnTo>
                  <a:lnTo>
                    <a:pt x="214049" y="1082223"/>
                  </a:lnTo>
                  <a:lnTo>
                    <a:pt x="253946" y="1065008"/>
                  </a:lnTo>
                  <a:lnTo>
                    <a:pt x="297124" y="1048818"/>
                  </a:lnTo>
                  <a:lnTo>
                    <a:pt x="343406" y="1033713"/>
                  </a:lnTo>
                  <a:lnTo>
                    <a:pt x="392617" y="1019757"/>
                  </a:lnTo>
                  <a:lnTo>
                    <a:pt x="444582" y="1007008"/>
                  </a:lnTo>
                  <a:lnTo>
                    <a:pt x="499125" y="995530"/>
                  </a:lnTo>
                  <a:lnTo>
                    <a:pt x="556072" y="985384"/>
                  </a:lnTo>
                  <a:lnTo>
                    <a:pt x="615246" y="976630"/>
                  </a:lnTo>
                  <a:lnTo>
                    <a:pt x="676473" y="969330"/>
                  </a:lnTo>
                  <a:lnTo>
                    <a:pt x="739577" y="963545"/>
                  </a:lnTo>
                  <a:lnTo>
                    <a:pt x="804383" y="959337"/>
                  </a:lnTo>
                  <a:lnTo>
                    <a:pt x="870715" y="956768"/>
                  </a:lnTo>
                  <a:lnTo>
                    <a:pt x="938398" y="955898"/>
                  </a:lnTo>
                  <a:lnTo>
                    <a:pt x="1006081" y="956768"/>
                  </a:lnTo>
                  <a:lnTo>
                    <a:pt x="1072414" y="959337"/>
                  </a:lnTo>
                  <a:lnTo>
                    <a:pt x="1137220" y="963545"/>
                  </a:lnTo>
                  <a:lnTo>
                    <a:pt x="1200325" y="969330"/>
                  </a:lnTo>
                  <a:lnTo>
                    <a:pt x="1261552" y="976630"/>
                  </a:lnTo>
                  <a:lnTo>
                    <a:pt x="1320726" y="985384"/>
                  </a:lnTo>
                  <a:lnTo>
                    <a:pt x="1377673" y="995530"/>
                  </a:lnTo>
                  <a:lnTo>
                    <a:pt x="1432217" y="1007008"/>
                  </a:lnTo>
                  <a:lnTo>
                    <a:pt x="1484182" y="1019757"/>
                  </a:lnTo>
                  <a:lnTo>
                    <a:pt x="1533393" y="1033713"/>
                  </a:lnTo>
                  <a:lnTo>
                    <a:pt x="1579674" y="1048818"/>
                  </a:lnTo>
                  <a:lnTo>
                    <a:pt x="1622852" y="1065008"/>
                  </a:lnTo>
                  <a:lnTo>
                    <a:pt x="1662749" y="1082223"/>
                  </a:lnTo>
                  <a:lnTo>
                    <a:pt x="1699191" y="1100401"/>
                  </a:lnTo>
                  <a:lnTo>
                    <a:pt x="1761008" y="1139403"/>
                  </a:lnTo>
                  <a:lnTo>
                    <a:pt x="1806899" y="1181521"/>
                  </a:lnTo>
                  <a:lnTo>
                    <a:pt x="1835463" y="1226266"/>
                  </a:lnTo>
                  <a:lnTo>
                    <a:pt x="1845296" y="1273147"/>
                  </a:lnTo>
                  <a:lnTo>
                    <a:pt x="1835463" y="1320028"/>
                  </a:lnTo>
                  <a:lnTo>
                    <a:pt x="1806899" y="1364773"/>
                  </a:lnTo>
                  <a:lnTo>
                    <a:pt x="1761008" y="1406891"/>
                  </a:lnTo>
                  <a:lnTo>
                    <a:pt x="1699191" y="1445893"/>
                  </a:lnTo>
                  <a:lnTo>
                    <a:pt x="1662749" y="1464071"/>
                  </a:lnTo>
                  <a:lnTo>
                    <a:pt x="1622852" y="1481286"/>
                  </a:lnTo>
                  <a:lnTo>
                    <a:pt x="1579674" y="1497476"/>
                  </a:lnTo>
                  <a:lnTo>
                    <a:pt x="1533393" y="1512580"/>
                  </a:lnTo>
                  <a:lnTo>
                    <a:pt x="1484182" y="1526537"/>
                  </a:lnTo>
                  <a:lnTo>
                    <a:pt x="1432217" y="1539286"/>
                  </a:lnTo>
                  <a:lnTo>
                    <a:pt x="1377673" y="1550764"/>
                  </a:lnTo>
                  <a:lnTo>
                    <a:pt x="1320726" y="1560910"/>
                  </a:lnTo>
                  <a:lnTo>
                    <a:pt x="1261552" y="1569664"/>
                  </a:lnTo>
                  <a:lnTo>
                    <a:pt x="1200325" y="1576964"/>
                  </a:lnTo>
                  <a:lnTo>
                    <a:pt x="1137220" y="1582749"/>
                  </a:lnTo>
                  <a:lnTo>
                    <a:pt x="1072414" y="1586957"/>
                  </a:lnTo>
                  <a:lnTo>
                    <a:pt x="1006081" y="1589526"/>
                  </a:lnTo>
                  <a:lnTo>
                    <a:pt x="938398" y="1590396"/>
                  </a:lnTo>
                  <a:lnTo>
                    <a:pt x="870715" y="1589526"/>
                  </a:lnTo>
                  <a:lnTo>
                    <a:pt x="804383" y="1586957"/>
                  </a:lnTo>
                  <a:lnTo>
                    <a:pt x="739577" y="1582749"/>
                  </a:lnTo>
                  <a:lnTo>
                    <a:pt x="676473" y="1576964"/>
                  </a:lnTo>
                  <a:lnTo>
                    <a:pt x="615246" y="1569664"/>
                  </a:lnTo>
                  <a:lnTo>
                    <a:pt x="556072" y="1560910"/>
                  </a:lnTo>
                  <a:lnTo>
                    <a:pt x="499125" y="1550764"/>
                  </a:lnTo>
                  <a:lnTo>
                    <a:pt x="444582" y="1539286"/>
                  </a:lnTo>
                  <a:lnTo>
                    <a:pt x="392617" y="1526537"/>
                  </a:lnTo>
                  <a:lnTo>
                    <a:pt x="343406" y="1512580"/>
                  </a:lnTo>
                  <a:lnTo>
                    <a:pt x="297124" y="1497476"/>
                  </a:lnTo>
                  <a:lnTo>
                    <a:pt x="253946" y="1481286"/>
                  </a:lnTo>
                  <a:lnTo>
                    <a:pt x="214049" y="1464071"/>
                  </a:lnTo>
                  <a:lnTo>
                    <a:pt x="177606" y="1445893"/>
                  </a:lnTo>
                  <a:lnTo>
                    <a:pt x="115789" y="1406891"/>
                  </a:lnTo>
                  <a:lnTo>
                    <a:pt x="69897" y="1364773"/>
                  </a:lnTo>
                  <a:lnTo>
                    <a:pt x="41333" y="1320028"/>
                  </a:lnTo>
                  <a:lnTo>
                    <a:pt x="33987" y="1296824"/>
                  </a:lnTo>
                  <a:lnTo>
                    <a:pt x="31499" y="1273147"/>
                  </a:lnTo>
                  <a:close/>
                </a:path>
                <a:path w="6114415" h="4048760" extrusionOk="0">
                  <a:moveTo>
                    <a:pt x="64424" y="355899"/>
                  </a:moveTo>
                  <a:lnTo>
                    <a:pt x="74257" y="309018"/>
                  </a:lnTo>
                  <a:lnTo>
                    <a:pt x="102822" y="264273"/>
                  </a:lnTo>
                  <a:lnTo>
                    <a:pt x="148714" y="222154"/>
                  </a:lnTo>
                  <a:lnTo>
                    <a:pt x="210531" y="183153"/>
                  </a:lnTo>
                  <a:lnTo>
                    <a:pt x="246973" y="164975"/>
                  </a:lnTo>
                  <a:lnTo>
                    <a:pt x="286871" y="147760"/>
                  </a:lnTo>
                  <a:lnTo>
                    <a:pt x="330049" y="131570"/>
                  </a:lnTo>
                  <a:lnTo>
                    <a:pt x="376331" y="116465"/>
                  </a:lnTo>
                  <a:lnTo>
                    <a:pt x="425542" y="102508"/>
                  </a:lnTo>
                  <a:lnTo>
                    <a:pt x="477507" y="89760"/>
                  </a:lnTo>
                  <a:lnTo>
                    <a:pt x="532050" y="78282"/>
                  </a:lnTo>
                  <a:lnTo>
                    <a:pt x="588997" y="68135"/>
                  </a:lnTo>
                  <a:lnTo>
                    <a:pt x="648171" y="59381"/>
                  </a:lnTo>
                  <a:lnTo>
                    <a:pt x="709398" y="52081"/>
                  </a:lnTo>
                  <a:lnTo>
                    <a:pt x="772502" y="46297"/>
                  </a:lnTo>
                  <a:lnTo>
                    <a:pt x="837308" y="42089"/>
                  </a:lnTo>
                  <a:lnTo>
                    <a:pt x="903640" y="39520"/>
                  </a:lnTo>
                  <a:lnTo>
                    <a:pt x="971323" y="38649"/>
                  </a:lnTo>
                  <a:lnTo>
                    <a:pt x="1039006" y="39520"/>
                  </a:lnTo>
                  <a:lnTo>
                    <a:pt x="1105339" y="42089"/>
                  </a:lnTo>
                  <a:lnTo>
                    <a:pt x="1170145" y="46297"/>
                  </a:lnTo>
                  <a:lnTo>
                    <a:pt x="1233250" y="52081"/>
                  </a:lnTo>
                  <a:lnTo>
                    <a:pt x="1294477" y="59381"/>
                  </a:lnTo>
                  <a:lnTo>
                    <a:pt x="1353651" y="68135"/>
                  </a:lnTo>
                  <a:lnTo>
                    <a:pt x="1410598" y="78282"/>
                  </a:lnTo>
                  <a:lnTo>
                    <a:pt x="1465142" y="89760"/>
                  </a:lnTo>
                  <a:lnTo>
                    <a:pt x="1517107" y="102508"/>
                  </a:lnTo>
                  <a:lnTo>
                    <a:pt x="1566318" y="116465"/>
                  </a:lnTo>
                  <a:lnTo>
                    <a:pt x="1612599" y="131570"/>
                  </a:lnTo>
                  <a:lnTo>
                    <a:pt x="1655777" y="147760"/>
                  </a:lnTo>
                  <a:lnTo>
                    <a:pt x="1695674" y="164975"/>
                  </a:lnTo>
                  <a:lnTo>
                    <a:pt x="1732116" y="183153"/>
                  </a:lnTo>
                  <a:lnTo>
                    <a:pt x="1793933" y="222154"/>
                  </a:lnTo>
                  <a:lnTo>
                    <a:pt x="1839824" y="264273"/>
                  </a:lnTo>
                  <a:lnTo>
                    <a:pt x="1868388" y="309018"/>
                  </a:lnTo>
                  <a:lnTo>
                    <a:pt x="1878221" y="355899"/>
                  </a:lnTo>
                  <a:lnTo>
                    <a:pt x="1868388" y="402780"/>
                  </a:lnTo>
                  <a:lnTo>
                    <a:pt x="1839824" y="447525"/>
                  </a:lnTo>
                  <a:lnTo>
                    <a:pt x="1793933" y="489643"/>
                  </a:lnTo>
                  <a:lnTo>
                    <a:pt x="1732116" y="528644"/>
                  </a:lnTo>
                  <a:lnTo>
                    <a:pt x="1695674" y="546823"/>
                  </a:lnTo>
                  <a:lnTo>
                    <a:pt x="1655777" y="564038"/>
                  </a:lnTo>
                  <a:lnTo>
                    <a:pt x="1612599" y="580228"/>
                  </a:lnTo>
                  <a:lnTo>
                    <a:pt x="1566318" y="595332"/>
                  </a:lnTo>
                  <a:lnTo>
                    <a:pt x="1517107" y="609289"/>
                  </a:lnTo>
                  <a:lnTo>
                    <a:pt x="1465142" y="622037"/>
                  </a:lnTo>
                  <a:lnTo>
                    <a:pt x="1410598" y="633515"/>
                  </a:lnTo>
                  <a:lnTo>
                    <a:pt x="1353651" y="643662"/>
                  </a:lnTo>
                  <a:lnTo>
                    <a:pt x="1294477" y="652416"/>
                  </a:lnTo>
                  <a:lnTo>
                    <a:pt x="1233250" y="659716"/>
                  </a:lnTo>
                  <a:lnTo>
                    <a:pt x="1170145" y="665501"/>
                  </a:lnTo>
                  <a:lnTo>
                    <a:pt x="1105339" y="669708"/>
                  </a:lnTo>
                  <a:lnTo>
                    <a:pt x="1039006" y="672278"/>
                  </a:lnTo>
                  <a:lnTo>
                    <a:pt x="971323" y="673148"/>
                  </a:lnTo>
                  <a:lnTo>
                    <a:pt x="903640" y="672278"/>
                  </a:lnTo>
                  <a:lnTo>
                    <a:pt x="837308" y="669708"/>
                  </a:lnTo>
                  <a:lnTo>
                    <a:pt x="772502" y="665501"/>
                  </a:lnTo>
                  <a:lnTo>
                    <a:pt x="709398" y="659716"/>
                  </a:lnTo>
                  <a:lnTo>
                    <a:pt x="648171" y="652416"/>
                  </a:lnTo>
                  <a:lnTo>
                    <a:pt x="588997" y="643662"/>
                  </a:lnTo>
                  <a:lnTo>
                    <a:pt x="532050" y="633515"/>
                  </a:lnTo>
                  <a:lnTo>
                    <a:pt x="477507" y="622037"/>
                  </a:lnTo>
                  <a:lnTo>
                    <a:pt x="425542" y="609289"/>
                  </a:lnTo>
                  <a:lnTo>
                    <a:pt x="376331" y="595332"/>
                  </a:lnTo>
                  <a:lnTo>
                    <a:pt x="330049" y="580228"/>
                  </a:lnTo>
                  <a:lnTo>
                    <a:pt x="286871" y="564038"/>
                  </a:lnTo>
                  <a:lnTo>
                    <a:pt x="246973" y="546823"/>
                  </a:lnTo>
                  <a:lnTo>
                    <a:pt x="210531" y="528644"/>
                  </a:lnTo>
                  <a:lnTo>
                    <a:pt x="148714" y="489643"/>
                  </a:lnTo>
                  <a:lnTo>
                    <a:pt x="102822" y="447525"/>
                  </a:lnTo>
                  <a:lnTo>
                    <a:pt x="74257" y="402780"/>
                  </a:lnTo>
                  <a:lnTo>
                    <a:pt x="66912" y="379575"/>
                  </a:lnTo>
                  <a:lnTo>
                    <a:pt x="64424" y="355899"/>
                  </a:lnTo>
                  <a:close/>
                </a:path>
                <a:path w="6114415" h="4048760" extrusionOk="0">
                  <a:moveTo>
                    <a:pt x="0" y="3731392"/>
                  </a:moveTo>
                  <a:lnTo>
                    <a:pt x="9833" y="3684508"/>
                  </a:lnTo>
                  <a:lnTo>
                    <a:pt x="38397" y="3639762"/>
                  </a:lnTo>
                  <a:lnTo>
                    <a:pt x="84289" y="3597642"/>
                  </a:lnTo>
                  <a:lnTo>
                    <a:pt x="146106" y="3558641"/>
                  </a:lnTo>
                  <a:lnTo>
                    <a:pt x="182549" y="3540463"/>
                  </a:lnTo>
                  <a:lnTo>
                    <a:pt x="222446" y="3523248"/>
                  </a:lnTo>
                  <a:lnTo>
                    <a:pt x="265624" y="3507058"/>
                  </a:lnTo>
                  <a:lnTo>
                    <a:pt x="311906" y="3491954"/>
                  </a:lnTo>
                  <a:lnTo>
                    <a:pt x="361117" y="3477998"/>
                  </a:lnTo>
                  <a:lnTo>
                    <a:pt x="413082" y="3465250"/>
                  </a:lnTo>
                  <a:lnTo>
                    <a:pt x="467625" y="3453773"/>
                  </a:lnTo>
                  <a:lnTo>
                    <a:pt x="524572" y="3443627"/>
                  </a:lnTo>
                  <a:lnTo>
                    <a:pt x="583747" y="3434873"/>
                  </a:lnTo>
                  <a:lnTo>
                    <a:pt x="644973" y="3427574"/>
                  </a:lnTo>
                  <a:lnTo>
                    <a:pt x="708077" y="3421790"/>
                  </a:lnTo>
                  <a:lnTo>
                    <a:pt x="772883" y="3417582"/>
                  </a:lnTo>
                  <a:lnTo>
                    <a:pt x="839215" y="3415013"/>
                  </a:lnTo>
                  <a:lnTo>
                    <a:pt x="906898" y="3414143"/>
                  </a:lnTo>
                  <a:lnTo>
                    <a:pt x="974582" y="3415013"/>
                  </a:lnTo>
                  <a:lnTo>
                    <a:pt x="1040914" y="3417582"/>
                  </a:lnTo>
                  <a:lnTo>
                    <a:pt x="1105720" y="3421790"/>
                  </a:lnTo>
                  <a:lnTo>
                    <a:pt x="1168825" y="3427574"/>
                  </a:lnTo>
                  <a:lnTo>
                    <a:pt x="1230052" y="3434873"/>
                  </a:lnTo>
                  <a:lnTo>
                    <a:pt x="1289227" y="3443627"/>
                  </a:lnTo>
                  <a:lnTo>
                    <a:pt x="1346173" y="3453773"/>
                  </a:lnTo>
                  <a:lnTo>
                    <a:pt x="1400717" y="3465250"/>
                  </a:lnTo>
                  <a:lnTo>
                    <a:pt x="1452682" y="3477998"/>
                  </a:lnTo>
                  <a:lnTo>
                    <a:pt x="1501893" y="3491954"/>
                  </a:lnTo>
                  <a:lnTo>
                    <a:pt x="1548175" y="3507058"/>
                  </a:lnTo>
                  <a:lnTo>
                    <a:pt x="1591352" y="3523248"/>
                  </a:lnTo>
                  <a:lnTo>
                    <a:pt x="1631249" y="3540463"/>
                  </a:lnTo>
                  <a:lnTo>
                    <a:pt x="1667691" y="3558641"/>
                  </a:lnTo>
                  <a:lnTo>
                    <a:pt x="1729508" y="3597642"/>
                  </a:lnTo>
                  <a:lnTo>
                    <a:pt x="1775399" y="3639762"/>
                  </a:lnTo>
                  <a:lnTo>
                    <a:pt x="1803963" y="3684508"/>
                  </a:lnTo>
                  <a:lnTo>
                    <a:pt x="1813796" y="3731392"/>
                  </a:lnTo>
                  <a:lnTo>
                    <a:pt x="1803963" y="3778276"/>
                  </a:lnTo>
                  <a:lnTo>
                    <a:pt x="1775399" y="3823022"/>
                  </a:lnTo>
                  <a:lnTo>
                    <a:pt x="1729508" y="3865142"/>
                  </a:lnTo>
                  <a:lnTo>
                    <a:pt x="1667691" y="3904143"/>
                  </a:lnTo>
                  <a:lnTo>
                    <a:pt x="1631249" y="3922321"/>
                  </a:lnTo>
                  <a:lnTo>
                    <a:pt x="1591352" y="3939536"/>
                  </a:lnTo>
                  <a:lnTo>
                    <a:pt x="1548175" y="3955726"/>
                  </a:lnTo>
                  <a:lnTo>
                    <a:pt x="1501893" y="3970830"/>
                  </a:lnTo>
                  <a:lnTo>
                    <a:pt x="1452682" y="3984786"/>
                  </a:lnTo>
                  <a:lnTo>
                    <a:pt x="1400717" y="3997534"/>
                  </a:lnTo>
                  <a:lnTo>
                    <a:pt x="1346173" y="4009011"/>
                  </a:lnTo>
                  <a:lnTo>
                    <a:pt x="1289227" y="4019157"/>
                  </a:lnTo>
                  <a:lnTo>
                    <a:pt x="1230052" y="4027911"/>
                  </a:lnTo>
                  <a:lnTo>
                    <a:pt x="1168825" y="4035210"/>
                  </a:lnTo>
                  <a:lnTo>
                    <a:pt x="1105720" y="4040994"/>
                  </a:lnTo>
                  <a:lnTo>
                    <a:pt x="1040914" y="4045202"/>
                  </a:lnTo>
                  <a:lnTo>
                    <a:pt x="974582" y="4047771"/>
                  </a:lnTo>
                  <a:lnTo>
                    <a:pt x="906898" y="4048641"/>
                  </a:lnTo>
                  <a:lnTo>
                    <a:pt x="839215" y="4047771"/>
                  </a:lnTo>
                  <a:lnTo>
                    <a:pt x="772883" y="4045202"/>
                  </a:lnTo>
                  <a:lnTo>
                    <a:pt x="708077" y="4040994"/>
                  </a:lnTo>
                  <a:lnTo>
                    <a:pt x="644973" y="4035210"/>
                  </a:lnTo>
                  <a:lnTo>
                    <a:pt x="583747" y="4027911"/>
                  </a:lnTo>
                  <a:lnTo>
                    <a:pt x="524572" y="4019157"/>
                  </a:lnTo>
                  <a:lnTo>
                    <a:pt x="467625" y="4009011"/>
                  </a:lnTo>
                  <a:lnTo>
                    <a:pt x="413082" y="3997534"/>
                  </a:lnTo>
                  <a:lnTo>
                    <a:pt x="361117" y="3984786"/>
                  </a:lnTo>
                  <a:lnTo>
                    <a:pt x="311906" y="3970830"/>
                  </a:lnTo>
                  <a:lnTo>
                    <a:pt x="265624" y="3955726"/>
                  </a:lnTo>
                  <a:lnTo>
                    <a:pt x="222446" y="3939536"/>
                  </a:lnTo>
                  <a:lnTo>
                    <a:pt x="182549" y="3922321"/>
                  </a:lnTo>
                  <a:lnTo>
                    <a:pt x="146106" y="3904143"/>
                  </a:lnTo>
                  <a:lnTo>
                    <a:pt x="84289" y="3865142"/>
                  </a:lnTo>
                  <a:lnTo>
                    <a:pt x="38397" y="3823022"/>
                  </a:lnTo>
                  <a:lnTo>
                    <a:pt x="9833" y="3778276"/>
                  </a:lnTo>
                  <a:lnTo>
                    <a:pt x="2487" y="3755070"/>
                  </a:lnTo>
                  <a:lnTo>
                    <a:pt x="0" y="3731392"/>
                  </a:lnTo>
                  <a:close/>
                </a:path>
                <a:path w="6114415" h="4048760" extrusionOk="0">
                  <a:moveTo>
                    <a:pt x="1943596" y="3731392"/>
                  </a:moveTo>
                  <a:lnTo>
                    <a:pt x="1953429" y="3684508"/>
                  </a:lnTo>
                  <a:lnTo>
                    <a:pt x="1981992" y="3639762"/>
                  </a:lnTo>
                  <a:lnTo>
                    <a:pt x="2027884" y="3597642"/>
                  </a:lnTo>
                  <a:lnTo>
                    <a:pt x="2089700" y="3558641"/>
                  </a:lnTo>
                  <a:lnTo>
                    <a:pt x="2126142" y="3540463"/>
                  </a:lnTo>
                  <a:lnTo>
                    <a:pt x="2166040" y="3523248"/>
                  </a:lnTo>
                  <a:lnTo>
                    <a:pt x="2209217" y="3507058"/>
                  </a:lnTo>
                  <a:lnTo>
                    <a:pt x="2255499" y="3491954"/>
                  </a:lnTo>
                  <a:lnTo>
                    <a:pt x="2304710" y="3477998"/>
                  </a:lnTo>
                  <a:lnTo>
                    <a:pt x="2356675" y="3465250"/>
                  </a:lnTo>
                  <a:lnTo>
                    <a:pt x="2411218" y="3453773"/>
                  </a:lnTo>
                  <a:lnTo>
                    <a:pt x="2468165" y="3443627"/>
                  </a:lnTo>
                  <a:lnTo>
                    <a:pt x="2527340" y="3434873"/>
                  </a:lnTo>
                  <a:lnTo>
                    <a:pt x="2588567" y="3427574"/>
                  </a:lnTo>
                  <a:lnTo>
                    <a:pt x="2651671" y="3421790"/>
                  </a:lnTo>
                  <a:lnTo>
                    <a:pt x="2716477" y="3417582"/>
                  </a:lnTo>
                  <a:lnTo>
                    <a:pt x="2782810" y="3415013"/>
                  </a:lnTo>
                  <a:lnTo>
                    <a:pt x="2850494" y="3414143"/>
                  </a:lnTo>
                  <a:lnTo>
                    <a:pt x="2918178" y="3415013"/>
                  </a:lnTo>
                  <a:lnTo>
                    <a:pt x="2984510" y="3417582"/>
                  </a:lnTo>
                  <a:lnTo>
                    <a:pt x="3049317" y="3421790"/>
                  </a:lnTo>
                  <a:lnTo>
                    <a:pt x="3112421" y="3427574"/>
                  </a:lnTo>
                  <a:lnTo>
                    <a:pt x="3173648" y="3434873"/>
                  </a:lnTo>
                  <a:lnTo>
                    <a:pt x="3232823" y="3443627"/>
                  </a:lnTo>
                  <a:lnTo>
                    <a:pt x="3289769" y="3453773"/>
                  </a:lnTo>
                  <a:lnTo>
                    <a:pt x="3344313" y="3465250"/>
                  </a:lnTo>
                  <a:lnTo>
                    <a:pt x="3396278" y="3477998"/>
                  </a:lnTo>
                  <a:lnTo>
                    <a:pt x="3445489" y="3491954"/>
                  </a:lnTo>
                  <a:lnTo>
                    <a:pt x="3491771" y="3507058"/>
                  </a:lnTo>
                  <a:lnTo>
                    <a:pt x="3534948" y="3523248"/>
                  </a:lnTo>
                  <a:lnTo>
                    <a:pt x="3574845" y="3540463"/>
                  </a:lnTo>
                  <a:lnTo>
                    <a:pt x="3611287" y="3558641"/>
                  </a:lnTo>
                  <a:lnTo>
                    <a:pt x="3673104" y="3597642"/>
                  </a:lnTo>
                  <a:lnTo>
                    <a:pt x="3718995" y="3639762"/>
                  </a:lnTo>
                  <a:lnTo>
                    <a:pt x="3747559" y="3684508"/>
                  </a:lnTo>
                  <a:lnTo>
                    <a:pt x="3757392" y="3731392"/>
                  </a:lnTo>
                  <a:lnTo>
                    <a:pt x="3747559" y="3778276"/>
                  </a:lnTo>
                  <a:lnTo>
                    <a:pt x="3718995" y="3823022"/>
                  </a:lnTo>
                  <a:lnTo>
                    <a:pt x="3673104" y="3865142"/>
                  </a:lnTo>
                  <a:lnTo>
                    <a:pt x="3611287" y="3904143"/>
                  </a:lnTo>
                  <a:lnTo>
                    <a:pt x="3574845" y="3922321"/>
                  </a:lnTo>
                  <a:lnTo>
                    <a:pt x="3534948" y="3939536"/>
                  </a:lnTo>
                  <a:lnTo>
                    <a:pt x="3491771" y="3955726"/>
                  </a:lnTo>
                  <a:lnTo>
                    <a:pt x="3445489" y="3970830"/>
                  </a:lnTo>
                  <a:lnTo>
                    <a:pt x="3396278" y="3984786"/>
                  </a:lnTo>
                  <a:lnTo>
                    <a:pt x="3344313" y="3997534"/>
                  </a:lnTo>
                  <a:lnTo>
                    <a:pt x="3289769" y="4009011"/>
                  </a:lnTo>
                  <a:lnTo>
                    <a:pt x="3232823" y="4019157"/>
                  </a:lnTo>
                  <a:lnTo>
                    <a:pt x="3173648" y="4027911"/>
                  </a:lnTo>
                  <a:lnTo>
                    <a:pt x="3112421" y="4035210"/>
                  </a:lnTo>
                  <a:lnTo>
                    <a:pt x="3049317" y="4040994"/>
                  </a:lnTo>
                  <a:lnTo>
                    <a:pt x="2984510" y="4045202"/>
                  </a:lnTo>
                  <a:lnTo>
                    <a:pt x="2918178" y="4047771"/>
                  </a:lnTo>
                  <a:lnTo>
                    <a:pt x="2850494" y="4048641"/>
                  </a:lnTo>
                  <a:lnTo>
                    <a:pt x="2782810" y="4047771"/>
                  </a:lnTo>
                  <a:lnTo>
                    <a:pt x="2716477" y="4045202"/>
                  </a:lnTo>
                  <a:lnTo>
                    <a:pt x="2651671" y="4040994"/>
                  </a:lnTo>
                  <a:lnTo>
                    <a:pt x="2588567" y="4035210"/>
                  </a:lnTo>
                  <a:lnTo>
                    <a:pt x="2527340" y="4027911"/>
                  </a:lnTo>
                  <a:lnTo>
                    <a:pt x="2468165" y="4019157"/>
                  </a:lnTo>
                  <a:lnTo>
                    <a:pt x="2411218" y="4009011"/>
                  </a:lnTo>
                  <a:lnTo>
                    <a:pt x="2356675" y="3997534"/>
                  </a:lnTo>
                  <a:lnTo>
                    <a:pt x="2304710" y="3984786"/>
                  </a:lnTo>
                  <a:lnTo>
                    <a:pt x="2255499" y="3970830"/>
                  </a:lnTo>
                  <a:lnTo>
                    <a:pt x="2209217" y="3955726"/>
                  </a:lnTo>
                  <a:lnTo>
                    <a:pt x="2166040" y="3939536"/>
                  </a:lnTo>
                  <a:lnTo>
                    <a:pt x="2126142" y="3922321"/>
                  </a:lnTo>
                  <a:lnTo>
                    <a:pt x="2089700" y="3904143"/>
                  </a:lnTo>
                  <a:lnTo>
                    <a:pt x="2027884" y="3865142"/>
                  </a:lnTo>
                  <a:lnTo>
                    <a:pt x="1981992" y="3823022"/>
                  </a:lnTo>
                  <a:lnTo>
                    <a:pt x="1953429" y="3778276"/>
                  </a:lnTo>
                  <a:lnTo>
                    <a:pt x="1946083" y="3755070"/>
                  </a:lnTo>
                  <a:lnTo>
                    <a:pt x="1943596" y="3731392"/>
                  </a:lnTo>
                  <a:close/>
                </a:path>
                <a:path w="6114415" h="4048760" extrusionOk="0">
                  <a:moveTo>
                    <a:pt x="4300341" y="3731392"/>
                  </a:moveTo>
                  <a:lnTo>
                    <a:pt x="4310174" y="3684508"/>
                  </a:lnTo>
                  <a:lnTo>
                    <a:pt x="4338737" y="3639762"/>
                  </a:lnTo>
                  <a:lnTo>
                    <a:pt x="4384629" y="3597642"/>
                  </a:lnTo>
                  <a:lnTo>
                    <a:pt x="4446446" y="3558641"/>
                  </a:lnTo>
                  <a:lnTo>
                    <a:pt x="4482888" y="3540463"/>
                  </a:lnTo>
                  <a:lnTo>
                    <a:pt x="4522785" y="3523248"/>
                  </a:lnTo>
                  <a:lnTo>
                    <a:pt x="4565962" y="3507058"/>
                  </a:lnTo>
                  <a:lnTo>
                    <a:pt x="4612244" y="3491954"/>
                  </a:lnTo>
                  <a:lnTo>
                    <a:pt x="4661455" y="3477998"/>
                  </a:lnTo>
                  <a:lnTo>
                    <a:pt x="4713420" y="3465250"/>
                  </a:lnTo>
                  <a:lnTo>
                    <a:pt x="4767963" y="3453773"/>
                  </a:lnTo>
                  <a:lnTo>
                    <a:pt x="4824910" y="3443627"/>
                  </a:lnTo>
                  <a:lnTo>
                    <a:pt x="4884085" y="3434873"/>
                  </a:lnTo>
                  <a:lnTo>
                    <a:pt x="4945312" y="3427574"/>
                  </a:lnTo>
                  <a:lnTo>
                    <a:pt x="5008416" y="3421790"/>
                  </a:lnTo>
                  <a:lnTo>
                    <a:pt x="5073222" y="3417582"/>
                  </a:lnTo>
                  <a:lnTo>
                    <a:pt x="5139555" y="3415013"/>
                  </a:lnTo>
                  <a:lnTo>
                    <a:pt x="5207239" y="3414143"/>
                  </a:lnTo>
                  <a:lnTo>
                    <a:pt x="5274923" y="3415013"/>
                  </a:lnTo>
                  <a:lnTo>
                    <a:pt x="5341256" y="3417582"/>
                  </a:lnTo>
                  <a:lnTo>
                    <a:pt x="5406062" y="3421790"/>
                  </a:lnTo>
                  <a:lnTo>
                    <a:pt x="5469166" y="3427574"/>
                  </a:lnTo>
                  <a:lnTo>
                    <a:pt x="5530393" y="3434873"/>
                  </a:lnTo>
                  <a:lnTo>
                    <a:pt x="5589568" y="3443627"/>
                  </a:lnTo>
                  <a:lnTo>
                    <a:pt x="5646515" y="3453773"/>
                  </a:lnTo>
                  <a:lnTo>
                    <a:pt x="5701058" y="3465250"/>
                  </a:lnTo>
                  <a:lnTo>
                    <a:pt x="5753023" y="3477998"/>
                  </a:lnTo>
                  <a:lnTo>
                    <a:pt x="5802234" y="3491954"/>
                  </a:lnTo>
                  <a:lnTo>
                    <a:pt x="5848516" y="3507058"/>
                  </a:lnTo>
                  <a:lnTo>
                    <a:pt x="5891693" y="3523248"/>
                  </a:lnTo>
                  <a:lnTo>
                    <a:pt x="5931590" y="3540463"/>
                  </a:lnTo>
                  <a:lnTo>
                    <a:pt x="5968032" y="3558641"/>
                  </a:lnTo>
                  <a:lnTo>
                    <a:pt x="6029849" y="3597642"/>
                  </a:lnTo>
                  <a:lnTo>
                    <a:pt x="6075741" y="3639762"/>
                  </a:lnTo>
                  <a:lnTo>
                    <a:pt x="6104304" y="3684508"/>
                  </a:lnTo>
                  <a:lnTo>
                    <a:pt x="6114137" y="3731392"/>
                  </a:lnTo>
                  <a:lnTo>
                    <a:pt x="6104304" y="3778276"/>
                  </a:lnTo>
                  <a:lnTo>
                    <a:pt x="6075741" y="3823022"/>
                  </a:lnTo>
                  <a:lnTo>
                    <a:pt x="6029849" y="3865142"/>
                  </a:lnTo>
                  <a:lnTo>
                    <a:pt x="5968032" y="3904143"/>
                  </a:lnTo>
                  <a:lnTo>
                    <a:pt x="5931590" y="3922321"/>
                  </a:lnTo>
                  <a:lnTo>
                    <a:pt x="5891693" y="3939536"/>
                  </a:lnTo>
                  <a:lnTo>
                    <a:pt x="5848516" y="3955726"/>
                  </a:lnTo>
                  <a:lnTo>
                    <a:pt x="5802234" y="3970830"/>
                  </a:lnTo>
                  <a:lnTo>
                    <a:pt x="5753023" y="3984786"/>
                  </a:lnTo>
                  <a:lnTo>
                    <a:pt x="5701058" y="3997534"/>
                  </a:lnTo>
                  <a:lnTo>
                    <a:pt x="5646515" y="4009011"/>
                  </a:lnTo>
                  <a:lnTo>
                    <a:pt x="5589568" y="4019157"/>
                  </a:lnTo>
                  <a:lnTo>
                    <a:pt x="5530393" y="4027911"/>
                  </a:lnTo>
                  <a:lnTo>
                    <a:pt x="5469166" y="4035210"/>
                  </a:lnTo>
                  <a:lnTo>
                    <a:pt x="5406062" y="4040994"/>
                  </a:lnTo>
                  <a:lnTo>
                    <a:pt x="5341256" y="4045202"/>
                  </a:lnTo>
                  <a:lnTo>
                    <a:pt x="5274923" y="4047771"/>
                  </a:lnTo>
                  <a:lnTo>
                    <a:pt x="5207239" y="4048641"/>
                  </a:lnTo>
                  <a:lnTo>
                    <a:pt x="5139555" y="4047771"/>
                  </a:lnTo>
                  <a:lnTo>
                    <a:pt x="5073222" y="4045202"/>
                  </a:lnTo>
                  <a:lnTo>
                    <a:pt x="5008416" y="4040994"/>
                  </a:lnTo>
                  <a:lnTo>
                    <a:pt x="4945312" y="4035210"/>
                  </a:lnTo>
                  <a:lnTo>
                    <a:pt x="4884085" y="4027911"/>
                  </a:lnTo>
                  <a:lnTo>
                    <a:pt x="4824910" y="4019157"/>
                  </a:lnTo>
                  <a:lnTo>
                    <a:pt x="4767963" y="4009011"/>
                  </a:lnTo>
                  <a:lnTo>
                    <a:pt x="4713420" y="3997534"/>
                  </a:lnTo>
                  <a:lnTo>
                    <a:pt x="4661455" y="3984786"/>
                  </a:lnTo>
                  <a:lnTo>
                    <a:pt x="4612244" y="3970830"/>
                  </a:lnTo>
                  <a:lnTo>
                    <a:pt x="4565962" y="3955726"/>
                  </a:lnTo>
                  <a:lnTo>
                    <a:pt x="4522785" y="3939536"/>
                  </a:lnTo>
                  <a:lnTo>
                    <a:pt x="4482888" y="3922321"/>
                  </a:lnTo>
                  <a:lnTo>
                    <a:pt x="4446446" y="3904143"/>
                  </a:lnTo>
                  <a:lnTo>
                    <a:pt x="4384629" y="3865142"/>
                  </a:lnTo>
                  <a:lnTo>
                    <a:pt x="4338737" y="3823022"/>
                  </a:lnTo>
                  <a:lnTo>
                    <a:pt x="4310174" y="3778276"/>
                  </a:lnTo>
                  <a:lnTo>
                    <a:pt x="4302828" y="3755070"/>
                  </a:lnTo>
                  <a:lnTo>
                    <a:pt x="4300341" y="3731392"/>
                  </a:lnTo>
                  <a:close/>
                </a:path>
              </a:pathLst>
            </a:custGeom>
            <a:noFill/>
            <a:ln w="952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44818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90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900"/>
              <a:t>Вопросы?</a:t>
            </a:r>
            <a:endParaRPr/>
          </a:p>
        </p:txBody>
      </p:sp>
      <p:pic>
        <p:nvPicPr>
          <p:cNvPr id="611" name="Google Shape;611;p9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612" name="Google Shape;612;p90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13" name="Google Shape;613;p9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614" name="Google Shape;614;p90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p91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9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sp>
        <p:nvSpPr>
          <p:cNvPr id="625" name="Google Shape;625;p92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Проверка достижения целей</a:t>
            </a:r>
            <a:endParaRPr sz="1500" b="1">
              <a:solidFill>
                <a:srgbClr val="FF9900"/>
              </a:solidFill>
            </a:endParaRPr>
          </a:p>
        </p:txBody>
      </p:sp>
      <p:graphicFrame>
        <p:nvGraphicFramePr>
          <p:cNvPr id="5" name="Google Shape;203;p37">
            <a:extLst>
              <a:ext uri="{FF2B5EF4-FFF2-40B4-BE49-F238E27FC236}">
                <a16:creationId xmlns:a16="http://schemas.microsoft.com/office/drawing/2014/main" id="{DE4C8527-3820-074B-A027-D6BCE1F6BD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71133096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Наладили эффективное обучение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что такое </a:t>
                      </a:r>
                      <a:r>
                        <a:rPr lang="en-US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MLOps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Поняли структуру курса и используемые инструменты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9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Т</a:t>
            </a:r>
            <a:r>
              <a:rPr lang="ru" dirty="0"/>
              <a:t>езисы</a:t>
            </a:r>
            <a:endParaRPr dirty="0"/>
          </a:p>
        </p:txBody>
      </p:sp>
      <p:graphicFrame>
        <p:nvGraphicFramePr>
          <p:cNvPr id="632" name="Google Shape;632;p93"/>
          <p:cNvGraphicFramePr/>
          <p:nvPr>
            <p:extLst>
              <p:ext uri="{D42A27DB-BD31-4B8C-83A1-F6EECF244321}">
                <p14:modId xmlns:p14="http://schemas.microsoft.com/office/powerpoint/2010/main" val="1660967688"/>
              </p:ext>
            </p:extLst>
          </p:nvPr>
        </p:nvGraphicFramePr>
        <p:xfrm>
          <a:off x="952500" y="1544194"/>
          <a:ext cx="7239000" cy="1066780"/>
        </p:xfrm>
        <a:graphic>
          <a:graphicData uri="http://schemas.openxmlformats.org/drawingml/2006/table">
            <a:tbl>
              <a:tblPr>
                <a:noFill/>
                <a:tableStyleId>{91CB5BBF-14A1-44A8-AE45-40D0EF8F1E93}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MLOps</a:t>
                      </a:r>
                      <a:r>
                        <a:rPr lang="en-US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набор практик и инструментов направленных на последовательное и эффективное внедрение и поддержку моделей машинного обучения</a:t>
                      </a:r>
                      <a:endParaRPr sz="1100" dirty="0"/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300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MLOps</a:t>
                      </a:r>
                      <a:r>
                        <a:rPr lang="en-US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это больше про процессы чем про модели и именно на процессах нам следует сосредоточиться</a:t>
                      </a:r>
                      <a:endParaRPr sz="13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33" name="Google Shape;633;p93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Подведем итоги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9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  <p:pic>
        <p:nvPicPr>
          <p:cNvPr id="639" name="Google Shape;639;p9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2914" y="2316450"/>
            <a:ext cx="828522" cy="828504"/>
          </a:xfrm>
          <a:prstGeom prst="rect">
            <a:avLst/>
          </a:prstGeom>
          <a:noFill/>
          <a:ln>
            <a:noFill/>
          </a:ln>
        </p:spPr>
      </p:pic>
      <p:sp>
        <p:nvSpPr>
          <p:cNvPr id="640" name="Google Shape;640;p94"/>
          <p:cNvSpPr txBox="1"/>
          <p:nvPr/>
        </p:nvSpPr>
        <p:spPr>
          <a:xfrm>
            <a:off x="1680040" y="2355929"/>
            <a:ext cx="46722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впечатлениями уходите с вебинара?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примеры использования RL вам показались наиболее интересными?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1" name="Google Shape;641;p94"/>
          <p:cNvSpPr txBox="1"/>
          <p:nvPr/>
        </p:nvSpPr>
        <p:spPr>
          <a:xfrm>
            <a:off x="1680040" y="3710789"/>
            <a:ext cx="49968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показалось сложным?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42" name="Google Shape;642;p9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1750" y="3626752"/>
            <a:ext cx="845250" cy="845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96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800"/>
              <a:t>Заполните, пожалуйста,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опрос о занятии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по ссылке в чате</a:t>
            </a:r>
            <a:endParaRPr sz="38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p95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95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Следующий вебинар</a:t>
            </a:r>
            <a:endParaRPr/>
          </a:p>
        </p:txBody>
      </p:sp>
      <p:sp>
        <p:nvSpPr>
          <p:cNvPr id="648" name="Google Shape;648;p95"/>
          <p:cNvSpPr txBox="1"/>
          <p:nvPr/>
        </p:nvSpPr>
        <p:spPr>
          <a:xfrm>
            <a:off x="1915425" y="1502825"/>
            <a:ext cx="6825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r>
              <a:rPr lang="ru" sz="15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500" dirty="0" err="1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и</a:t>
            </a:r>
            <a:r>
              <a:rPr lang="ru-RU" sz="15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юля</a:t>
            </a:r>
            <a:r>
              <a:rPr lang="ru" sz="1500" dirty="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 2025</a:t>
            </a:r>
            <a:endParaRPr sz="1500" dirty="0">
              <a:solidFill>
                <a:srgbClr val="FF99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9" name="Google Shape;649;p95"/>
          <p:cNvSpPr txBox="1"/>
          <p:nvPr/>
        </p:nvSpPr>
        <p:spPr>
          <a:xfrm>
            <a:off x="1915425" y="1826708"/>
            <a:ext cx="6156900" cy="569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Цели и метрики </a:t>
            </a:r>
            <a:r>
              <a:rPr lang="en-US" sz="2500" b="1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ML </a:t>
            </a:r>
            <a:r>
              <a:rPr lang="ru-RU" sz="2500" b="1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проектов</a:t>
            </a:r>
            <a:endParaRPr sz="2400" b="1" dirty="0">
              <a:solidFill>
                <a:srgbClr val="013D85"/>
              </a:solidFill>
            </a:endParaRPr>
          </a:p>
        </p:txBody>
      </p:sp>
      <p:pic>
        <p:nvPicPr>
          <p:cNvPr id="650" name="Google Shape;650;p9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86500" y="1558024"/>
            <a:ext cx="760725" cy="760725"/>
          </a:xfrm>
          <a:prstGeom prst="rect">
            <a:avLst/>
          </a:prstGeom>
          <a:noFill/>
          <a:ln>
            <a:noFill/>
          </a:ln>
        </p:spPr>
      </p:pic>
      <p:sp>
        <p:nvSpPr>
          <p:cNvPr id="651" name="Google Shape;651;p95"/>
          <p:cNvSpPr txBox="1"/>
          <p:nvPr/>
        </p:nvSpPr>
        <p:spPr>
          <a:xfrm>
            <a:off x="1179775" y="3660425"/>
            <a:ext cx="20562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Ссылка на вебинар будет в ЛК за 15 минут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2" name="Google Shape;652;p95"/>
          <p:cNvSpPr txBox="1"/>
          <p:nvPr/>
        </p:nvSpPr>
        <p:spPr>
          <a:xfrm>
            <a:off x="3844125" y="3660413"/>
            <a:ext cx="17664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Материалы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к занятию в ЛК — можно изучать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3" name="Google Shape;653;p95"/>
          <p:cNvSpPr txBox="1"/>
          <p:nvPr/>
        </p:nvSpPr>
        <p:spPr>
          <a:xfrm>
            <a:off x="6101125" y="3660413"/>
            <a:ext cx="2100900" cy="78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latin typeface="Roboto"/>
                <a:ea typeface="Roboto"/>
                <a:cs typeface="Roboto"/>
                <a:sym typeface="Roboto"/>
              </a:rPr>
              <a:t>Обязательный материал обозначен красной лентой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4" name="Google Shape;654;p9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835150" y="3750544"/>
            <a:ext cx="214313" cy="21431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5" name="Google Shape;655;p9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3250" y="3692869"/>
            <a:ext cx="329663" cy="32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656" name="Google Shape;656;p9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480775" y="3692869"/>
            <a:ext cx="329663" cy="32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1221</TotalTime>
  <Words>1149</Words>
  <Application>Microsoft Macintosh PowerPoint</Application>
  <PresentationFormat>On-screen Show (16:9)</PresentationFormat>
  <Paragraphs>261</Paragraphs>
  <Slides>42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Google Sans</vt:lpstr>
      <vt:lpstr>Roboto</vt:lpstr>
      <vt:lpstr>Calibri</vt:lpstr>
      <vt:lpstr>Arial</vt:lpstr>
      <vt:lpstr>Courier New</vt:lpstr>
      <vt:lpstr>Apple Chancery</vt:lpstr>
      <vt:lpstr>Светлая тема</vt:lpstr>
      <vt:lpstr>MLOps Введение </vt:lpstr>
      <vt:lpstr>Проверить, идет ли запись</vt:lpstr>
      <vt:lpstr>MLOps Введение</vt:lpstr>
      <vt:lpstr>Правила вебинара</vt:lpstr>
      <vt:lpstr>Маршрут вебинара</vt:lpstr>
      <vt:lpstr>Цели вебинара</vt:lpstr>
      <vt:lpstr>Смысл</vt:lpstr>
      <vt:lpstr>Знакомство</vt:lpstr>
      <vt:lpstr>Расскажите о себе</vt:lpstr>
      <vt:lpstr>Как подготовиться к обучению</vt:lpstr>
      <vt:lpstr>О курсе</vt:lpstr>
      <vt:lpstr>Карта курса</vt:lpstr>
      <vt:lpstr>Программа модуля</vt:lpstr>
      <vt:lpstr>Результат от курса</vt:lpstr>
      <vt:lpstr>Как будем учиться?</vt:lpstr>
      <vt:lpstr>Отзывы</vt:lpstr>
      <vt:lpstr>Лайфхаки</vt:lpstr>
      <vt:lpstr>Мотивация</vt:lpstr>
      <vt:lpstr>Организационные вопросы</vt:lpstr>
      <vt:lpstr>Ваши вопросы?</vt:lpstr>
      <vt:lpstr>Идея MLOps</vt:lpstr>
      <vt:lpstr>DevOps = Develop + Operations</vt:lpstr>
      <vt:lpstr>MLOps = ML + Dev + Ops</vt:lpstr>
      <vt:lpstr>Инструменты MLOps</vt:lpstr>
      <vt:lpstr>Облачные платформы</vt:lpstr>
      <vt:lpstr>PowerPoint Presentation</vt:lpstr>
      <vt:lpstr>PowerPoint Presentation</vt:lpstr>
      <vt:lpstr>«Рабочая лошадка» - виртуалка</vt:lpstr>
      <vt:lpstr>Объектное хранилище</vt:lpstr>
      <vt:lpstr>Managed Database</vt:lpstr>
      <vt:lpstr>SPARK / DFS в облаке</vt:lpstr>
      <vt:lpstr>Yandex Cloud</vt:lpstr>
      <vt:lpstr>Сервисы Yandex Cloud</vt:lpstr>
      <vt:lpstr>Сервисы Yandex Cloud</vt:lpstr>
      <vt:lpstr>Yandex DataPlatform и Контейнерная разработка</vt:lpstr>
      <vt:lpstr>Вопросы?</vt:lpstr>
      <vt:lpstr>Рефлексия</vt:lpstr>
      <vt:lpstr>Цели вебинара</vt:lpstr>
      <vt:lpstr>Тезисы</vt:lpstr>
      <vt:lpstr>Рефлексия</vt:lpstr>
      <vt:lpstr>Заполните, пожалуйста, опрос о занятии по ссылке в чате</vt:lpstr>
      <vt:lpstr>Следующий вебинар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Reinforcement Learning Введение </dc:title>
  <cp:lastModifiedBy>Стурейко Игорь Олегович</cp:lastModifiedBy>
  <cp:revision>56</cp:revision>
  <dcterms:modified xsi:type="dcterms:W3CDTF">2025-06-26T15:49:24Z</dcterms:modified>
</cp:coreProperties>
</file>