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9"/>
  </p:notesMasterIdLst>
  <p:sldIdLst>
    <p:sldId id="256" r:id="rId2"/>
    <p:sldId id="257" r:id="rId3"/>
    <p:sldId id="404" r:id="rId4"/>
    <p:sldId id="259" r:id="rId5"/>
    <p:sldId id="489" r:id="rId6"/>
    <p:sldId id="490" r:id="rId7"/>
    <p:sldId id="406" r:id="rId8"/>
    <p:sldId id="371" r:id="rId9"/>
    <p:sldId id="372" r:id="rId10"/>
    <p:sldId id="499" r:id="rId11"/>
    <p:sldId id="498" r:id="rId12"/>
    <p:sldId id="501" r:id="rId13"/>
    <p:sldId id="500" r:id="rId14"/>
    <p:sldId id="487" r:id="rId15"/>
    <p:sldId id="488" r:id="rId16"/>
    <p:sldId id="502" r:id="rId17"/>
    <p:sldId id="288" r:id="rId1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A66"/>
    <a:srgbClr val="008F00"/>
    <a:srgbClr val="EEEEEE"/>
    <a:srgbClr val="0B88ED"/>
    <a:srgbClr val="E5F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75"/>
    <p:restoredTop sz="94719"/>
  </p:normalViewPr>
  <p:slideViewPr>
    <p:cSldViewPr snapToGrid="0">
      <p:cViewPr varScale="1">
        <p:scale>
          <a:sx n="196" d="100"/>
          <a:sy n="196" d="100"/>
        </p:scale>
        <p:origin x="816" y="176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12F9F-468F-E040-8F6D-DB6B5D37070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25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jp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 err="1"/>
              <a:t>otus.ru</a:t>
            </a:r>
            <a:endParaRPr dirty="0"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80376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ML Advanced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200" dirty="0" err="1"/>
              <a:t>Docker</a:t>
            </a:r>
            <a:r>
              <a:rPr lang="ru-RU" sz="3200" dirty="0"/>
              <a:t>: </a:t>
            </a:r>
            <a:r>
              <a:rPr lang="ru-RU" sz="3200" b="0" dirty="0" err="1"/>
              <a:t>Деплой</a:t>
            </a:r>
            <a:r>
              <a:rPr lang="ru-RU" sz="3200" b="0" dirty="0"/>
              <a:t> в </a:t>
            </a:r>
            <a:r>
              <a:rPr lang="en-US" sz="3200" b="0" dirty="0"/>
              <a:t>Yandex cloud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br>
              <a:rPr lang="en-US" dirty="0"/>
            </a:br>
            <a:r>
              <a:rPr lang="en-US" sz="2400" dirty="0"/>
              <a:t>Docker: </a:t>
            </a:r>
            <a:r>
              <a:rPr lang="en-US" sz="2400" dirty="0" err="1"/>
              <a:t>Д</a:t>
            </a:r>
            <a:r>
              <a:rPr lang="ru-RU" sz="2400" dirty="0" err="1"/>
              <a:t>еплой</a:t>
            </a:r>
            <a:r>
              <a:rPr lang="ru-RU" sz="2400" dirty="0"/>
              <a:t> в </a:t>
            </a:r>
            <a:r>
              <a:rPr lang="en-US" sz="2400" dirty="0"/>
              <a:t>Yandex cloud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9D70359E-EF72-594D-B73B-626B89A77A25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151" name="Google Shape;1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7650" y="2171509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33"/>
          <p:cNvSpPr txBox="1"/>
          <p:nvPr/>
        </p:nvSpPr>
        <p:spPr>
          <a:xfrm>
            <a:off x="1654525" y="204930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1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Временные ряды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2.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24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66750" indent="-220663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4.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подкреплением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3.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Байесовские модели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20"/>
            <a:ext cx="857995" cy="60446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5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Production</a:t>
            </a:r>
            <a:endParaRPr lang="ru-RU"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1953730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1953730"/>
            <a:ext cx="12700" cy="84765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>
            <a:off x="3714005" y="2801387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9" name="Google Shape;189;p34"/>
          <p:cNvSpPr/>
          <p:nvPr/>
        </p:nvSpPr>
        <p:spPr>
          <a:xfrm>
            <a:off x="65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6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AutoML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5" y="2801387"/>
            <a:ext cx="12700" cy="85407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9" idx="3"/>
          </p:cNvCxnSpPr>
          <p:nvPr/>
        </p:nvCxnSpPr>
        <p:spPr>
          <a:xfrm rot="16200000" flipV="1">
            <a:off x="3853353" y="3516117"/>
            <a:ext cx="579300" cy="85799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23823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23823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232180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232181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7" name="Google Shape;530;p82">
            <a:extLst>
              <a:ext uri="{FF2B5EF4-FFF2-40B4-BE49-F238E27FC236}">
                <a16:creationId xmlns:a16="http://schemas.microsoft.com/office/drawing/2014/main" id="{C44CB1B9-3F0C-B640-9B91-7E329BDB5A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945115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2CEF8E-768B-2A42-AE60-B91443CA1636}"/>
              </a:ext>
            </a:extLst>
          </p:cNvPr>
          <p:cNvSpPr txBox="1"/>
          <p:nvPr/>
        </p:nvSpPr>
        <p:spPr>
          <a:xfrm>
            <a:off x="2993635" y="394511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5894" r="25894"/>
          <a:stretch/>
        </p:blipFill>
        <p:spPr>
          <a:xfrm>
            <a:off x="5391295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85983" y="3442011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5391295" y="17620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813996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721353" y="1753190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9" name="Google Shape;225;p40">
            <a:extLst>
              <a:ext uri="{FF2B5EF4-FFF2-40B4-BE49-F238E27FC236}">
                <a16:creationId xmlns:a16="http://schemas.microsoft.com/office/drawing/2014/main" id="{674F9C88-1D52-6442-B3F1-E2F6FDE24436}"/>
              </a:ext>
            </a:extLst>
          </p:cNvPr>
          <p:cNvPicPr preferRelativeResize="0"/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697" r="6697"/>
          <a:stretch/>
        </p:blipFill>
        <p:spPr>
          <a:xfrm>
            <a:off x="3165384" y="861619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292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Production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1" y="1778955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Production Code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1" y="2618879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>
                <a:solidFill>
                  <a:srgbClr val="1F1F1F"/>
                </a:solidFill>
                <a:latin typeface="Google Sans"/>
                <a:sym typeface="Roboto"/>
              </a:rPr>
              <a:t>Docker: </a:t>
            </a:r>
            <a:r>
              <a:rPr lang="ru-RU">
                <a:solidFill>
                  <a:srgbClr val="1F1F1F"/>
                </a:solidFill>
                <a:latin typeface="Google Sans"/>
                <a:sym typeface="Roboto"/>
              </a:rPr>
              <a:t>Структура, применение, деплой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1" y="3038841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Сети </a:t>
            </a:r>
            <a:r>
              <a:rPr lang="ru-RU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Docker compose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08" y="3458803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Практика: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деплой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докера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Yandex Cloud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82584" y="1607918"/>
            <a:ext cx="268326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462622" y="2027880"/>
            <a:ext cx="1108250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52641" y="2237861"/>
            <a:ext cx="1528212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042659" y="2447844"/>
            <a:ext cx="1948174" cy="41992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408535" y="569514"/>
          <a:ext cx="2174137" cy="304800"/>
        </p:xfrm>
        <a:graphic>
          <a:graphicData uri="http://schemas.openxmlformats.org/drawingml/2006/table">
            <a:tbl>
              <a:tblPr firstRow="1" bandRow="1"/>
              <a:tblGrid>
                <a:gridCol w="310591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173113610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0" name="Google Shape;271;p44">
            <a:extLst>
              <a:ext uri="{FF2B5EF4-FFF2-40B4-BE49-F238E27FC236}">
                <a16:creationId xmlns:a16="http://schemas.microsoft.com/office/drawing/2014/main" id="{08FD08F2-1068-D646-BB6A-4E2FA57711C4}"/>
              </a:ext>
            </a:extLst>
          </p:cNvPr>
          <p:cNvSpPr/>
          <p:nvPr/>
        </p:nvSpPr>
        <p:spPr>
          <a:xfrm>
            <a:off x="2226710" y="2198917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REST-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архитектура: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Flask API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40" name="Google Shape;271;p44">
            <a:extLst>
              <a:ext uri="{FF2B5EF4-FFF2-40B4-BE49-F238E27FC236}">
                <a16:creationId xmlns:a16="http://schemas.microsoft.com/office/drawing/2014/main" id="{7C685F24-2BCB-0043-92A5-40F891054D42}"/>
              </a:ext>
            </a:extLst>
          </p:cNvPr>
          <p:cNvSpPr/>
          <p:nvPr/>
        </p:nvSpPr>
        <p:spPr>
          <a:xfrm>
            <a:off x="2226707" y="3878765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Колоночные БД и объектные хранилища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44" name="Google Shape;271;p44">
            <a:extLst>
              <a:ext uri="{FF2B5EF4-FFF2-40B4-BE49-F238E27FC236}">
                <a16:creationId xmlns:a16="http://schemas.microsoft.com/office/drawing/2014/main" id="{4E0B5DCB-279A-7F41-B861-7BF2E1F68BEC}"/>
              </a:ext>
            </a:extLst>
          </p:cNvPr>
          <p:cNvSpPr/>
          <p:nvPr/>
        </p:nvSpPr>
        <p:spPr>
          <a:xfrm>
            <a:off x="2226707" y="4298727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Версионирование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данных.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DVC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45" name="Google Shape;271;p44">
            <a:extLst>
              <a:ext uri="{FF2B5EF4-FFF2-40B4-BE49-F238E27FC236}">
                <a16:creationId xmlns:a16="http://schemas.microsoft.com/office/drawing/2014/main" id="{B6748F82-91DC-7B4F-BB13-12E921897F5E}"/>
              </a:ext>
            </a:extLst>
          </p:cNvPr>
          <p:cNvSpPr/>
          <p:nvPr/>
        </p:nvSpPr>
        <p:spPr>
          <a:xfrm>
            <a:off x="2226709" y="4718689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Воспроизводимость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и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версионирование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MLFlow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469DF4E1-0786-9D40-81E6-F6CF1BAF549D}"/>
              </a:ext>
            </a:extLst>
          </p:cNvPr>
          <p:cNvCxnSpPr>
            <a:cxnSpLocks/>
            <a:stCxn id="271" idx="2"/>
            <a:endCxn id="30" idx="1"/>
          </p:cNvCxnSpPr>
          <p:nvPr/>
        </p:nvCxnSpPr>
        <p:spPr>
          <a:xfrm rot="16200000" flipH="1">
            <a:off x="1672603" y="1817900"/>
            <a:ext cx="688288" cy="4199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1720B309-E949-B149-93B7-94DB9E36D602}"/>
              </a:ext>
            </a:extLst>
          </p:cNvPr>
          <p:cNvCxnSpPr>
            <a:cxnSpLocks/>
            <a:stCxn id="271" idx="2"/>
            <a:endCxn id="40" idx="1"/>
          </p:cNvCxnSpPr>
          <p:nvPr/>
        </p:nvCxnSpPr>
        <p:spPr>
          <a:xfrm rot="16200000" flipH="1">
            <a:off x="832677" y="2657825"/>
            <a:ext cx="2368136" cy="4199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7FE6FD82-B247-0645-9D21-5D83F936AF05}"/>
              </a:ext>
            </a:extLst>
          </p:cNvPr>
          <p:cNvCxnSpPr>
            <a:cxnSpLocks/>
            <a:stCxn id="271" idx="2"/>
            <a:endCxn id="44" idx="1"/>
          </p:cNvCxnSpPr>
          <p:nvPr/>
        </p:nvCxnSpPr>
        <p:spPr>
          <a:xfrm rot="16200000" flipH="1">
            <a:off x="622696" y="2867806"/>
            <a:ext cx="2788098" cy="4199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F2199535-5C34-5244-ADBA-415626F393F7}"/>
              </a:ext>
            </a:extLst>
          </p:cNvPr>
          <p:cNvCxnSpPr>
            <a:cxnSpLocks/>
            <a:stCxn id="271" idx="2"/>
            <a:endCxn id="45" idx="1"/>
          </p:cNvCxnSpPr>
          <p:nvPr/>
        </p:nvCxnSpPr>
        <p:spPr>
          <a:xfrm rot="16200000" flipH="1">
            <a:off x="412716" y="3077786"/>
            <a:ext cx="3208060" cy="4199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766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87125" y="1785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300" b="0" i="0" u="none" strike="noStrike" cap="none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Yandex cloud</a:t>
            </a:r>
          </a:p>
        </p:txBody>
      </p:sp>
      <p:sp>
        <p:nvSpPr>
          <p:cNvPr id="189" name="Google Shape;189;p36"/>
          <p:cNvSpPr/>
          <p:nvPr/>
        </p:nvSpPr>
        <p:spPr>
          <a:xfrm>
            <a:off x="787125" y="23645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3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</a:t>
            </a:r>
            <a:r>
              <a:rPr lang="ru-RU" sz="13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иртуальная</a:t>
            </a:r>
            <a:r>
              <a:rPr lang="ru-RU" sz="13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машина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6"/>
          <p:cNvSpPr/>
          <p:nvPr/>
        </p:nvSpPr>
        <p:spPr>
          <a:xfrm>
            <a:off x="786525" y="294407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Установка </a:t>
            </a:r>
            <a:r>
              <a:rPr lang="ru-RU" sz="1300" dirty="0" err="1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1300" dirty="0" err="1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ocker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86525" y="3523593"/>
            <a:ext cx="3384900" cy="37620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З</a:t>
            </a:r>
            <a:r>
              <a:rPr lang="ru-RU" sz="1300" dirty="0" err="1">
                <a:latin typeface="Roboto"/>
                <a:ea typeface="Roboto"/>
                <a:cs typeface="Roboto"/>
                <a:sym typeface="Roboto"/>
              </a:rPr>
              <a:t>агрузка</a:t>
            </a: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 контейнера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Мониторинг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stCxn id="187" idx="1"/>
            <a:endCxn id="188" idx="1"/>
          </p:cNvCxnSpPr>
          <p:nvPr/>
        </p:nvCxnSpPr>
        <p:spPr>
          <a:xfrm rot="10800000" flipH="1" flipV="1">
            <a:off x="786525" y="1393624"/>
            <a:ext cx="600" cy="579517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36"/>
          <p:cNvCxnSpPr>
            <a:stCxn id="188" idx="1"/>
            <a:endCxn id="189" idx="1"/>
          </p:cNvCxnSpPr>
          <p:nvPr/>
        </p:nvCxnSpPr>
        <p:spPr>
          <a:xfrm rot="10800000" flipV="1">
            <a:off x="787125" y="1973141"/>
            <a:ext cx="12700" cy="57951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cxnSpLocks/>
            <a:stCxn id="189" idx="1"/>
            <a:endCxn id="190" idx="1"/>
          </p:cNvCxnSpPr>
          <p:nvPr/>
        </p:nvCxnSpPr>
        <p:spPr>
          <a:xfrm rot="10800000" flipV="1">
            <a:off x="786525" y="2552658"/>
            <a:ext cx="600" cy="579517"/>
          </a:xfrm>
          <a:prstGeom prst="curvedConnector3">
            <a:avLst>
              <a:gd name="adj1" fmla="val 382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6"/>
          <p:cNvCxnSpPr>
            <a:cxnSpLocks/>
            <a:stCxn id="190" idx="1"/>
            <a:endCxn id="191" idx="1"/>
          </p:cNvCxnSpPr>
          <p:nvPr/>
        </p:nvCxnSpPr>
        <p:spPr>
          <a:xfrm rot="10800000" flipV="1">
            <a:off x="786525" y="3132176"/>
            <a:ext cx="12700" cy="5795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36"/>
          <p:cNvCxnSpPr>
            <a:cxnSpLocks/>
            <a:stCxn id="191" idx="1"/>
            <a:endCxn id="192" idx="1"/>
          </p:cNvCxnSpPr>
          <p:nvPr/>
        </p:nvCxnSpPr>
        <p:spPr>
          <a:xfrm rot="10800000" flipV="1">
            <a:off x="786525" y="3711693"/>
            <a:ext cx="12700" cy="57951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56539A90-06AC-8946-A29E-7B33C459CCF6}"/>
              </a:ext>
            </a:extLst>
          </p:cNvPr>
          <p:cNvGrpSpPr/>
          <p:nvPr/>
        </p:nvGrpSpPr>
        <p:grpSpPr>
          <a:xfrm>
            <a:off x="5775022" y="1104087"/>
            <a:ext cx="2278070" cy="1839989"/>
            <a:chOff x="4481794" y="1270785"/>
            <a:chExt cx="2278070" cy="183998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C8E64C8-88A3-974F-8842-CB97BB5E50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6980"/>
            <a:stretch/>
          </p:blipFill>
          <p:spPr>
            <a:xfrm>
              <a:off x="4760850" y="1270785"/>
              <a:ext cx="1719958" cy="94953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BB4E7A0-9F4B-E347-B662-17623C7C14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3020"/>
            <a:stretch/>
          </p:blipFill>
          <p:spPr>
            <a:xfrm>
              <a:off x="4481794" y="2161242"/>
              <a:ext cx="2278070" cy="949532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FAB09C8-95A1-984B-B06A-2EF5FEF35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040" y="3036559"/>
            <a:ext cx="3324896" cy="1595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444554"/>
              </p:ext>
            </p:extLst>
          </p:nvPr>
        </p:nvGraphicFramePr>
        <p:xfrm>
          <a:off x="846750" y="1649963"/>
          <a:ext cx="7239000" cy="91895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 err="1">
                          <a:sym typeface="Roboto"/>
                        </a:rPr>
                        <a:t>Y</a:t>
                      </a:r>
                      <a:r>
                        <a:rPr lang="en-US" sz="1300" dirty="0" err="1">
                          <a:sym typeface="Roboto"/>
                        </a:rPr>
                        <a:t>andex</a:t>
                      </a:r>
                      <a:r>
                        <a:rPr lang="en-US" sz="1300" dirty="0">
                          <a:sym typeface="Roboto"/>
                        </a:rPr>
                        <a:t> cloud, </a:t>
                      </a:r>
                      <a:r>
                        <a:rPr lang="ru-RU" sz="1300" dirty="0">
                          <a:sym typeface="Roboto"/>
                        </a:rPr>
                        <a:t>для чего он используется и </a:t>
                      </a:r>
                      <a:r>
                        <a:rPr lang="en-US" sz="1300" dirty="0" err="1">
                          <a:sym typeface="Roboto"/>
                        </a:rPr>
                        <a:t>к</a:t>
                      </a:r>
                      <a:r>
                        <a:rPr lang="ru-RU" sz="1300" dirty="0" err="1">
                          <a:sym typeface="Roboto"/>
                        </a:rPr>
                        <a:t>ак</a:t>
                      </a:r>
                      <a:endParaRPr lang="ru-RU" sz="1300" dirty="0"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Научиться использовать </a:t>
                      </a:r>
                      <a:r>
                        <a:rPr lang="en-US" sz="1300" dirty="0">
                          <a:sym typeface="Roboto"/>
                        </a:rPr>
                        <a:t>Yandex cloud </a:t>
                      </a:r>
                      <a:r>
                        <a:rPr lang="ru-RU" sz="1300" dirty="0">
                          <a:sym typeface="Roboto"/>
                        </a:rPr>
                        <a:t>для разворачивания</a:t>
                      </a:r>
                      <a:r>
                        <a:rPr lang="en-US" sz="1300" dirty="0">
                          <a:sym typeface="Roboto"/>
                        </a:rPr>
                        <a:t> </a:t>
                      </a:r>
                      <a:r>
                        <a:rPr lang="ru-RU" sz="1300" dirty="0">
                          <a:sym typeface="Roboto"/>
                        </a:rPr>
                        <a:t>своего </a:t>
                      </a:r>
                      <a:r>
                        <a:rPr lang="en-US" sz="1300" dirty="0">
                          <a:sym typeface="Roboto"/>
                        </a:rPr>
                        <a:t>docker </a:t>
                      </a:r>
                      <a:r>
                        <a:rPr lang="ru-RU" sz="1300" dirty="0">
                          <a:sym typeface="Roboto"/>
                        </a:rPr>
                        <a:t>контейнера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Смысл</a:t>
            </a:r>
            <a:endParaRPr dirty="0"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2259160599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Использовать облачные ресурсы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Подготовка кода к развертыванию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D47459-09E5-7D4A-9A6A-3DA1DD47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Yandex Cloud</a:t>
            </a:r>
          </a:p>
        </p:txBody>
      </p:sp>
    </p:spTree>
    <p:extLst>
      <p:ext uri="{BB962C8B-B14F-4D97-AF65-F5344CB8AC3E}">
        <p14:creationId xmlns:p14="http://schemas.microsoft.com/office/powerpoint/2010/main" val="815029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02D5-2907-E94F-82A4-6E286FC8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Сервисы </a:t>
            </a:r>
            <a:r>
              <a:rPr lang="en-US" dirty="0"/>
              <a:t>Yandex Cloud</a:t>
            </a:r>
          </a:p>
        </p:txBody>
      </p:sp>
      <p:sp>
        <p:nvSpPr>
          <p:cNvPr id="3" name="Google Shape;317;p34">
            <a:extLst>
              <a:ext uri="{FF2B5EF4-FFF2-40B4-BE49-F238E27FC236}">
                <a16:creationId xmlns:a16="http://schemas.microsoft.com/office/drawing/2014/main" id="{964377B2-1D80-2D43-B95E-2A9CB5040033}"/>
              </a:ext>
            </a:extLst>
          </p:cNvPr>
          <p:cNvSpPr/>
          <p:nvPr/>
        </p:nvSpPr>
        <p:spPr>
          <a:xfrm>
            <a:off x="308381" y="1354079"/>
            <a:ext cx="8552637" cy="314713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519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02D5-2907-E94F-82A4-6E286FC8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Сервисы </a:t>
            </a:r>
            <a:r>
              <a:rPr lang="en-US" dirty="0"/>
              <a:t>Yandex Cloud</a:t>
            </a:r>
          </a:p>
        </p:txBody>
      </p:sp>
      <p:grpSp>
        <p:nvGrpSpPr>
          <p:cNvPr id="4" name="Google Shape;323;p35">
            <a:extLst>
              <a:ext uri="{FF2B5EF4-FFF2-40B4-BE49-F238E27FC236}">
                <a16:creationId xmlns:a16="http://schemas.microsoft.com/office/drawing/2014/main" id="{B78CA793-A366-3448-B6A8-7D862684B903}"/>
              </a:ext>
            </a:extLst>
          </p:cNvPr>
          <p:cNvGrpSpPr/>
          <p:nvPr/>
        </p:nvGrpSpPr>
        <p:grpSpPr>
          <a:xfrm>
            <a:off x="112100" y="1360429"/>
            <a:ext cx="8909050" cy="3147137"/>
            <a:chOff x="27199" y="1195329"/>
            <a:chExt cx="8909050" cy="3147137"/>
          </a:xfrm>
        </p:grpSpPr>
        <p:sp>
          <p:nvSpPr>
            <p:cNvPr id="5" name="Google Shape;324;p35">
              <a:extLst>
                <a:ext uri="{FF2B5EF4-FFF2-40B4-BE49-F238E27FC236}">
                  <a16:creationId xmlns:a16="http://schemas.microsoft.com/office/drawing/2014/main" id="{3145AC2E-177F-704A-ABCF-8E56C157BD6D}"/>
                </a:ext>
              </a:extLst>
            </p:cNvPr>
            <p:cNvSpPr/>
            <p:nvPr/>
          </p:nvSpPr>
          <p:spPr>
            <a:xfrm>
              <a:off x="225250" y="1195329"/>
              <a:ext cx="8552637" cy="3147137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325;p35">
              <a:extLst>
                <a:ext uri="{FF2B5EF4-FFF2-40B4-BE49-F238E27FC236}">
                  <a16:creationId xmlns:a16="http://schemas.microsoft.com/office/drawing/2014/main" id="{59348F78-316A-DB45-BE73-C3BD342564D7}"/>
                </a:ext>
              </a:extLst>
            </p:cNvPr>
            <p:cNvSpPr/>
            <p:nvPr/>
          </p:nvSpPr>
          <p:spPr>
            <a:xfrm>
              <a:off x="27199" y="1497471"/>
              <a:ext cx="8909050" cy="2800985"/>
            </a:xfrm>
            <a:custGeom>
              <a:avLst/>
              <a:gdLst/>
              <a:ahLst/>
              <a:cxnLst/>
              <a:rect l="l" t="t" r="r" b="b"/>
              <a:pathLst>
                <a:path w="8909050" h="2800985" extrusionOk="0">
                  <a:moveTo>
                    <a:pt x="3118343" y="317249"/>
                  </a:moveTo>
                  <a:lnTo>
                    <a:pt x="3120182" y="300923"/>
                  </a:lnTo>
                  <a:lnTo>
                    <a:pt x="3125638" y="284812"/>
                  </a:lnTo>
                  <a:lnTo>
                    <a:pt x="3162823" y="237963"/>
                  </a:lnTo>
                  <a:lnTo>
                    <a:pt x="3204074" y="208168"/>
                  </a:lnTo>
                  <a:lnTo>
                    <a:pt x="3257665" y="179708"/>
                  </a:lnTo>
                  <a:lnTo>
                    <a:pt x="3322885" y="152743"/>
                  </a:lnTo>
                  <a:lnTo>
                    <a:pt x="3359634" y="139872"/>
                  </a:lnTo>
                  <a:lnTo>
                    <a:pt x="3399025" y="127433"/>
                  </a:lnTo>
                  <a:lnTo>
                    <a:pt x="3440967" y="115449"/>
                  </a:lnTo>
                  <a:lnTo>
                    <a:pt x="3485374" y="103937"/>
                  </a:lnTo>
                  <a:lnTo>
                    <a:pt x="3532155" y="92920"/>
                  </a:lnTo>
                  <a:lnTo>
                    <a:pt x="3581222" y="82415"/>
                  </a:lnTo>
                  <a:lnTo>
                    <a:pt x="3632487" y="72444"/>
                  </a:lnTo>
                  <a:lnTo>
                    <a:pt x="3685859" y="63026"/>
                  </a:lnTo>
                  <a:lnTo>
                    <a:pt x="3741252" y="54181"/>
                  </a:lnTo>
                  <a:lnTo>
                    <a:pt x="3798576" y="45929"/>
                  </a:lnTo>
                  <a:lnTo>
                    <a:pt x="3857742" y="38290"/>
                  </a:lnTo>
                  <a:lnTo>
                    <a:pt x="3918661" y="31284"/>
                  </a:lnTo>
                  <a:lnTo>
                    <a:pt x="3981245" y="24931"/>
                  </a:lnTo>
                  <a:lnTo>
                    <a:pt x="4045404" y="19250"/>
                  </a:lnTo>
                  <a:lnTo>
                    <a:pt x="4111051" y="14262"/>
                  </a:lnTo>
                  <a:lnTo>
                    <a:pt x="4178096" y="9987"/>
                  </a:lnTo>
                  <a:lnTo>
                    <a:pt x="4246451" y="6445"/>
                  </a:lnTo>
                  <a:lnTo>
                    <a:pt x="4316027" y="3655"/>
                  </a:lnTo>
                  <a:lnTo>
                    <a:pt x="4386734" y="1637"/>
                  </a:lnTo>
                  <a:lnTo>
                    <a:pt x="4458485" y="412"/>
                  </a:lnTo>
                  <a:lnTo>
                    <a:pt x="4531190" y="0"/>
                  </a:lnTo>
                  <a:lnTo>
                    <a:pt x="4603896" y="412"/>
                  </a:lnTo>
                  <a:lnTo>
                    <a:pt x="4675647" y="1637"/>
                  </a:lnTo>
                  <a:lnTo>
                    <a:pt x="4746354" y="3655"/>
                  </a:lnTo>
                  <a:lnTo>
                    <a:pt x="4815930" y="6445"/>
                  </a:lnTo>
                  <a:lnTo>
                    <a:pt x="4884284" y="9987"/>
                  </a:lnTo>
                  <a:lnTo>
                    <a:pt x="4951330" y="14262"/>
                  </a:lnTo>
                  <a:lnTo>
                    <a:pt x="5016976" y="19250"/>
                  </a:lnTo>
                  <a:lnTo>
                    <a:pt x="5081136" y="24931"/>
                  </a:lnTo>
                  <a:lnTo>
                    <a:pt x="5143720" y="31284"/>
                  </a:lnTo>
                  <a:lnTo>
                    <a:pt x="5204639" y="38290"/>
                  </a:lnTo>
                  <a:lnTo>
                    <a:pt x="5263805" y="45929"/>
                  </a:lnTo>
                  <a:lnTo>
                    <a:pt x="5321129" y="54181"/>
                  </a:lnTo>
                  <a:lnTo>
                    <a:pt x="5376521" y="63026"/>
                  </a:lnTo>
                  <a:lnTo>
                    <a:pt x="5429894" y="72444"/>
                  </a:lnTo>
                  <a:lnTo>
                    <a:pt x="5481159" y="82415"/>
                  </a:lnTo>
                  <a:lnTo>
                    <a:pt x="5530226" y="92920"/>
                  </a:lnTo>
                  <a:lnTo>
                    <a:pt x="5577007" y="103937"/>
                  </a:lnTo>
                  <a:lnTo>
                    <a:pt x="5621413" y="115449"/>
                  </a:lnTo>
                  <a:lnTo>
                    <a:pt x="5663356" y="127433"/>
                  </a:lnTo>
                  <a:lnTo>
                    <a:pt x="5702747" y="139872"/>
                  </a:lnTo>
                  <a:lnTo>
                    <a:pt x="5739496" y="152743"/>
                  </a:lnTo>
                  <a:lnTo>
                    <a:pt x="5804716" y="179708"/>
                  </a:lnTo>
                  <a:lnTo>
                    <a:pt x="5858307" y="208168"/>
                  </a:lnTo>
                  <a:lnTo>
                    <a:pt x="5899558" y="237963"/>
                  </a:lnTo>
                  <a:lnTo>
                    <a:pt x="5927758" y="268935"/>
                  </a:lnTo>
                  <a:lnTo>
                    <a:pt x="5944038" y="317249"/>
                  </a:lnTo>
                  <a:lnTo>
                    <a:pt x="5927758" y="365563"/>
                  </a:lnTo>
                  <a:lnTo>
                    <a:pt x="5899558" y="396534"/>
                  </a:lnTo>
                  <a:lnTo>
                    <a:pt x="5858307" y="426330"/>
                  </a:lnTo>
                  <a:lnTo>
                    <a:pt x="5804716" y="454790"/>
                  </a:lnTo>
                  <a:lnTo>
                    <a:pt x="5739496" y="481754"/>
                  </a:lnTo>
                  <a:lnTo>
                    <a:pt x="5702747" y="494626"/>
                  </a:lnTo>
                  <a:lnTo>
                    <a:pt x="5663356" y="507064"/>
                  </a:lnTo>
                  <a:lnTo>
                    <a:pt x="5621413" y="519049"/>
                  </a:lnTo>
                  <a:lnTo>
                    <a:pt x="5577007" y="530560"/>
                  </a:lnTo>
                  <a:lnTo>
                    <a:pt x="5530226" y="541578"/>
                  </a:lnTo>
                  <a:lnTo>
                    <a:pt x="5481159" y="552083"/>
                  </a:lnTo>
                  <a:lnTo>
                    <a:pt x="5429894" y="562054"/>
                  </a:lnTo>
                  <a:lnTo>
                    <a:pt x="5376521" y="571472"/>
                  </a:lnTo>
                  <a:lnTo>
                    <a:pt x="5321129" y="580317"/>
                  </a:lnTo>
                  <a:lnTo>
                    <a:pt x="5263805" y="588569"/>
                  </a:lnTo>
                  <a:lnTo>
                    <a:pt x="5204639" y="596208"/>
                  </a:lnTo>
                  <a:lnTo>
                    <a:pt x="5143720" y="603214"/>
                  </a:lnTo>
                  <a:lnTo>
                    <a:pt x="5081136" y="609567"/>
                  </a:lnTo>
                  <a:lnTo>
                    <a:pt x="5016976" y="615248"/>
                  </a:lnTo>
                  <a:lnTo>
                    <a:pt x="4951330" y="620235"/>
                  </a:lnTo>
                  <a:lnTo>
                    <a:pt x="4884284" y="624510"/>
                  </a:lnTo>
                  <a:lnTo>
                    <a:pt x="4815930" y="628053"/>
                  </a:lnTo>
                  <a:lnTo>
                    <a:pt x="4746354" y="630843"/>
                  </a:lnTo>
                  <a:lnTo>
                    <a:pt x="4675647" y="632860"/>
                  </a:lnTo>
                  <a:lnTo>
                    <a:pt x="4603896" y="634085"/>
                  </a:lnTo>
                  <a:lnTo>
                    <a:pt x="4531190" y="634498"/>
                  </a:lnTo>
                  <a:lnTo>
                    <a:pt x="4458485" y="634085"/>
                  </a:lnTo>
                  <a:lnTo>
                    <a:pt x="4386734" y="632860"/>
                  </a:lnTo>
                  <a:lnTo>
                    <a:pt x="4316027" y="630843"/>
                  </a:lnTo>
                  <a:lnTo>
                    <a:pt x="4246451" y="628053"/>
                  </a:lnTo>
                  <a:lnTo>
                    <a:pt x="4178096" y="624510"/>
                  </a:lnTo>
                  <a:lnTo>
                    <a:pt x="4111051" y="620235"/>
                  </a:lnTo>
                  <a:lnTo>
                    <a:pt x="4045404" y="615248"/>
                  </a:lnTo>
                  <a:lnTo>
                    <a:pt x="3981245" y="609567"/>
                  </a:lnTo>
                  <a:lnTo>
                    <a:pt x="3918661" y="603214"/>
                  </a:lnTo>
                  <a:lnTo>
                    <a:pt x="3857742" y="596208"/>
                  </a:lnTo>
                  <a:lnTo>
                    <a:pt x="3798576" y="588569"/>
                  </a:lnTo>
                  <a:lnTo>
                    <a:pt x="3741252" y="580317"/>
                  </a:lnTo>
                  <a:lnTo>
                    <a:pt x="3685859" y="571472"/>
                  </a:lnTo>
                  <a:lnTo>
                    <a:pt x="3632487" y="562054"/>
                  </a:lnTo>
                  <a:lnTo>
                    <a:pt x="3581222" y="552083"/>
                  </a:lnTo>
                  <a:lnTo>
                    <a:pt x="3532155" y="541578"/>
                  </a:lnTo>
                  <a:lnTo>
                    <a:pt x="3485374" y="530560"/>
                  </a:lnTo>
                  <a:lnTo>
                    <a:pt x="3440967" y="519049"/>
                  </a:lnTo>
                  <a:lnTo>
                    <a:pt x="3399025" y="507064"/>
                  </a:lnTo>
                  <a:lnTo>
                    <a:pt x="3359634" y="494626"/>
                  </a:lnTo>
                  <a:lnTo>
                    <a:pt x="3322885" y="481754"/>
                  </a:lnTo>
                  <a:lnTo>
                    <a:pt x="3257665" y="454790"/>
                  </a:lnTo>
                  <a:lnTo>
                    <a:pt x="3204074" y="426330"/>
                  </a:lnTo>
                  <a:lnTo>
                    <a:pt x="3162823" y="396534"/>
                  </a:lnTo>
                  <a:lnTo>
                    <a:pt x="3134622" y="365563"/>
                  </a:lnTo>
                  <a:lnTo>
                    <a:pt x="3120182" y="333574"/>
                  </a:lnTo>
                  <a:lnTo>
                    <a:pt x="3118343" y="317249"/>
                  </a:lnTo>
                  <a:close/>
                </a:path>
                <a:path w="8909050" h="2800985" extrusionOk="0">
                  <a:moveTo>
                    <a:pt x="3106893" y="1705146"/>
                  </a:moveTo>
                  <a:lnTo>
                    <a:pt x="3108732" y="1688822"/>
                  </a:lnTo>
                  <a:lnTo>
                    <a:pt x="3114188" y="1672711"/>
                  </a:lnTo>
                  <a:lnTo>
                    <a:pt x="3151373" y="1625865"/>
                  </a:lnTo>
                  <a:lnTo>
                    <a:pt x="3192624" y="1596070"/>
                  </a:lnTo>
                  <a:lnTo>
                    <a:pt x="3246215" y="1567611"/>
                  </a:lnTo>
                  <a:lnTo>
                    <a:pt x="3311435" y="1540646"/>
                  </a:lnTo>
                  <a:lnTo>
                    <a:pt x="3348184" y="1527774"/>
                  </a:lnTo>
                  <a:lnTo>
                    <a:pt x="3387575" y="1515336"/>
                  </a:lnTo>
                  <a:lnTo>
                    <a:pt x="3429517" y="1503351"/>
                  </a:lnTo>
                  <a:lnTo>
                    <a:pt x="3473924" y="1491840"/>
                  </a:lnTo>
                  <a:lnTo>
                    <a:pt x="3520705" y="1480822"/>
                  </a:lnTo>
                  <a:lnTo>
                    <a:pt x="3569772" y="1470317"/>
                  </a:lnTo>
                  <a:lnTo>
                    <a:pt x="3621037" y="1460345"/>
                  </a:lnTo>
                  <a:lnTo>
                    <a:pt x="3674409" y="1450927"/>
                  </a:lnTo>
                  <a:lnTo>
                    <a:pt x="3729802" y="1442081"/>
                  </a:lnTo>
                  <a:lnTo>
                    <a:pt x="3787126" y="1433829"/>
                  </a:lnTo>
                  <a:lnTo>
                    <a:pt x="3846292" y="1426189"/>
                  </a:lnTo>
                  <a:lnTo>
                    <a:pt x="3907211" y="1419183"/>
                  </a:lnTo>
                  <a:lnTo>
                    <a:pt x="3969795" y="1412829"/>
                  </a:lnTo>
                  <a:lnTo>
                    <a:pt x="4033954" y="1407149"/>
                  </a:lnTo>
                  <a:lnTo>
                    <a:pt x="4099601" y="1402161"/>
                  </a:lnTo>
                  <a:lnTo>
                    <a:pt x="4166646" y="1397885"/>
                  </a:lnTo>
                  <a:lnTo>
                    <a:pt x="4235001" y="1394343"/>
                  </a:lnTo>
                  <a:lnTo>
                    <a:pt x="4304577" y="1391552"/>
                  </a:lnTo>
                  <a:lnTo>
                    <a:pt x="4375284" y="1389535"/>
                  </a:lnTo>
                  <a:lnTo>
                    <a:pt x="4447035" y="1388310"/>
                  </a:lnTo>
                  <a:lnTo>
                    <a:pt x="4519740" y="1387897"/>
                  </a:lnTo>
                  <a:lnTo>
                    <a:pt x="4592446" y="1388310"/>
                  </a:lnTo>
                  <a:lnTo>
                    <a:pt x="4664197" y="1389535"/>
                  </a:lnTo>
                  <a:lnTo>
                    <a:pt x="4734904" y="1391552"/>
                  </a:lnTo>
                  <a:lnTo>
                    <a:pt x="4804480" y="1394343"/>
                  </a:lnTo>
                  <a:lnTo>
                    <a:pt x="4872834" y="1397885"/>
                  </a:lnTo>
                  <a:lnTo>
                    <a:pt x="4939880" y="1402161"/>
                  </a:lnTo>
                  <a:lnTo>
                    <a:pt x="5005526" y="1407149"/>
                  </a:lnTo>
                  <a:lnTo>
                    <a:pt x="5069686" y="1412829"/>
                  </a:lnTo>
                  <a:lnTo>
                    <a:pt x="5132270" y="1419183"/>
                  </a:lnTo>
                  <a:lnTo>
                    <a:pt x="5193189" y="1426189"/>
                  </a:lnTo>
                  <a:lnTo>
                    <a:pt x="5252355" y="1433829"/>
                  </a:lnTo>
                  <a:lnTo>
                    <a:pt x="5309679" y="1442081"/>
                  </a:lnTo>
                  <a:lnTo>
                    <a:pt x="5365071" y="1450927"/>
                  </a:lnTo>
                  <a:lnTo>
                    <a:pt x="5418444" y="1460345"/>
                  </a:lnTo>
                  <a:lnTo>
                    <a:pt x="5469709" y="1470317"/>
                  </a:lnTo>
                  <a:lnTo>
                    <a:pt x="5518776" y="1480822"/>
                  </a:lnTo>
                  <a:lnTo>
                    <a:pt x="5565557" y="1491840"/>
                  </a:lnTo>
                  <a:lnTo>
                    <a:pt x="5609963" y="1503351"/>
                  </a:lnTo>
                  <a:lnTo>
                    <a:pt x="5651906" y="1515336"/>
                  </a:lnTo>
                  <a:lnTo>
                    <a:pt x="5691297" y="1527774"/>
                  </a:lnTo>
                  <a:lnTo>
                    <a:pt x="5728046" y="1540646"/>
                  </a:lnTo>
                  <a:lnTo>
                    <a:pt x="5793266" y="1567611"/>
                  </a:lnTo>
                  <a:lnTo>
                    <a:pt x="5846857" y="1596070"/>
                  </a:lnTo>
                  <a:lnTo>
                    <a:pt x="5888108" y="1625865"/>
                  </a:lnTo>
                  <a:lnTo>
                    <a:pt x="5916308" y="1656835"/>
                  </a:lnTo>
                  <a:lnTo>
                    <a:pt x="5932588" y="1705146"/>
                  </a:lnTo>
                  <a:lnTo>
                    <a:pt x="5916308" y="1753463"/>
                  </a:lnTo>
                  <a:lnTo>
                    <a:pt x="5888108" y="1784436"/>
                  </a:lnTo>
                  <a:lnTo>
                    <a:pt x="5846857" y="1814232"/>
                  </a:lnTo>
                  <a:lnTo>
                    <a:pt x="5793266" y="1842692"/>
                  </a:lnTo>
                  <a:lnTo>
                    <a:pt x="5728046" y="1869657"/>
                  </a:lnTo>
                  <a:lnTo>
                    <a:pt x="5691297" y="1882529"/>
                  </a:lnTo>
                  <a:lnTo>
                    <a:pt x="5651906" y="1894967"/>
                  </a:lnTo>
                  <a:lnTo>
                    <a:pt x="5609963" y="1906951"/>
                  </a:lnTo>
                  <a:lnTo>
                    <a:pt x="5565557" y="1918462"/>
                  </a:lnTo>
                  <a:lnTo>
                    <a:pt x="5518776" y="1929480"/>
                  </a:lnTo>
                  <a:lnTo>
                    <a:pt x="5469709" y="1939984"/>
                  </a:lnTo>
                  <a:lnTo>
                    <a:pt x="5418444" y="1949955"/>
                  </a:lnTo>
                  <a:lnTo>
                    <a:pt x="5365071" y="1959373"/>
                  </a:lnTo>
                  <a:lnTo>
                    <a:pt x="5309679" y="1968218"/>
                  </a:lnTo>
                  <a:lnTo>
                    <a:pt x="5252355" y="1976469"/>
                  </a:lnTo>
                  <a:lnTo>
                    <a:pt x="5193189" y="1984108"/>
                  </a:lnTo>
                  <a:lnTo>
                    <a:pt x="5132270" y="1991113"/>
                  </a:lnTo>
                  <a:lnTo>
                    <a:pt x="5069686" y="1997466"/>
                  </a:lnTo>
                  <a:lnTo>
                    <a:pt x="5005526" y="2003146"/>
                  </a:lnTo>
                  <a:lnTo>
                    <a:pt x="4939880" y="2008134"/>
                  </a:lnTo>
                  <a:lnTo>
                    <a:pt x="4872834" y="2012408"/>
                  </a:lnTo>
                  <a:lnTo>
                    <a:pt x="4804480" y="2015951"/>
                  </a:lnTo>
                  <a:lnTo>
                    <a:pt x="4734904" y="2018740"/>
                  </a:lnTo>
                  <a:lnTo>
                    <a:pt x="4664197" y="2020758"/>
                  </a:lnTo>
                  <a:lnTo>
                    <a:pt x="4592446" y="2021983"/>
                  </a:lnTo>
                  <a:lnTo>
                    <a:pt x="4519740" y="2022395"/>
                  </a:lnTo>
                  <a:lnTo>
                    <a:pt x="4447035" y="2021983"/>
                  </a:lnTo>
                  <a:lnTo>
                    <a:pt x="4375284" y="2020758"/>
                  </a:lnTo>
                  <a:lnTo>
                    <a:pt x="4304577" y="2018740"/>
                  </a:lnTo>
                  <a:lnTo>
                    <a:pt x="4235001" y="2015951"/>
                  </a:lnTo>
                  <a:lnTo>
                    <a:pt x="4166646" y="2012408"/>
                  </a:lnTo>
                  <a:lnTo>
                    <a:pt x="4099601" y="2008134"/>
                  </a:lnTo>
                  <a:lnTo>
                    <a:pt x="4033954" y="2003146"/>
                  </a:lnTo>
                  <a:lnTo>
                    <a:pt x="3969795" y="1997466"/>
                  </a:lnTo>
                  <a:lnTo>
                    <a:pt x="3907211" y="1991113"/>
                  </a:lnTo>
                  <a:lnTo>
                    <a:pt x="3846292" y="1984108"/>
                  </a:lnTo>
                  <a:lnTo>
                    <a:pt x="3787126" y="1976469"/>
                  </a:lnTo>
                  <a:lnTo>
                    <a:pt x="3729802" y="1968218"/>
                  </a:lnTo>
                  <a:lnTo>
                    <a:pt x="3674409" y="1959373"/>
                  </a:lnTo>
                  <a:lnTo>
                    <a:pt x="3621037" y="1949955"/>
                  </a:lnTo>
                  <a:lnTo>
                    <a:pt x="3569772" y="1939984"/>
                  </a:lnTo>
                  <a:lnTo>
                    <a:pt x="3520705" y="1929480"/>
                  </a:lnTo>
                  <a:lnTo>
                    <a:pt x="3473924" y="1918462"/>
                  </a:lnTo>
                  <a:lnTo>
                    <a:pt x="3429517" y="1906951"/>
                  </a:lnTo>
                  <a:lnTo>
                    <a:pt x="3387575" y="1894967"/>
                  </a:lnTo>
                  <a:lnTo>
                    <a:pt x="3348184" y="1882529"/>
                  </a:lnTo>
                  <a:lnTo>
                    <a:pt x="3311435" y="1869657"/>
                  </a:lnTo>
                  <a:lnTo>
                    <a:pt x="3246215" y="1842692"/>
                  </a:lnTo>
                  <a:lnTo>
                    <a:pt x="3192624" y="1814232"/>
                  </a:lnTo>
                  <a:lnTo>
                    <a:pt x="3151373" y="1784436"/>
                  </a:lnTo>
                  <a:lnTo>
                    <a:pt x="3123172" y="1753463"/>
                  </a:lnTo>
                  <a:lnTo>
                    <a:pt x="3108732" y="1721473"/>
                  </a:lnTo>
                  <a:lnTo>
                    <a:pt x="3106893" y="1705146"/>
                  </a:lnTo>
                  <a:close/>
                </a:path>
                <a:path w="8909050" h="2800985" extrusionOk="0">
                  <a:moveTo>
                    <a:pt x="6083262" y="389499"/>
                  </a:moveTo>
                  <a:lnTo>
                    <a:pt x="6085101" y="373173"/>
                  </a:lnTo>
                  <a:lnTo>
                    <a:pt x="6090557" y="357062"/>
                  </a:lnTo>
                  <a:lnTo>
                    <a:pt x="6127742" y="310213"/>
                  </a:lnTo>
                  <a:lnTo>
                    <a:pt x="6168993" y="280418"/>
                  </a:lnTo>
                  <a:lnTo>
                    <a:pt x="6222584" y="251958"/>
                  </a:lnTo>
                  <a:lnTo>
                    <a:pt x="6287804" y="224993"/>
                  </a:lnTo>
                  <a:lnTo>
                    <a:pt x="6324553" y="212122"/>
                  </a:lnTo>
                  <a:lnTo>
                    <a:pt x="6363944" y="199683"/>
                  </a:lnTo>
                  <a:lnTo>
                    <a:pt x="6405886" y="187699"/>
                  </a:lnTo>
                  <a:lnTo>
                    <a:pt x="6450293" y="176187"/>
                  </a:lnTo>
                  <a:lnTo>
                    <a:pt x="6497074" y="165169"/>
                  </a:lnTo>
                  <a:lnTo>
                    <a:pt x="6546141" y="154665"/>
                  </a:lnTo>
                  <a:lnTo>
                    <a:pt x="6597406" y="144694"/>
                  </a:lnTo>
                  <a:lnTo>
                    <a:pt x="6650778" y="135276"/>
                  </a:lnTo>
                  <a:lnTo>
                    <a:pt x="6706171" y="126431"/>
                  </a:lnTo>
                  <a:lnTo>
                    <a:pt x="6763495" y="118179"/>
                  </a:lnTo>
                  <a:lnTo>
                    <a:pt x="6822661" y="110540"/>
                  </a:lnTo>
                  <a:lnTo>
                    <a:pt x="6883580" y="103534"/>
                  </a:lnTo>
                  <a:lnTo>
                    <a:pt x="6946164" y="97180"/>
                  </a:lnTo>
                  <a:lnTo>
                    <a:pt x="7010323" y="91500"/>
                  </a:lnTo>
                  <a:lnTo>
                    <a:pt x="7075970" y="86512"/>
                  </a:lnTo>
                  <a:lnTo>
                    <a:pt x="7143015" y="82237"/>
                  </a:lnTo>
                  <a:lnTo>
                    <a:pt x="7211370" y="78695"/>
                  </a:lnTo>
                  <a:lnTo>
                    <a:pt x="7280946" y="75905"/>
                  </a:lnTo>
                  <a:lnTo>
                    <a:pt x="7351653" y="73887"/>
                  </a:lnTo>
                  <a:lnTo>
                    <a:pt x="7423404" y="72662"/>
                  </a:lnTo>
                  <a:lnTo>
                    <a:pt x="7496109" y="72249"/>
                  </a:lnTo>
                  <a:lnTo>
                    <a:pt x="7568815" y="72662"/>
                  </a:lnTo>
                  <a:lnTo>
                    <a:pt x="7640566" y="73887"/>
                  </a:lnTo>
                  <a:lnTo>
                    <a:pt x="7711273" y="75905"/>
                  </a:lnTo>
                  <a:lnTo>
                    <a:pt x="7780849" y="78695"/>
                  </a:lnTo>
                  <a:lnTo>
                    <a:pt x="7849203" y="82237"/>
                  </a:lnTo>
                  <a:lnTo>
                    <a:pt x="7916249" y="86512"/>
                  </a:lnTo>
                  <a:lnTo>
                    <a:pt x="7981895" y="91500"/>
                  </a:lnTo>
                  <a:lnTo>
                    <a:pt x="8046055" y="97180"/>
                  </a:lnTo>
                  <a:lnTo>
                    <a:pt x="8108639" y="103534"/>
                  </a:lnTo>
                  <a:lnTo>
                    <a:pt x="8169558" y="110540"/>
                  </a:lnTo>
                  <a:lnTo>
                    <a:pt x="8228724" y="118179"/>
                  </a:lnTo>
                  <a:lnTo>
                    <a:pt x="8286048" y="126431"/>
                  </a:lnTo>
                  <a:lnTo>
                    <a:pt x="8341440" y="135276"/>
                  </a:lnTo>
                  <a:lnTo>
                    <a:pt x="8394813" y="144694"/>
                  </a:lnTo>
                  <a:lnTo>
                    <a:pt x="8446078" y="154665"/>
                  </a:lnTo>
                  <a:lnTo>
                    <a:pt x="8495145" y="165169"/>
                  </a:lnTo>
                  <a:lnTo>
                    <a:pt x="8541926" y="176187"/>
                  </a:lnTo>
                  <a:lnTo>
                    <a:pt x="8586332" y="187699"/>
                  </a:lnTo>
                  <a:lnTo>
                    <a:pt x="8628275" y="199683"/>
                  </a:lnTo>
                  <a:lnTo>
                    <a:pt x="8667666" y="212122"/>
                  </a:lnTo>
                  <a:lnTo>
                    <a:pt x="8704415" y="224993"/>
                  </a:lnTo>
                  <a:lnTo>
                    <a:pt x="8769635" y="251958"/>
                  </a:lnTo>
                  <a:lnTo>
                    <a:pt x="8823226" y="280418"/>
                  </a:lnTo>
                  <a:lnTo>
                    <a:pt x="8864477" y="310213"/>
                  </a:lnTo>
                  <a:lnTo>
                    <a:pt x="8892677" y="341185"/>
                  </a:lnTo>
                  <a:lnTo>
                    <a:pt x="8908957" y="389499"/>
                  </a:lnTo>
                  <a:lnTo>
                    <a:pt x="8892677" y="437813"/>
                  </a:lnTo>
                  <a:lnTo>
                    <a:pt x="8864477" y="468784"/>
                  </a:lnTo>
                  <a:lnTo>
                    <a:pt x="8823226" y="498580"/>
                  </a:lnTo>
                  <a:lnTo>
                    <a:pt x="8769635" y="527040"/>
                  </a:lnTo>
                  <a:lnTo>
                    <a:pt x="8704415" y="554004"/>
                  </a:lnTo>
                  <a:lnTo>
                    <a:pt x="8667666" y="566876"/>
                  </a:lnTo>
                  <a:lnTo>
                    <a:pt x="8628275" y="579314"/>
                  </a:lnTo>
                  <a:lnTo>
                    <a:pt x="8586332" y="591299"/>
                  </a:lnTo>
                  <a:lnTo>
                    <a:pt x="8541926" y="602810"/>
                  </a:lnTo>
                  <a:lnTo>
                    <a:pt x="8495145" y="613828"/>
                  </a:lnTo>
                  <a:lnTo>
                    <a:pt x="8446078" y="624332"/>
                  </a:lnTo>
                  <a:lnTo>
                    <a:pt x="8394813" y="634304"/>
                  </a:lnTo>
                  <a:lnTo>
                    <a:pt x="8341440" y="643722"/>
                  </a:lnTo>
                  <a:lnTo>
                    <a:pt x="8286048" y="652567"/>
                  </a:lnTo>
                  <a:lnTo>
                    <a:pt x="8228724" y="660819"/>
                  </a:lnTo>
                  <a:lnTo>
                    <a:pt x="8169558" y="668458"/>
                  </a:lnTo>
                  <a:lnTo>
                    <a:pt x="8108639" y="675464"/>
                  </a:lnTo>
                  <a:lnTo>
                    <a:pt x="8046055" y="681817"/>
                  </a:lnTo>
                  <a:lnTo>
                    <a:pt x="7981895" y="687497"/>
                  </a:lnTo>
                  <a:lnTo>
                    <a:pt x="7916249" y="692485"/>
                  </a:lnTo>
                  <a:lnTo>
                    <a:pt x="7849203" y="696760"/>
                  </a:lnTo>
                  <a:lnTo>
                    <a:pt x="7780849" y="700303"/>
                  </a:lnTo>
                  <a:lnTo>
                    <a:pt x="7711273" y="703093"/>
                  </a:lnTo>
                  <a:lnTo>
                    <a:pt x="7640566" y="705110"/>
                  </a:lnTo>
                  <a:lnTo>
                    <a:pt x="7568815" y="706335"/>
                  </a:lnTo>
                  <a:lnTo>
                    <a:pt x="7496109" y="706748"/>
                  </a:lnTo>
                  <a:lnTo>
                    <a:pt x="7423404" y="706335"/>
                  </a:lnTo>
                  <a:lnTo>
                    <a:pt x="7351653" y="705110"/>
                  </a:lnTo>
                  <a:lnTo>
                    <a:pt x="7280946" y="703093"/>
                  </a:lnTo>
                  <a:lnTo>
                    <a:pt x="7211370" y="700303"/>
                  </a:lnTo>
                  <a:lnTo>
                    <a:pt x="7143015" y="696760"/>
                  </a:lnTo>
                  <a:lnTo>
                    <a:pt x="7075970" y="692485"/>
                  </a:lnTo>
                  <a:lnTo>
                    <a:pt x="7010323" y="687497"/>
                  </a:lnTo>
                  <a:lnTo>
                    <a:pt x="6946164" y="681817"/>
                  </a:lnTo>
                  <a:lnTo>
                    <a:pt x="6883580" y="675464"/>
                  </a:lnTo>
                  <a:lnTo>
                    <a:pt x="6822661" y="668458"/>
                  </a:lnTo>
                  <a:lnTo>
                    <a:pt x="6763495" y="660819"/>
                  </a:lnTo>
                  <a:lnTo>
                    <a:pt x="6706171" y="652567"/>
                  </a:lnTo>
                  <a:lnTo>
                    <a:pt x="6650778" y="643722"/>
                  </a:lnTo>
                  <a:lnTo>
                    <a:pt x="6597406" y="634304"/>
                  </a:lnTo>
                  <a:lnTo>
                    <a:pt x="6546141" y="624332"/>
                  </a:lnTo>
                  <a:lnTo>
                    <a:pt x="6497074" y="613828"/>
                  </a:lnTo>
                  <a:lnTo>
                    <a:pt x="6450293" y="602810"/>
                  </a:lnTo>
                  <a:lnTo>
                    <a:pt x="6405886" y="591299"/>
                  </a:lnTo>
                  <a:lnTo>
                    <a:pt x="6363944" y="579314"/>
                  </a:lnTo>
                  <a:lnTo>
                    <a:pt x="6324553" y="566876"/>
                  </a:lnTo>
                  <a:lnTo>
                    <a:pt x="6287804" y="554004"/>
                  </a:lnTo>
                  <a:lnTo>
                    <a:pt x="6222584" y="527040"/>
                  </a:lnTo>
                  <a:lnTo>
                    <a:pt x="6168993" y="498580"/>
                  </a:lnTo>
                  <a:lnTo>
                    <a:pt x="6127742" y="468784"/>
                  </a:lnTo>
                  <a:lnTo>
                    <a:pt x="6099541" y="437813"/>
                  </a:lnTo>
                  <a:lnTo>
                    <a:pt x="6085101" y="405824"/>
                  </a:lnTo>
                  <a:lnTo>
                    <a:pt x="6083262" y="389499"/>
                  </a:lnTo>
                  <a:close/>
                </a:path>
                <a:path w="8909050" h="2800985" extrusionOk="0">
                  <a:moveTo>
                    <a:pt x="48999" y="389499"/>
                  </a:moveTo>
                  <a:lnTo>
                    <a:pt x="50838" y="373173"/>
                  </a:lnTo>
                  <a:lnTo>
                    <a:pt x="56294" y="357062"/>
                  </a:lnTo>
                  <a:lnTo>
                    <a:pt x="93480" y="310213"/>
                  </a:lnTo>
                  <a:lnTo>
                    <a:pt x="134731" y="280418"/>
                  </a:lnTo>
                  <a:lnTo>
                    <a:pt x="188322" y="251958"/>
                  </a:lnTo>
                  <a:lnTo>
                    <a:pt x="253542" y="224993"/>
                  </a:lnTo>
                  <a:lnTo>
                    <a:pt x="290292" y="212122"/>
                  </a:lnTo>
                  <a:lnTo>
                    <a:pt x="329682" y="199683"/>
                  </a:lnTo>
                  <a:lnTo>
                    <a:pt x="371625" y="187699"/>
                  </a:lnTo>
                  <a:lnTo>
                    <a:pt x="416032" y="176187"/>
                  </a:lnTo>
                  <a:lnTo>
                    <a:pt x="462813" y="165169"/>
                  </a:lnTo>
                  <a:lnTo>
                    <a:pt x="511880" y="154665"/>
                  </a:lnTo>
                  <a:lnTo>
                    <a:pt x="563145" y="144694"/>
                  </a:lnTo>
                  <a:lnTo>
                    <a:pt x="616518" y="135276"/>
                  </a:lnTo>
                  <a:lnTo>
                    <a:pt x="671910" y="126431"/>
                  </a:lnTo>
                  <a:lnTo>
                    <a:pt x="729234" y="118179"/>
                  </a:lnTo>
                  <a:lnTo>
                    <a:pt x="788400" y="110540"/>
                  </a:lnTo>
                  <a:lnTo>
                    <a:pt x="849319" y="103534"/>
                  </a:lnTo>
                  <a:lnTo>
                    <a:pt x="911903" y="97180"/>
                  </a:lnTo>
                  <a:lnTo>
                    <a:pt x="976063" y="91500"/>
                  </a:lnTo>
                  <a:lnTo>
                    <a:pt x="1041709" y="86512"/>
                  </a:lnTo>
                  <a:lnTo>
                    <a:pt x="1108754" y="82237"/>
                  </a:lnTo>
                  <a:lnTo>
                    <a:pt x="1177109" y="78695"/>
                  </a:lnTo>
                  <a:lnTo>
                    <a:pt x="1246684" y="75905"/>
                  </a:lnTo>
                  <a:lnTo>
                    <a:pt x="1317391" y="73887"/>
                  </a:lnTo>
                  <a:lnTo>
                    <a:pt x="1389142" y="72662"/>
                  </a:lnTo>
                  <a:lnTo>
                    <a:pt x="1461847" y="72249"/>
                  </a:lnTo>
                  <a:lnTo>
                    <a:pt x="1534551" y="72662"/>
                  </a:lnTo>
                  <a:lnTo>
                    <a:pt x="1606302" y="73887"/>
                  </a:lnTo>
                  <a:lnTo>
                    <a:pt x="1677009" y="75905"/>
                  </a:lnTo>
                  <a:lnTo>
                    <a:pt x="1746584" y="78695"/>
                  </a:lnTo>
                  <a:lnTo>
                    <a:pt x="1814939" y="82237"/>
                  </a:lnTo>
                  <a:lnTo>
                    <a:pt x="1881984" y="86512"/>
                  </a:lnTo>
                  <a:lnTo>
                    <a:pt x="1947631" y="91500"/>
                  </a:lnTo>
                  <a:lnTo>
                    <a:pt x="2011790" y="97180"/>
                  </a:lnTo>
                  <a:lnTo>
                    <a:pt x="2074374" y="103534"/>
                  </a:lnTo>
                  <a:lnTo>
                    <a:pt x="2135293" y="110540"/>
                  </a:lnTo>
                  <a:lnTo>
                    <a:pt x="2194459" y="118179"/>
                  </a:lnTo>
                  <a:lnTo>
                    <a:pt x="2251783" y="126431"/>
                  </a:lnTo>
                  <a:lnTo>
                    <a:pt x="2307175" y="135276"/>
                  </a:lnTo>
                  <a:lnTo>
                    <a:pt x="2360548" y="144694"/>
                  </a:lnTo>
                  <a:lnTo>
                    <a:pt x="2411813" y="154665"/>
                  </a:lnTo>
                  <a:lnTo>
                    <a:pt x="2460880" y="165169"/>
                  </a:lnTo>
                  <a:lnTo>
                    <a:pt x="2507661" y="176187"/>
                  </a:lnTo>
                  <a:lnTo>
                    <a:pt x="2552068" y="187699"/>
                  </a:lnTo>
                  <a:lnTo>
                    <a:pt x="2594011" y="199683"/>
                  </a:lnTo>
                  <a:lnTo>
                    <a:pt x="2633401" y="212122"/>
                  </a:lnTo>
                  <a:lnTo>
                    <a:pt x="2670151" y="224993"/>
                  </a:lnTo>
                  <a:lnTo>
                    <a:pt x="2735372" y="251958"/>
                  </a:lnTo>
                  <a:lnTo>
                    <a:pt x="2788962" y="280418"/>
                  </a:lnTo>
                  <a:lnTo>
                    <a:pt x="2830214" y="310213"/>
                  </a:lnTo>
                  <a:lnTo>
                    <a:pt x="2858415" y="341185"/>
                  </a:lnTo>
                  <a:lnTo>
                    <a:pt x="2874694" y="389499"/>
                  </a:lnTo>
                  <a:lnTo>
                    <a:pt x="2858415" y="437813"/>
                  </a:lnTo>
                  <a:lnTo>
                    <a:pt x="2830214" y="468784"/>
                  </a:lnTo>
                  <a:lnTo>
                    <a:pt x="2788962" y="498580"/>
                  </a:lnTo>
                  <a:lnTo>
                    <a:pt x="2735372" y="527040"/>
                  </a:lnTo>
                  <a:lnTo>
                    <a:pt x="2670151" y="554004"/>
                  </a:lnTo>
                  <a:lnTo>
                    <a:pt x="2633401" y="566876"/>
                  </a:lnTo>
                  <a:lnTo>
                    <a:pt x="2594011" y="579314"/>
                  </a:lnTo>
                  <a:lnTo>
                    <a:pt x="2552068" y="591299"/>
                  </a:lnTo>
                  <a:lnTo>
                    <a:pt x="2507661" y="602810"/>
                  </a:lnTo>
                  <a:lnTo>
                    <a:pt x="2460880" y="613828"/>
                  </a:lnTo>
                  <a:lnTo>
                    <a:pt x="2411813" y="624332"/>
                  </a:lnTo>
                  <a:lnTo>
                    <a:pt x="2360548" y="634304"/>
                  </a:lnTo>
                  <a:lnTo>
                    <a:pt x="2307175" y="643722"/>
                  </a:lnTo>
                  <a:lnTo>
                    <a:pt x="2251783" y="652567"/>
                  </a:lnTo>
                  <a:lnTo>
                    <a:pt x="2194459" y="660819"/>
                  </a:lnTo>
                  <a:lnTo>
                    <a:pt x="2135293" y="668458"/>
                  </a:lnTo>
                  <a:lnTo>
                    <a:pt x="2074374" y="675464"/>
                  </a:lnTo>
                  <a:lnTo>
                    <a:pt x="2011790" y="681817"/>
                  </a:lnTo>
                  <a:lnTo>
                    <a:pt x="1947631" y="687497"/>
                  </a:lnTo>
                  <a:lnTo>
                    <a:pt x="1881984" y="692485"/>
                  </a:lnTo>
                  <a:lnTo>
                    <a:pt x="1814939" y="696760"/>
                  </a:lnTo>
                  <a:lnTo>
                    <a:pt x="1746584" y="700303"/>
                  </a:lnTo>
                  <a:lnTo>
                    <a:pt x="1677009" y="703093"/>
                  </a:lnTo>
                  <a:lnTo>
                    <a:pt x="1606302" y="705110"/>
                  </a:lnTo>
                  <a:lnTo>
                    <a:pt x="1534551" y="706335"/>
                  </a:lnTo>
                  <a:lnTo>
                    <a:pt x="1461847" y="706748"/>
                  </a:lnTo>
                  <a:lnTo>
                    <a:pt x="1389142" y="706335"/>
                  </a:lnTo>
                  <a:lnTo>
                    <a:pt x="1317391" y="705110"/>
                  </a:lnTo>
                  <a:lnTo>
                    <a:pt x="1246684" y="703093"/>
                  </a:lnTo>
                  <a:lnTo>
                    <a:pt x="1177109" y="700303"/>
                  </a:lnTo>
                  <a:lnTo>
                    <a:pt x="1108754" y="696760"/>
                  </a:lnTo>
                  <a:lnTo>
                    <a:pt x="1041709" y="692485"/>
                  </a:lnTo>
                  <a:lnTo>
                    <a:pt x="976063" y="687497"/>
                  </a:lnTo>
                  <a:lnTo>
                    <a:pt x="911903" y="681817"/>
                  </a:lnTo>
                  <a:lnTo>
                    <a:pt x="849319" y="675464"/>
                  </a:lnTo>
                  <a:lnTo>
                    <a:pt x="788400" y="668458"/>
                  </a:lnTo>
                  <a:lnTo>
                    <a:pt x="729234" y="660819"/>
                  </a:lnTo>
                  <a:lnTo>
                    <a:pt x="671910" y="652567"/>
                  </a:lnTo>
                  <a:lnTo>
                    <a:pt x="616518" y="643722"/>
                  </a:lnTo>
                  <a:lnTo>
                    <a:pt x="563145" y="634304"/>
                  </a:lnTo>
                  <a:lnTo>
                    <a:pt x="511880" y="624332"/>
                  </a:lnTo>
                  <a:lnTo>
                    <a:pt x="462813" y="613828"/>
                  </a:lnTo>
                  <a:lnTo>
                    <a:pt x="416032" y="602810"/>
                  </a:lnTo>
                  <a:lnTo>
                    <a:pt x="371625" y="591299"/>
                  </a:lnTo>
                  <a:lnTo>
                    <a:pt x="329682" y="579314"/>
                  </a:lnTo>
                  <a:lnTo>
                    <a:pt x="290292" y="566876"/>
                  </a:lnTo>
                  <a:lnTo>
                    <a:pt x="253542" y="554004"/>
                  </a:lnTo>
                  <a:lnTo>
                    <a:pt x="188322" y="527040"/>
                  </a:lnTo>
                  <a:lnTo>
                    <a:pt x="134731" y="498580"/>
                  </a:lnTo>
                  <a:lnTo>
                    <a:pt x="93480" y="468784"/>
                  </a:lnTo>
                  <a:lnTo>
                    <a:pt x="65279" y="437813"/>
                  </a:lnTo>
                  <a:lnTo>
                    <a:pt x="50838" y="405824"/>
                  </a:lnTo>
                  <a:lnTo>
                    <a:pt x="48999" y="389499"/>
                  </a:lnTo>
                  <a:close/>
                </a:path>
                <a:path w="8909050" h="2800985" extrusionOk="0">
                  <a:moveTo>
                    <a:pt x="0" y="1023997"/>
                  </a:moveTo>
                  <a:lnTo>
                    <a:pt x="1838" y="1007672"/>
                  </a:lnTo>
                  <a:lnTo>
                    <a:pt x="7294" y="991561"/>
                  </a:lnTo>
                  <a:lnTo>
                    <a:pt x="44480" y="944712"/>
                  </a:lnTo>
                  <a:lnTo>
                    <a:pt x="85731" y="914916"/>
                  </a:lnTo>
                  <a:lnTo>
                    <a:pt x="139322" y="886457"/>
                  </a:lnTo>
                  <a:lnTo>
                    <a:pt x="204542" y="859492"/>
                  </a:lnTo>
                  <a:lnTo>
                    <a:pt x="241292" y="846620"/>
                  </a:lnTo>
                  <a:lnTo>
                    <a:pt x="280682" y="834182"/>
                  </a:lnTo>
                  <a:lnTo>
                    <a:pt x="322625" y="822197"/>
                  </a:lnTo>
                  <a:lnTo>
                    <a:pt x="367032" y="810686"/>
                  </a:lnTo>
                  <a:lnTo>
                    <a:pt x="413813" y="799668"/>
                  </a:lnTo>
                  <a:lnTo>
                    <a:pt x="462880" y="789164"/>
                  </a:lnTo>
                  <a:lnTo>
                    <a:pt x="514145" y="779192"/>
                  </a:lnTo>
                  <a:lnTo>
                    <a:pt x="567518" y="769774"/>
                  </a:lnTo>
                  <a:lnTo>
                    <a:pt x="622911" y="760929"/>
                  </a:lnTo>
                  <a:lnTo>
                    <a:pt x="680234" y="752677"/>
                  </a:lnTo>
                  <a:lnTo>
                    <a:pt x="739400" y="745038"/>
                  </a:lnTo>
                  <a:lnTo>
                    <a:pt x="800319" y="738032"/>
                  </a:lnTo>
                  <a:lnTo>
                    <a:pt x="862903" y="731679"/>
                  </a:lnTo>
                  <a:lnTo>
                    <a:pt x="927063" y="725999"/>
                  </a:lnTo>
                  <a:lnTo>
                    <a:pt x="992709" y="721011"/>
                  </a:lnTo>
                  <a:lnTo>
                    <a:pt x="1059754" y="716736"/>
                  </a:lnTo>
                  <a:lnTo>
                    <a:pt x="1128109" y="713193"/>
                  </a:lnTo>
                  <a:lnTo>
                    <a:pt x="1197684" y="710403"/>
                  </a:lnTo>
                  <a:lnTo>
                    <a:pt x="1268391" y="708386"/>
                  </a:lnTo>
                  <a:lnTo>
                    <a:pt x="1340142" y="707161"/>
                  </a:lnTo>
                  <a:lnTo>
                    <a:pt x="1412847" y="706748"/>
                  </a:lnTo>
                  <a:lnTo>
                    <a:pt x="1485552" y="707161"/>
                  </a:lnTo>
                  <a:lnTo>
                    <a:pt x="1557302" y="708386"/>
                  </a:lnTo>
                  <a:lnTo>
                    <a:pt x="1628009" y="710403"/>
                  </a:lnTo>
                  <a:lnTo>
                    <a:pt x="1697584" y="713193"/>
                  </a:lnTo>
                  <a:lnTo>
                    <a:pt x="1765939" y="716736"/>
                  </a:lnTo>
                  <a:lnTo>
                    <a:pt x="1832984" y="721011"/>
                  </a:lnTo>
                  <a:lnTo>
                    <a:pt x="1898631" y="725999"/>
                  </a:lnTo>
                  <a:lnTo>
                    <a:pt x="1962790" y="731679"/>
                  </a:lnTo>
                  <a:lnTo>
                    <a:pt x="2025374" y="738032"/>
                  </a:lnTo>
                  <a:lnTo>
                    <a:pt x="2086293" y="745038"/>
                  </a:lnTo>
                  <a:lnTo>
                    <a:pt x="2145459" y="752677"/>
                  </a:lnTo>
                  <a:lnTo>
                    <a:pt x="2202783" y="760929"/>
                  </a:lnTo>
                  <a:lnTo>
                    <a:pt x="2258175" y="769774"/>
                  </a:lnTo>
                  <a:lnTo>
                    <a:pt x="2311548" y="779192"/>
                  </a:lnTo>
                  <a:lnTo>
                    <a:pt x="2362813" y="789164"/>
                  </a:lnTo>
                  <a:lnTo>
                    <a:pt x="2411880" y="799668"/>
                  </a:lnTo>
                  <a:lnTo>
                    <a:pt x="2458662" y="810686"/>
                  </a:lnTo>
                  <a:lnTo>
                    <a:pt x="2503068" y="822197"/>
                  </a:lnTo>
                  <a:lnTo>
                    <a:pt x="2545011" y="834182"/>
                  </a:lnTo>
                  <a:lnTo>
                    <a:pt x="2584402" y="846620"/>
                  </a:lnTo>
                  <a:lnTo>
                    <a:pt x="2621151" y="859492"/>
                  </a:lnTo>
                  <a:lnTo>
                    <a:pt x="2686372" y="886457"/>
                  </a:lnTo>
                  <a:lnTo>
                    <a:pt x="2739963" y="914916"/>
                  </a:lnTo>
                  <a:lnTo>
                    <a:pt x="2781214" y="944712"/>
                  </a:lnTo>
                  <a:lnTo>
                    <a:pt x="2809415" y="975683"/>
                  </a:lnTo>
                  <a:lnTo>
                    <a:pt x="2825694" y="1023997"/>
                  </a:lnTo>
                  <a:lnTo>
                    <a:pt x="2809415" y="1072309"/>
                  </a:lnTo>
                  <a:lnTo>
                    <a:pt x="2781214" y="1103279"/>
                  </a:lnTo>
                  <a:lnTo>
                    <a:pt x="2739963" y="1133073"/>
                  </a:lnTo>
                  <a:lnTo>
                    <a:pt x="2686372" y="1161533"/>
                  </a:lnTo>
                  <a:lnTo>
                    <a:pt x="2621151" y="1188497"/>
                  </a:lnTo>
                  <a:lnTo>
                    <a:pt x="2584402" y="1201369"/>
                  </a:lnTo>
                  <a:lnTo>
                    <a:pt x="2545011" y="1213807"/>
                  </a:lnTo>
                  <a:lnTo>
                    <a:pt x="2503068" y="1225792"/>
                  </a:lnTo>
                  <a:lnTo>
                    <a:pt x="2458662" y="1237304"/>
                  </a:lnTo>
                  <a:lnTo>
                    <a:pt x="2411880" y="1248322"/>
                  </a:lnTo>
                  <a:lnTo>
                    <a:pt x="2362813" y="1258827"/>
                  </a:lnTo>
                  <a:lnTo>
                    <a:pt x="2311548" y="1268798"/>
                  </a:lnTo>
                  <a:lnTo>
                    <a:pt x="2258175" y="1278217"/>
                  </a:lnTo>
                  <a:lnTo>
                    <a:pt x="2202783" y="1287062"/>
                  </a:lnTo>
                  <a:lnTo>
                    <a:pt x="2145459" y="1295315"/>
                  </a:lnTo>
                  <a:lnTo>
                    <a:pt x="2086293" y="1302954"/>
                  </a:lnTo>
                  <a:lnTo>
                    <a:pt x="2025374" y="1309960"/>
                  </a:lnTo>
                  <a:lnTo>
                    <a:pt x="1962790" y="1316314"/>
                  </a:lnTo>
                  <a:lnTo>
                    <a:pt x="1898631" y="1321995"/>
                  </a:lnTo>
                  <a:lnTo>
                    <a:pt x="1832984" y="1326983"/>
                  </a:lnTo>
                  <a:lnTo>
                    <a:pt x="1765939" y="1331258"/>
                  </a:lnTo>
                  <a:lnTo>
                    <a:pt x="1697584" y="1334801"/>
                  </a:lnTo>
                  <a:lnTo>
                    <a:pt x="1628009" y="1337591"/>
                  </a:lnTo>
                  <a:lnTo>
                    <a:pt x="1557302" y="1339609"/>
                  </a:lnTo>
                  <a:lnTo>
                    <a:pt x="1485552" y="1340834"/>
                  </a:lnTo>
                  <a:lnTo>
                    <a:pt x="1412847" y="1341247"/>
                  </a:lnTo>
                  <a:lnTo>
                    <a:pt x="1340142" y="1340834"/>
                  </a:lnTo>
                  <a:lnTo>
                    <a:pt x="1268391" y="1339609"/>
                  </a:lnTo>
                  <a:lnTo>
                    <a:pt x="1197684" y="1337591"/>
                  </a:lnTo>
                  <a:lnTo>
                    <a:pt x="1128109" y="1334801"/>
                  </a:lnTo>
                  <a:lnTo>
                    <a:pt x="1059754" y="1331258"/>
                  </a:lnTo>
                  <a:lnTo>
                    <a:pt x="992709" y="1326983"/>
                  </a:lnTo>
                  <a:lnTo>
                    <a:pt x="927063" y="1321995"/>
                  </a:lnTo>
                  <a:lnTo>
                    <a:pt x="862903" y="1316314"/>
                  </a:lnTo>
                  <a:lnTo>
                    <a:pt x="800319" y="1309960"/>
                  </a:lnTo>
                  <a:lnTo>
                    <a:pt x="739400" y="1302954"/>
                  </a:lnTo>
                  <a:lnTo>
                    <a:pt x="680234" y="1295315"/>
                  </a:lnTo>
                  <a:lnTo>
                    <a:pt x="622911" y="1287062"/>
                  </a:lnTo>
                  <a:lnTo>
                    <a:pt x="567518" y="1278217"/>
                  </a:lnTo>
                  <a:lnTo>
                    <a:pt x="514145" y="1268798"/>
                  </a:lnTo>
                  <a:lnTo>
                    <a:pt x="462880" y="1258827"/>
                  </a:lnTo>
                  <a:lnTo>
                    <a:pt x="413813" y="1248322"/>
                  </a:lnTo>
                  <a:lnTo>
                    <a:pt x="367032" y="1237304"/>
                  </a:lnTo>
                  <a:lnTo>
                    <a:pt x="322625" y="1225792"/>
                  </a:lnTo>
                  <a:lnTo>
                    <a:pt x="280682" y="1213807"/>
                  </a:lnTo>
                  <a:lnTo>
                    <a:pt x="241292" y="1201369"/>
                  </a:lnTo>
                  <a:lnTo>
                    <a:pt x="204542" y="1188497"/>
                  </a:lnTo>
                  <a:lnTo>
                    <a:pt x="139322" y="1161533"/>
                  </a:lnTo>
                  <a:lnTo>
                    <a:pt x="85731" y="1133073"/>
                  </a:lnTo>
                  <a:lnTo>
                    <a:pt x="44480" y="1103279"/>
                  </a:lnTo>
                  <a:lnTo>
                    <a:pt x="16279" y="1072309"/>
                  </a:lnTo>
                  <a:lnTo>
                    <a:pt x="1838" y="1040322"/>
                  </a:lnTo>
                  <a:lnTo>
                    <a:pt x="0" y="1023997"/>
                  </a:lnTo>
                  <a:close/>
                </a:path>
                <a:path w="8909050" h="2800985" extrusionOk="0">
                  <a:moveTo>
                    <a:pt x="29699" y="2483694"/>
                  </a:moveTo>
                  <a:lnTo>
                    <a:pt x="31538" y="2467370"/>
                  </a:lnTo>
                  <a:lnTo>
                    <a:pt x="36994" y="2451260"/>
                  </a:lnTo>
                  <a:lnTo>
                    <a:pt x="74180" y="2404413"/>
                  </a:lnTo>
                  <a:lnTo>
                    <a:pt x="115431" y="2374618"/>
                  </a:lnTo>
                  <a:lnTo>
                    <a:pt x="169022" y="2346159"/>
                  </a:lnTo>
                  <a:lnTo>
                    <a:pt x="234242" y="2319195"/>
                  </a:lnTo>
                  <a:lnTo>
                    <a:pt x="270992" y="2306323"/>
                  </a:lnTo>
                  <a:lnTo>
                    <a:pt x="310382" y="2293884"/>
                  </a:lnTo>
                  <a:lnTo>
                    <a:pt x="352325" y="2281900"/>
                  </a:lnTo>
                  <a:lnTo>
                    <a:pt x="396732" y="2270388"/>
                  </a:lnTo>
                  <a:lnTo>
                    <a:pt x="443513" y="2259370"/>
                  </a:lnTo>
                  <a:lnTo>
                    <a:pt x="492580" y="2248865"/>
                  </a:lnTo>
                  <a:lnTo>
                    <a:pt x="543845" y="2238893"/>
                  </a:lnTo>
                  <a:lnTo>
                    <a:pt x="597218" y="2229475"/>
                  </a:lnTo>
                  <a:lnTo>
                    <a:pt x="652611" y="2220630"/>
                  </a:lnTo>
                  <a:lnTo>
                    <a:pt x="709934" y="2212377"/>
                  </a:lnTo>
                  <a:lnTo>
                    <a:pt x="769100" y="2204738"/>
                  </a:lnTo>
                  <a:lnTo>
                    <a:pt x="830019" y="2197731"/>
                  </a:lnTo>
                  <a:lnTo>
                    <a:pt x="892603" y="2191378"/>
                  </a:lnTo>
                  <a:lnTo>
                    <a:pt x="956763" y="2185697"/>
                  </a:lnTo>
                  <a:lnTo>
                    <a:pt x="1022409" y="2180709"/>
                  </a:lnTo>
                  <a:lnTo>
                    <a:pt x="1089454" y="2176434"/>
                  </a:lnTo>
                  <a:lnTo>
                    <a:pt x="1157809" y="2172891"/>
                  </a:lnTo>
                  <a:lnTo>
                    <a:pt x="1227384" y="2170101"/>
                  </a:lnTo>
                  <a:lnTo>
                    <a:pt x="1298091" y="2168083"/>
                  </a:lnTo>
                  <a:lnTo>
                    <a:pt x="1369842" y="2166858"/>
                  </a:lnTo>
                  <a:lnTo>
                    <a:pt x="1442547" y="2166445"/>
                  </a:lnTo>
                  <a:lnTo>
                    <a:pt x="1515251" y="2166858"/>
                  </a:lnTo>
                  <a:lnTo>
                    <a:pt x="1587002" y="2168083"/>
                  </a:lnTo>
                  <a:lnTo>
                    <a:pt x="1657709" y="2170101"/>
                  </a:lnTo>
                  <a:lnTo>
                    <a:pt x="1727284" y="2172891"/>
                  </a:lnTo>
                  <a:lnTo>
                    <a:pt x="1795639" y="2176434"/>
                  </a:lnTo>
                  <a:lnTo>
                    <a:pt x="1862684" y="2180709"/>
                  </a:lnTo>
                  <a:lnTo>
                    <a:pt x="1928331" y="2185697"/>
                  </a:lnTo>
                  <a:lnTo>
                    <a:pt x="1992490" y="2191378"/>
                  </a:lnTo>
                  <a:lnTo>
                    <a:pt x="2055074" y="2197731"/>
                  </a:lnTo>
                  <a:lnTo>
                    <a:pt x="2115993" y="2204738"/>
                  </a:lnTo>
                  <a:lnTo>
                    <a:pt x="2175159" y="2212377"/>
                  </a:lnTo>
                  <a:lnTo>
                    <a:pt x="2232483" y="2220630"/>
                  </a:lnTo>
                  <a:lnTo>
                    <a:pt x="2287875" y="2229475"/>
                  </a:lnTo>
                  <a:lnTo>
                    <a:pt x="2341248" y="2238893"/>
                  </a:lnTo>
                  <a:lnTo>
                    <a:pt x="2392513" y="2248865"/>
                  </a:lnTo>
                  <a:lnTo>
                    <a:pt x="2441580" y="2259370"/>
                  </a:lnTo>
                  <a:lnTo>
                    <a:pt x="2488361" y="2270388"/>
                  </a:lnTo>
                  <a:lnTo>
                    <a:pt x="2532768" y="2281900"/>
                  </a:lnTo>
                  <a:lnTo>
                    <a:pt x="2574711" y="2293884"/>
                  </a:lnTo>
                  <a:lnTo>
                    <a:pt x="2614102" y="2306323"/>
                  </a:lnTo>
                  <a:lnTo>
                    <a:pt x="2650851" y="2319195"/>
                  </a:lnTo>
                  <a:lnTo>
                    <a:pt x="2716072" y="2346159"/>
                  </a:lnTo>
                  <a:lnTo>
                    <a:pt x="2769663" y="2374618"/>
                  </a:lnTo>
                  <a:lnTo>
                    <a:pt x="2810914" y="2404413"/>
                  </a:lnTo>
                  <a:lnTo>
                    <a:pt x="2839115" y="2435383"/>
                  </a:lnTo>
                  <a:lnTo>
                    <a:pt x="2855394" y="2483694"/>
                  </a:lnTo>
                  <a:lnTo>
                    <a:pt x="2839115" y="2532011"/>
                  </a:lnTo>
                  <a:lnTo>
                    <a:pt x="2810914" y="2562984"/>
                  </a:lnTo>
                  <a:lnTo>
                    <a:pt x="2769663" y="2592781"/>
                  </a:lnTo>
                  <a:lnTo>
                    <a:pt x="2716072" y="2621241"/>
                  </a:lnTo>
                  <a:lnTo>
                    <a:pt x="2650851" y="2648205"/>
                  </a:lnTo>
                  <a:lnTo>
                    <a:pt x="2614102" y="2661077"/>
                  </a:lnTo>
                  <a:lnTo>
                    <a:pt x="2574711" y="2673515"/>
                  </a:lnTo>
                  <a:lnTo>
                    <a:pt x="2532768" y="2685500"/>
                  </a:lnTo>
                  <a:lnTo>
                    <a:pt x="2488361" y="2697011"/>
                  </a:lnTo>
                  <a:lnTo>
                    <a:pt x="2441580" y="2708028"/>
                  </a:lnTo>
                  <a:lnTo>
                    <a:pt x="2392513" y="2718533"/>
                  </a:lnTo>
                  <a:lnTo>
                    <a:pt x="2341248" y="2728504"/>
                  </a:lnTo>
                  <a:lnTo>
                    <a:pt x="2287875" y="2737921"/>
                  </a:lnTo>
                  <a:lnTo>
                    <a:pt x="2232483" y="2746766"/>
                  </a:lnTo>
                  <a:lnTo>
                    <a:pt x="2175159" y="2755018"/>
                  </a:lnTo>
                  <a:lnTo>
                    <a:pt x="2115993" y="2762656"/>
                  </a:lnTo>
                  <a:lnTo>
                    <a:pt x="2055074" y="2769662"/>
                  </a:lnTo>
                  <a:lnTo>
                    <a:pt x="1992490" y="2776015"/>
                  </a:lnTo>
                  <a:lnTo>
                    <a:pt x="1928331" y="2781695"/>
                  </a:lnTo>
                  <a:lnTo>
                    <a:pt x="1862684" y="2786682"/>
                  </a:lnTo>
                  <a:lnTo>
                    <a:pt x="1795639" y="2790957"/>
                  </a:lnTo>
                  <a:lnTo>
                    <a:pt x="1727284" y="2794499"/>
                  </a:lnTo>
                  <a:lnTo>
                    <a:pt x="1657709" y="2797289"/>
                  </a:lnTo>
                  <a:lnTo>
                    <a:pt x="1587002" y="2799306"/>
                  </a:lnTo>
                  <a:lnTo>
                    <a:pt x="1515251" y="2800531"/>
                  </a:lnTo>
                  <a:lnTo>
                    <a:pt x="1442547" y="2800944"/>
                  </a:lnTo>
                  <a:lnTo>
                    <a:pt x="1369842" y="2800531"/>
                  </a:lnTo>
                  <a:lnTo>
                    <a:pt x="1298091" y="2799306"/>
                  </a:lnTo>
                  <a:lnTo>
                    <a:pt x="1227384" y="2797289"/>
                  </a:lnTo>
                  <a:lnTo>
                    <a:pt x="1157809" y="2794499"/>
                  </a:lnTo>
                  <a:lnTo>
                    <a:pt x="1089454" y="2790957"/>
                  </a:lnTo>
                  <a:lnTo>
                    <a:pt x="1022409" y="2786682"/>
                  </a:lnTo>
                  <a:lnTo>
                    <a:pt x="956763" y="2781695"/>
                  </a:lnTo>
                  <a:lnTo>
                    <a:pt x="892603" y="2776015"/>
                  </a:lnTo>
                  <a:lnTo>
                    <a:pt x="830019" y="2769662"/>
                  </a:lnTo>
                  <a:lnTo>
                    <a:pt x="769100" y="2762656"/>
                  </a:lnTo>
                  <a:lnTo>
                    <a:pt x="709934" y="2755018"/>
                  </a:lnTo>
                  <a:lnTo>
                    <a:pt x="652611" y="2746766"/>
                  </a:lnTo>
                  <a:lnTo>
                    <a:pt x="597218" y="2737921"/>
                  </a:lnTo>
                  <a:lnTo>
                    <a:pt x="543845" y="2728504"/>
                  </a:lnTo>
                  <a:lnTo>
                    <a:pt x="492580" y="2718533"/>
                  </a:lnTo>
                  <a:lnTo>
                    <a:pt x="443513" y="2708028"/>
                  </a:lnTo>
                  <a:lnTo>
                    <a:pt x="396732" y="2697011"/>
                  </a:lnTo>
                  <a:lnTo>
                    <a:pt x="352325" y="2685500"/>
                  </a:lnTo>
                  <a:lnTo>
                    <a:pt x="310382" y="2673515"/>
                  </a:lnTo>
                  <a:lnTo>
                    <a:pt x="270992" y="2661077"/>
                  </a:lnTo>
                  <a:lnTo>
                    <a:pt x="234242" y="2648205"/>
                  </a:lnTo>
                  <a:lnTo>
                    <a:pt x="169022" y="2621241"/>
                  </a:lnTo>
                  <a:lnTo>
                    <a:pt x="115431" y="2592781"/>
                  </a:lnTo>
                  <a:lnTo>
                    <a:pt x="74180" y="2562984"/>
                  </a:lnTo>
                  <a:lnTo>
                    <a:pt x="45979" y="2532011"/>
                  </a:lnTo>
                  <a:lnTo>
                    <a:pt x="31538" y="2500021"/>
                  </a:lnTo>
                  <a:lnTo>
                    <a:pt x="29699" y="2483694"/>
                  </a:lnTo>
                  <a:close/>
                </a:path>
                <a:path w="8909050" h="2800985" extrusionOk="0">
                  <a:moveTo>
                    <a:pt x="3118343" y="1011197"/>
                  </a:moveTo>
                  <a:lnTo>
                    <a:pt x="3120182" y="994872"/>
                  </a:lnTo>
                  <a:lnTo>
                    <a:pt x="3125638" y="978761"/>
                  </a:lnTo>
                  <a:lnTo>
                    <a:pt x="3162823" y="931912"/>
                  </a:lnTo>
                  <a:lnTo>
                    <a:pt x="3204074" y="902116"/>
                  </a:lnTo>
                  <a:lnTo>
                    <a:pt x="3257665" y="873657"/>
                  </a:lnTo>
                  <a:lnTo>
                    <a:pt x="3322885" y="846692"/>
                  </a:lnTo>
                  <a:lnTo>
                    <a:pt x="3359634" y="833820"/>
                  </a:lnTo>
                  <a:lnTo>
                    <a:pt x="3399025" y="821382"/>
                  </a:lnTo>
                  <a:lnTo>
                    <a:pt x="3440967" y="809397"/>
                  </a:lnTo>
                  <a:lnTo>
                    <a:pt x="3485374" y="797886"/>
                  </a:lnTo>
                  <a:lnTo>
                    <a:pt x="3532155" y="786868"/>
                  </a:lnTo>
                  <a:lnTo>
                    <a:pt x="3581222" y="776364"/>
                  </a:lnTo>
                  <a:lnTo>
                    <a:pt x="3632487" y="766392"/>
                  </a:lnTo>
                  <a:lnTo>
                    <a:pt x="3685859" y="756974"/>
                  </a:lnTo>
                  <a:lnTo>
                    <a:pt x="3741252" y="748129"/>
                  </a:lnTo>
                  <a:lnTo>
                    <a:pt x="3798576" y="739877"/>
                  </a:lnTo>
                  <a:lnTo>
                    <a:pt x="3857742" y="732238"/>
                  </a:lnTo>
                  <a:lnTo>
                    <a:pt x="3918661" y="725232"/>
                  </a:lnTo>
                  <a:lnTo>
                    <a:pt x="3981245" y="718879"/>
                  </a:lnTo>
                  <a:lnTo>
                    <a:pt x="4045404" y="713199"/>
                  </a:lnTo>
                  <a:lnTo>
                    <a:pt x="4111051" y="708211"/>
                  </a:lnTo>
                  <a:lnTo>
                    <a:pt x="4178096" y="703936"/>
                  </a:lnTo>
                  <a:lnTo>
                    <a:pt x="4246451" y="700393"/>
                  </a:lnTo>
                  <a:lnTo>
                    <a:pt x="4316027" y="697604"/>
                  </a:lnTo>
                  <a:lnTo>
                    <a:pt x="4386734" y="695586"/>
                  </a:lnTo>
                  <a:lnTo>
                    <a:pt x="4458485" y="694361"/>
                  </a:lnTo>
                  <a:lnTo>
                    <a:pt x="4531190" y="693948"/>
                  </a:lnTo>
                  <a:lnTo>
                    <a:pt x="4603896" y="694361"/>
                  </a:lnTo>
                  <a:lnTo>
                    <a:pt x="4675647" y="695586"/>
                  </a:lnTo>
                  <a:lnTo>
                    <a:pt x="4746354" y="697604"/>
                  </a:lnTo>
                  <a:lnTo>
                    <a:pt x="4815930" y="700393"/>
                  </a:lnTo>
                  <a:lnTo>
                    <a:pt x="4884284" y="703936"/>
                  </a:lnTo>
                  <a:lnTo>
                    <a:pt x="4951330" y="708211"/>
                  </a:lnTo>
                  <a:lnTo>
                    <a:pt x="5016976" y="713199"/>
                  </a:lnTo>
                  <a:lnTo>
                    <a:pt x="5081136" y="718879"/>
                  </a:lnTo>
                  <a:lnTo>
                    <a:pt x="5143720" y="725232"/>
                  </a:lnTo>
                  <a:lnTo>
                    <a:pt x="5204639" y="732238"/>
                  </a:lnTo>
                  <a:lnTo>
                    <a:pt x="5263805" y="739877"/>
                  </a:lnTo>
                  <a:lnTo>
                    <a:pt x="5321129" y="748129"/>
                  </a:lnTo>
                  <a:lnTo>
                    <a:pt x="5376521" y="756974"/>
                  </a:lnTo>
                  <a:lnTo>
                    <a:pt x="5429894" y="766392"/>
                  </a:lnTo>
                  <a:lnTo>
                    <a:pt x="5481159" y="776364"/>
                  </a:lnTo>
                  <a:lnTo>
                    <a:pt x="5530226" y="786868"/>
                  </a:lnTo>
                  <a:lnTo>
                    <a:pt x="5577007" y="797886"/>
                  </a:lnTo>
                  <a:lnTo>
                    <a:pt x="5621413" y="809397"/>
                  </a:lnTo>
                  <a:lnTo>
                    <a:pt x="5663356" y="821382"/>
                  </a:lnTo>
                  <a:lnTo>
                    <a:pt x="5702747" y="833820"/>
                  </a:lnTo>
                  <a:lnTo>
                    <a:pt x="5739496" y="846692"/>
                  </a:lnTo>
                  <a:lnTo>
                    <a:pt x="5804716" y="873657"/>
                  </a:lnTo>
                  <a:lnTo>
                    <a:pt x="5858307" y="902116"/>
                  </a:lnTo>
                  <a:lnTo>
                    <a:pt x="5899558" y="931912"/>
                  </a:lnTo>
                  <a:lnTo>
                    <a:pt x="5927758" y="962883"/>
                  </a:lnTo>
                  <a:lnTo>
                    <a:pt x="5944038" y="1011197"/>
                  </a:lnTo>
                  <a:lnTo>
                    <a:pt x="5927758" y="1059509"/>
                  </a:lnTo>
                  <a:lnTo>
                    <a:pt x="5899558" y="1090479"/>
                  </a:lnTo>
                  <a:lnTo>
                    <a:pt x="5858307" y="1120273"/>
                  </a:lnTo>
                  <a:lnTo>
                    <a:pt x="5804716" y="1148733"/>
                  </a:lnTo>
                  <a:lnTo>
                    <a:pt x="5739496" y="1175697"/>
                  </a:lnTo>
                  <a:lnTo>
                    <a:pt x="5702747" y="1188569"/>
                  </a:lnTo>
                  <a:lnTo>
                    <a:pt x="5663356" y="1201008"/>
                  </a:lnTo>
                  <a:lnTo>
                    <a:pt x="5621413" y="1212992"/>
                  </a:lnTo>
                  <a:lnTo>
                    <a:pt x="5577007" y="1224504"/>
                  </a:lnTo>
                  <a:lnTo>
                    <a:pt x="5530226" y="1235522"/>
                  </a:lnTo>
                  <a:lnTo>
                    <a:pt x="5481159" y="1246027"/>
                  </a:lnTo>
                  <a:lnTo>
                    <a:pt x="5429894" y="1255999"/>
                  </a:lnTo>
                  <a:lnTo>
                    <a:pt x="5376521" y="1265417"/>
                  </a:lnTo>
                  <a:lnTo>
                    <a:pt x="5321129" y="1274262"/>
                  </a:lnTo>
                  <a:lnTo>
                    <a:pt x="5263805" y="1282515"/>
                  </a:lnTo>
                  <a:lnTo>
                    <a:pt x="5204639" y="1290154"/>
                  </a:lnTo>
                  <a:lnTo>
                    <a:pt x="5143720" y="1297160"/>
                  </a:lnTo>
                  <a:lnTo>
                    <a:pt x="5081136" y="1303514"/>
                  </a:lnTo>
                  <a:lnTo>
                    <a:pt x="5016976" y="1309195"/>
                  </a:lnTo>
                  <a:lnTo>
                    <a:pt x="4951330" y="1314183"/>
                  </a:lnTo>
                  <a:lnTo>
                    <a:pt x="4884284" y="1318458"/>
                  </a:lnTo>
                  <a:lnTo>
                    <a:pt x="4815930" y="1322001"/>
                  </a:lnTo>
                  <a:lnTo>
                    <a:pt x="4746354" y="1324791"/>
                  </a:lnTo>
                  <a:lnTo>
                    <a:pt x="4675647" y="1326809"/>
                  </a:lnTo>
                  <a:lnTo>
                    <a:pt x="4603896" y="1328034"/>
                  </a:lnTo>
                  <a:lnTo>
                    <a:pt x="4531190" y="1328447"/>
                  </a:lnTo>
                  <a:lnTo>
                    <a:pt x="4458485" y="1328034"/>
                  </a:lnTo>
                  <a:lnTo>
                    <a:pt x="4386734" y="1326809"/>
                  </a:lnTo>
                  <a:lnTo>
                    <a:pt x="4316027" y="1324791"/>
                  </a:lnTo>
                  <a:lnTo>
                    <a:pt x="4246451" y="1322001"/>
                  </a:lnTo>
                  <a:lnTo>
                    <a:pt x="4178096" y="1318458"/>
                  </a:lnTo>
                  <a:lnTo>
                    <a:pt x="4111051" y="1314183"/>
                  </a:lnTo>
                  <a:lnTo>
                    <a:pt x="4045404" y="1309195"/>
                  </a:lnTo>
                  <a:lnTo>
                    <a:pt x="3981245" y="1303514"/>
                  </a:lnTo>
                  <a:lnTo>
                    <a:pt x="3918661" y="1297160"/>
                  </a:lnTo>
                  <a:lnTo>
                    <a:pt x="3857742" y="1290154"/>
                  </a:lnTo>
                  <a:lnTo>
                    <a:pt x="3798576" y="1282515"/>
                  </a:lnTo>
                  <a:lnTo>
                    <a:pt x="3741252" y="1274262"/>
                  </a:lnTo>
                  <a:lnTo>
                    <a:pt x="3685859" y="1265417"/>
                  </a:lnTo>
                  <a:lnTo>
                    <a:pt x="3632487" y="1255999"/>
                  </a:lnTo>
                  <a:lnTo>
                    <a:pt x="3581222" y="1246027"/>
                  </a:lnTo>
                  <a:lnTo>
                    <a:pt x="3532155" y="1235522"/>
                  </a:lnTo>
                  <a:lnTo>
                    <a:pt x="3485374" y="1224504"/>
                  </a:lnTo>
                  <a:lnTo>
                    <a:pt x="3440967" y="1212992"/>
                  </a:lnTo>
                  <a:lnTo>
                    <a:pt x="3399025" y="1201008"/>
                  </a:lnTo>
                  <a:lnTo>
                    <a:pt x="3359634" y="1188569"/>
                  </a:lnTo>
                  <a:lnTo>
                    <a:pt x="3322885" y="1175697"/>
                  </a:lnTo>
                  <a:lnTo>
                    <a:pt x="3257665" y="1148733"/>
                  </a:lnTo>
                  <a:lnTo>
                    <a:pt x="3204074" y="1120273"/>
                  </a:lnTo>
                  <a:lnTo>
                    <a:pt x="3162823" y="1090479"/>
                  </a:lnTo>
                  <a:lnTo>
                    <a:pt x="3134622" y="1059509"/>
                  </a:lnTo>
                  <a:lnTo>
                    <a:pt x="3120182" y="1027522"/>
                  </a:lnTo>
                  <a:lnTo>
                    <a:pt x="3118343" y="1011197"/>
                  </a:lnTo>
                  <a:close/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2601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3BEFA-9E38-1C4E-A20B-87CB0B96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Yandex </a:t>
            </a:r>
            <a:r>
              <a:rPr lang="en-US" dirty="0" err="1"/>
              <a:t>DataPlatform</a:t>
            </a:r>
            <a:r>
              <a:rPr lang="en-US" dirty="0"/>
              <a:t> </a:t>
            </a:r>
            <a:r>
              <a:rPr lang="ru-RU" dirty="0"/>
              <a:t>и Контейнерная разработка</a:t>
            </a:r>
            <a:endParaRPr lang="en-US" dirty="0"/>
          </a:p>
        </p:txBody>
      </p:sp>
      <p:grpSp>
        <p:nvGrpSpPr>
          <p:cNvPr id="3" name="Google Shape;331;p36">
            <a:extLst>
              <a:ext uri="{FF2B5EF4-FFF2-40B4-BE49-F238E27FC236}">
                <a16:creationId xmlns:a16="http://schemas.microsoft.com/office/drawing/2014/main" id="{B3C2DFB5-AA8D-4040-89EB-B0C15FE7530E}"/>
              </a:ext>
            </a:extLst>
          </p:cNvPr>
          <p:cNvGrpSpPr/>
          <p:nvPr/>
        </p:nvGrpSpPr>
        <p:grpSpPr>
          <a:xfrm>
            <a:off x="2940050" y="914400"/>
            <a:ext cx="6203950" cy="4196183"/>
            <a:chOff x="1097547" y="841523"/>
            <a:chExt cx="6394987" cy="4231909"/>
          </a:xfrm>
        </p:grpSpPr>
        <p:sp>
          <p:nvSpPr>
            <p:cNvPr id="4" name="Google Shape;332;p36">
              <a:extLst>
                <a:ext uri="{FF2B5EF4-FFF2-40B4-BE49-F238E27FC236}">
                  <a16:creationId xmlns:a16="http://schemas.microsoft.com/office/drawing/2014/main" id="{82139AC4-4549-9B46-99C8-406AB6333F9B}"/>
                </a:ext>
              </a:extLst>
            </p:cNvPr>
            <p:cNvSpPr/>
            <p:nvPr/>
          </p:nvSpPr>
          <p:spPr>
            <a:xfrm>
              <a:off x="1097547" y="4161716"/>
              <a:ext cx="6394987" cy="911598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333;p36">
              <a:extLst>
                <a:ext uri="{FF2B5EF4-FFF2-40B4-BE49-F238E27FC236}">
                  <a16:creationId xmlns:a16="http://schemas.microsoft.com/office/drawing/2014/main" id="{0BF84CAA-C168-5443-A9FB-668C68830F75}"/>
                </a:ext>
              </a:extLst>
            </p:cNvPr>
            <p:cNvSpPr/>
            <p:nvPr/>
          </p:nvSpPr>
          <p:spPr>
            <a:xfrm>
              <a:off x="1218447" y="841523"/>
              <a:ext cx="6054987" cy="336684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334;p36">
              <a:extLst>
                <a:ext uri="{FF2B5EF4-FFF2-40B4-BE49-F238E27FC236}">
                  <a16:creationId xmlns:a16="http://schemas.microsoft.com/office/drawing/2014/main" id="{FC3FF1A6-3652-0C45-9001-3144AB4535B6}"/>
                </a:ext>
              </a:extLst>
            </p:cNvPr>
            <p:cNvSpPr/>
            <p:nvPr/>
          </p:nvSpPr>
          <p:spPr>
            <a:xfrm>
              <a:off x="1218447" y="1024672"/>
              <a:ext cx="6114415" cy="4048760"/>
            </a:xfrm>
            <a:custGeom>
              <a:avLst/>
              <a:gdLst/>
              <a:ahLst/>
              <a:cxnLst/>
              <a:rect l="l" t="t" r="r" b="b"/>
              <a:pathLst>
                <a:path w="6114415" h="4048760" extrusionOk="0">
                  <a:moveTo>
                    <a:pt x="4103566" y="1841071"/>
                  </a:moveTo>
                  <a:lnTo>
                    <a:pt x="4113399" y="1794193"/>
                  </a:lnTo>
                  <a:lnTo>
                    <a:pt x="4141963" y="1749449"/>
                  </a:lnTo>
                  <a:lnTo>
                    <a:pt x="4187854" y="1707332"/>
                  </a:lnTo>
                  <a:lnTo>
                    <a:pt x="4249671" y="1668331"/>
                  </a:lnTo>
                  <a:lnTo>
                    <a:pt x="4286113" y="1650152"/>
                  </a:lnTo>
                  <a:lnTo>
                    <a:pt x="4326010" y="1632937"/>
                  </a:lnTo>
                  <a:lnTo>
                    <a:pt x="4369188" y="1616746"/>
                  </a:lnTo>
                  <a:lnTo>
                    <a:pt x="4415469" y="1601642"/>
                  </a:lnTo>
                  <a:lnTo>
                    <a:pt x="4464680" y="1587684"/>
                  </a:lnTo>
                  <a:lnTo>
                    <a:pt x="4516645" y="1574935"/>
                  </a:lnTo>
                  <a:lnTo>
                    <a:pt x="4571189" y="1563457"/>
                  </a:lnTo>
                  <a:lnTo>
                    <a:pt x="4628136" y="1553309"/>
                  </a:lnTo>
                  <a:lnTo>
                    <a:pt x="4687310" y="1544555"/>
                  </a:lnTo>
                  <a:lnTo>
                    <a:pt x="4748537" y="1537254"/>
                  </a:lnTo>
                  <a:lnTo>
                    <a:pt x="4811642" y="1531470"/>
                  </a:lnTo>
                  <a:lnTo>
                    <a:pt x="4876448" y="1527262"/>
                  </a:lnTo>
                  <a:lnTo>
                    <a:pt x="4942781" y="1524692"/>
                  </a:lnTo>
                  <a:lnTo>
                    <a:pt x="5010464" y="1523821"/>
                  </a:lnTo>
                  <a:lnTo>
                    <a:pt x="5078148" y="1524692"/>
                  </a:lnTo>
                  <a:lnTo>
                    <a:pt x="5144481" y="1527262"/>
                  </a:lnTo>
                  <a:lnTo>
                    <a:pt x="5209287" y="1531470"/>
                  </a:lnTo>
                  <a:lnTo>
                    <a:pt x="5272391" y="1537254"/>
                  </a:lnTo>
                  <a:lnTo>
                    <a:pt x="5333619" y="1544555"/>
                  </a:lnTo>
                  <a:lnTo>
                    <a:pt x="5392793" y="1553309"/>
                  </a:lnTo>
                  <a:lnTo>
                    <a:pt x="5449740" y="1563457"/>
                  </a:lnTo>
                  <a:lnTo>
                    <a:pt x="5504283" y="1574935"/>
                  </a:lnTo>
                  <a:lnTo>
                    <a:pt x="5556248" y="1587684"/>
                  </a:lnTo>
                  <a:lnTo>
                    <a:pt x="5605459" y="1601642"/>
                  </a:lnTo>
                  <a:lnTo>
                    <a:pt x="5651741" y="1616746"/>
                  </a:lnTo>
                  <a:lnTo>
                    <a:pt x="5694918" y="1632937"/>
                  </a:lnTo>
                  <a:lnTo>
                    <a:pt x="5734816" y="1650152"/>
                  </a:lnTo>
                  <a:lnTo>
                    <a:pt x="5771258" y="1668331"/>
                  </a:lnTo>
                  <a:lnTo>
                    <a:pt x="5833074" y="1707332"/>
                  </a:lnTo>
                  <a:lnTo>
                    <a:pt x="5878966" y="1749449"/>
                  </a:lnTo>
                  <a:lnTo>
                    <a:pt x="5907530" y="1794193"/>
                  </a:lnTo>
                  <a:lnTo>
                    <a:pt x="5917363" y="1841071"/>
                  </a:lnTo>
                  <a:lnTo>
                    <a:pt x="5907530" y="1887949"/>
                  </a:lnTo>
                  <a:lnTo>
                    <a:pt x="5878966" y="1932692"/>
                  </a:lnTo>
                  <a:lnTo>
                    <a:pt x="5833074" y="1974810"/>
                  </a:lnTo>
                  <a:lnTo>
                    <a:pt x="5771258" y="2013811"/>
                  </a:lnTo>
                  <a:lnTo>
                    <a:pt x="5734816" y="2031989"/>
                  </a:lnTo>
                  <a:lnTo>
                    <a:pt x="5694918" y="2049205"/>
                  </a:lnTo>
                  <a:lnTo>
                    <a:pt x="5651741" y="2065395"/>
                  </a:lnTo>
                  <a:lnTo>
                    <a:pt x="5605459" y="2080500"/>
                  </a:lnTo>
                  <a:lnTo>
                    <a:pt x="5556248" y="2094457"/>
                  </a:lnTo>
                  <a:lnTo>
                    <a:pt x="5504283" y="2107206"/>
                  </a:lnTo>
                  <a:lnTo>
                    <a:pt x="5449740" y="2118685"/>
                  </a:lnTo>
                  <a:lnTo>
                    <a:pt x="5392793" y="2128832"/>
                  </a:lnTo>
                  <a:lnTo>
                    <a:pt x="5333619" y="2137587"/>
                  </a:lnTo>
                  <a:lnTo>
                    <a:pt x="5272391" y="2144887"/>
                  </a:lnTo>
                  <a:lnTo>
                    <a:pt x="5209287" y="2150672"/>
                  </a:lnTo>
                  <a:lnTo>
                    <a:pt x="5144481" y="2154880"/>
                  </a:lnTo>
                  <a:lnTo>
                    <a:pt x="5078148" y="2157450"/>
                  </a:lnTo>
                  <a:lnTo>
                    <a:pt x="5010464" y="2158320"/>
                  </a:lnTo>
                  <a:lnTo>
                    <a:pt x="4942781" y="2157450"/>
                  </a:lnTo>
                  <a:lnTo>
                    <a:pt x="4876448" y="2154880"/>
                  </a:lnTo>
                  <a:lnTo>
                    <a:pt x="4811642" y="2150672"/>
                  </a:lnTo>
                  <a:lnTo>
                    <a:pt x="4748537" y="2144887"/>
                  </a:lnTo>
                  <a:lnTo>
                    <a:pt x="4687310" y="2137587"/>
                  </a:lnTo>
                  <a:lnTo>
                    <a:pt x="4628136" y="2128832"/>
                  </a:lnTo>
                  <a:lnTo>
                    <a:pt x="4571189" y="2118685"/>
                  </a:lnTo>
                  <a:lnTo>
                    <a:pt x="4516645" y="2107206"/>
                  </a:lnTo>
                  <a:lnTo>
                    <a:pt x="4464680" y="2094457"/>
                  </a:lnTo>
                  <a:lnTo>
                    <a:pt x="4415469" y="2080500"/>
                  </a:lnTo>
                  <a:lnTo>
                    <a:pt x="4369188" y="2065395"/>
                  </a:lnTo>
                  <a:lnTo>
                    <a:pt x="4326010" y="2049205"/>
                  </a:lnTo>
                  <a:lnTo>
                    <a:pt x="4286113" y="2031989"/>
                  </a:lnTo>
                  <a:lnTo>
                    <a:pt x="4249671" y="2013811"/>
                  </a:lnTo>
                  <a:lnTo>
                    <a:pt x="4187854" y="1974810"/>
                  </a:lnTo>
                  <a:lnTo>
                    <a:pt x="4141963" y="1932692"/>
                  </a:lnTo>
                  <a:lnTo>
                    <a:pt x="4113399" y="1887949"/>
                  </a:lnTo>
                  <a:lnTo>
                    <a:pt x="4106054" y="1864746"/>
                  </a:lnTo>
                  <a:lnTo>
                    <a:pt x="4103566" y="1841071"/>
                  </a:lnTo>
                  <a:close/>
                </a:path>
                <a:path w="6114415" h="4048760" extrusionOk="0">
                  <a:moveTo>
                    <a:pt x="4014141" y="1206572"/>
                  </a:moveTo>
                  <a:lnTo>
                    <a:pt x="4023974" y="1159691"/>
                  </a:lnTo>
                  <a:lnTo>
                    <a:pt x="4052538" y="1114946"/>
                  </a:lnTo>
                  <a:lnTo>
                    <a:pt x="4098430" y="1072828"/>
                  </a:lnTo>
                  <a:lnTo>
                    <a:pt x="4160246" y="1033826"/>
                  </a:lnTo>
                  <a:lnTo>
                    <a:pt x="4196688" y="1015648"/>
                  </a:lnTo>
                  <a:lnTo>
                    <a:pt x="4236586" y="998433"/>
                  </a:lnTo>
                  <a:lnTo>
                    <a:pt x="4279763" y="982243"/>
                  </a:lnTo>
                  <a:lnTo>
                    <a:pt x="4326045" y="967139"/>
                  </a:lnTo>
                  <a:lnTo>
                    <a:pt x="4375256" y="953182"/>
                  </a:lnTo>
                  <a:lnTo>
                    <a:pt x="4427221" y="940433"/>
                  </a:lnTo>
                  <a:lnTo>
                    <a:pt x="4481764" y="928955"/>
                  </a:lnTo>
                  <a:lnTo>
                    <a:pt x="4538711" y="918809"/>
                  </a:lnTo>
                  <a:lnTo>
                    <a:pt x="4597885" y="910055"/>
                  </a:lnTo>
                  <a:lnTo>
                    <a:pt x="4659113" y="902755"/>
                  </a:lnTo>
                  <a:lnTo>
                    <a:pt x="4722217" y="896970"/>
                  </a:lnTo>
                  <a:lnTo>
                    <a:pt x="4787023" y="892763"/>
                  </a:lnTo>
                  <a:lnTo>
                    <a:pt x="4853356" y="890193"/>
                  </a:lnTo>
                  <a:lnTo>
                    <a:pt x="4921040" y="889323"/>
                  </a:lnTo>
                  <a:lnTo>
                    <a:pt x="4988723" y="890193"/>
                  </a:lnTo>
                  <a:lnTo>
                    <a:pt x="5055056" y="892763"/>
                  </a:lnTo>
                  <a:lnTo>
                    <a:pt x="5119862" y="896970"/>
                  </a:lnTo>
                  <a:lnTo>
                    <a:pt x="5182967" y="902755"/>
                  </a:lnTo>
                  <a:lnTo>
                    <a:pt x="5244194" y="910055"/>
                  </a:lnTo>
                  <a:lnTo>
                    <a:pt x="5303368" y="918809"/>
                  </a:lnTo>
                  <a:lnTo>
                    <a:pt x="5360315" y="928955"/>
                  </a:lnTo>
                  <a:lnTo>
                    <a:pt x="5414859" y="940433"/>
                  </a:lnTo>
                  <a:lnTo>
                    <a:pt x="5466824" y="953182"/>
                  </a:lnTo>
                  <a:lnTo>
                    <a:pt x="5516035" y="967139"/>
                  </a:lnTo>
                  <a:lnTo>
                    <a:pt x="5562316" y="982243"/>
                  </a:lnTo>
                  <a:lnTo>
                    <a:pt x="5605494" y="998433"/>
                  </a:lnTo>
                  <a:lnTo>
                    <a:pt x="5645391" y="1015648"/>
                  </a:lnTo>
                  <a:lnTo>
                    <a:pt x="5681833" y="1033826"/>
                  </a:lnTo>
                  <a:lnTo>
                    <a:pt x="5743650" y="1072828"/>
                  </a:lnTo>
                  <a:lnTo>
                    <a:pt x="5789541" y="1114946"/>
                  </a:lnTo>
                  <a:lnTo>
                    <a:pt x="5818105" y="1159691"/>
                  </a:lnTo>
                  <a:lnTo>
                    <a:pt x="5827938" y="1206572"/>
                  </a:lnTo>
                  <a:lnTo>
                    <a:pt x="5818105" y="1253453"/>
                  </a:lnTo>
                  <a:lnTo>
                    <a:pt x="5789541" y="1298198"/>
                  </a:lnTo>
                  <a:lnTo>
                    <a:pt x="5743650" y="1340316"/>
                  </a:lnTo>
                  <a:lnTo>
                    <a:pt x="5681833" y="1379318"/>
                  </a:lnTo>
                  <a:lnTo>
                    <a:pt x="5645391" y="1397496"/>
                  </a:lnTo>
                  <a:lnTo>
                    <a:pt x="5605494" y="1414711"/>
                  </a:lnTo>
                  <a:lnTo>
                    <a:pt x="5562316" y="1430901"/>
                  </a:lnTo>
                  <a:lnTo>
                    <a:pt x="5516035" y="1446006"/>
                  </a:lnTo>
                  <a:lnTo>
                    <a:pt x="5466824" y="1459962"/>
                  </a:lnTo>
                  <a:lnTo>
                    <a:pt x="5414859" y="1472711"/>
                  </a:lnTo>
                  <a:lnTo>
                    <a:pt x="5360315" y="1484189"/>
                  </a:lnTo>
                  <a:lnTo>
                    <a:pt x="5303368" y="1494336"/>
                  </a:lnTo>
                  <a:lnTo>
                    <a:pt x="5244194" y="1503089"/>
                  </a:lnTo>
                  <a:lnTo>
                    <a:pt x="5182967" y="1510389"/>
                  </a:lnTo>
                  <a:lnTo>
                    <a:pt x="5119862" y="1516174"/>
                  </a:lnTo>
                  <a:lnTo>
                    <a:pt x="5055056" y="1520382"/>
                  </a:lnTo>
                  <a:lnTo>
                    <a:pt x="4988723" y="1522951"/>
                  </a:lnTo>
                  <a:lnTo>
                    <a:pt x="4921040" y="1523821"/>
                  </a:lnTo>
                  <a:lnTo>
                    <a:pt x="4853356" y="1522951"/>
                  </a:lnTo>
                  <a:lnTo>
                    <a:pt x="4787023" y="1520382"/>
                  </a:lnTo>
                  <a:lnTo>
                    <a:pt x="4722217" y="1516174"/>
                  </a:lnTo>
                  <a:lnTo>
                    <a:pt x="4659113" y="1510389"/>
                  </a:lnTo>
                  <a:lnTo>
                    <a:pt x="4597885" y="1503089"/>
                  </a:lnTo>
                  <a:lnTo>
                    <a:pt x="4538711" y="1494336"/>
                  </a:lnTo>
                  <a:lnTo>
                    <a:pt x="4481764" y="1484189"/>
                  </a:lnTo>
                  <a:lnTo>
                    <a:pt x="4427221" y="1472711"/>
                  </a:lnTo>
                  <a:lnTo>
                    <a:pt x="4375256" y="1459962"/>
                  </a:lnTo>
                  <a:lnTo>
                    <a:pt x="4326045" y="1446006"/>
                  </a:lnTo>
                  <a:lnTo>
                    <a:pt x="4279763" y="1430901"/>
                  </a:lnTo>
                  <a:lnTo>
                    <a:pt x="4236586" y="1414711"/>
                  </a:lnTo>
                  <a:lnTo>
                    <a:pt x="4196688" y="1397496"/>
                  </a:lnTo>
                  <a:lnTo>
                    <a:pt x="4160246" y="1379318"/>
                  </a:lnTo>
                  <a:lnTo>
                    <a:pt x="4098430" y="1340316"/>
                  </a:lnTo>
                  <a:lnTo>
                    <a:pt x="4052538" y="1298198"/>
                  </a:lnTo>
                  <a:lnTo>
                    <a:pt x="4023974" y="1253453"/>
                  </a:lnTo>
                  <a:lnTo>
                    <a:pt x="4016629" y="1230249"/>
                  </a:lnTo>
                  <a:lnTo>
                    <a:pt x="4014141" y="1206572"/>
                  </a:lnTo>
                  <a:close/>
                </a:path>
                <a:path w="6114415" h="4048760" extrusionOk="0">
                  <a:moveTo>
                    <a:pt x="4042041" y="317249"/>
                  </a:moveTo>
                  <a:lnTo>
                    <a:pt x="4051874" y="270368"/>
                  </a:lnTo>
                  <a:lnTo>
                    <a:pt x="4080438" y="225623"/>
                  </a:lnTo>
                  <a:lnTo>
                    <a:pt x="4126329" y="183504"/>
                  </a:lnTo>
                  <a:lnTo>
                    <a:pt x="4188146" y="144503"/>
                  </a:lnTo>
                  <a:lnTo>
                    <a:pt x="4224588" y="126325"/>
                  </a:lnTo>
                  <a:lnTo>
                    <a:pt x="4264485" y="109110"/>
                  </a:lnTo>
                  <a:lnTo>
                    <a:pt x="4307663" y="92920"/>
                  </a:lnTo>
                  <a:lnTo>
                    <a:pt x="4353944" y="77815"/>
                  </a:lnTo>
                  <a:lnTo>
                    <a:pt x="4403156" y="63858"/>
                  </a:lnTo>
                  <a:lnTo>
                    <a:pt x="4455120" y="51110"/>
                  </a:lnTo>
                  <a:lnTo>
                    <a:pt x="4509664" y="39632"/>
                  </a:lnTo>
                  <a:lnTo>
                    <a:pt x="4566611" y="29485"/>
                  </a:lnTo>
                  <a:lnTo>
                    <a:pt x="4625785" y="20731"/>
                  </a:lnTo>
                  <a:lnTo>
                    <a:pt x="4687012" y="13432"/>
                  </a:lnTo>
                  <a:lnTo>
                    <a:pt x="4750117" y="7647"/>
                  </a:lnTo>
                  <a:lnTo>
                    <a:pt x="4814923" y="3439"/>
                  </a:lnTo>
                  <a:lnTo>
                    <a:pt x="4881256" y="870"/>
                  </a:lnTo>
                  <a:lnTo>
                    <a:pt x="4948940" y="0"/>
                  </a:lnTo>
                  <a:lnTo>
                    <a:pt x="5016623" y="870"/>
                  </a:lnTo>
                  <a:lnTo>
                    <a:pt x="5082956" y="3439"/>
                  </a:lnTo>
                  <a:lnTo>
                    <a:pt x="5147762" y="7647"/>
                  </a:lnTo>
                  <a:lnTo>
                    <a:pt x="5210867" y="13432"/>
                  </a:lnTo>
                  <a:lnTo>
                    <a:pt x="5272094" y="20731"/>
                  </a:lnTo>
                  <a:lnTo>
                    <a:pt x="5331268" y="29485"/>
                  </a:lnTo>
                  <a:lnTo>
                    <a:pt x="5388215" y="39632"/>
                  </a:lnTo>
                  <a:lnTo>
                    <a:pt x="5442759" y="51110"/>
                  </a:lnTo>
                  <a:lnTo>
                    <a:pt x="5494724" y="63858"/>
                  </a:lnTo>
                  <a:lnTo>
                    <a:pt x="5543935" y="77815"/>
                  </a:lnTo>
                  <a:lnTo>
                    <a:pt x="5590216" y="92920"/>
                  </a:lnTo>
                  <a:lnTo>
                    <a:pt x="5633394" y="109110"/>
                  </a:lnTo>
                  <a:lnTo>
                    <a:pt x="5673291" y="126325"/>
                  </a:lnTo>
                  <a:lnTo>
                    <a:pt x="5709733" y="144503"/>
                  </a:lnTo>
                  <a:lnTo>
                    <a:pt x="5771550" y="183504"/>
                  </a:lnTo>
                  <a:lnTo>
                    <a:pt x="5817441" y="225623"/>
                  </a:lnTo>
                  <a:lnTo>
                    <a:pt x="5846005" y="270368"/>
                  </a:lnTo>
                  <a:lnTo>
                    <a:pt x="5855838" y="317249"/>
                  </a:lnTo>
                  <a:lnTo>
                    <a:pt x="5846005" y="364130"/>
                  </a:lnTo>
                  <a:lnTo>
                    <a:pt x="5817441" y="408875"/>
                  </a:lnTo>
                  <a:lnTo>
                    <a:pt x="5771550" y="450993"/>
                  </a:lnTo>
                  <a:lnTo>
                    <a:pt x="5709733" y="489995"/>
                  </a:lnTo>
                  <a:lnTo>
                    <a:pt x="5673291" y="508173"/>
                  </a:lnTo>
                  <a:lnTo>
                    <a:pt x="5633394" y="525388"/>
                  </a:lnTo>
                  <a:lnTo>
                    <a:pt x="5590216" y="541578"/>
                  </a:lnTo>
                  <a:lnTo>
                    <a:pt x="5543935" y="556682"/>
                  </a:lnTo>
                  <a:lnTo>
                    <a:pt x="5494724" y="570639"/>
                  </a:lnTo>
                  <a:lnTo>
                    <a:pt x="5442759" y="583387"/>
                  </a:lnTo>
                  <a:lnTo>
                    <a:pt x="5388215" y="594866"/>
                  </a:lnTo>
                  <a:lnTo>
                    <a:pt x="5331268" y="605012"/>
                  </a:lnTo>
                  <a:lnTo>
                    <a:pt x="5272094" y="613766"/>
                  </a:lnTo>
                  <a:lnTo>
                    <a:pt x="5210867" y="621066"/>
                  </a:lnTo>
                  <a:lnTo>
                    <a:pt x="5147762" y="626851"/>
                  </a:lnTo>
                  <a:lnTo>
                    <a:pt x="5082956" y="631058"/>
                  </a:lnTo>
                  <a:lnTo>
                    <a:pt x="5016623" y="633628"/>
                  </a:lnTo>
                  <a:lnTo>
                    <a:pt x="4948940" y="634498"/>
                  </a:lnTo>
                  <a:lnTo>
                    <a:pt x="4881256" y="633628"/>
                  </a:lnTo>
                  <a:lnTo>
                    <a:pt x="4814923" y="631058"/>
                  </a:lnTo>
                  <a:lnTo>
                    <a:pt x="4750117" y="626851"/>
                  </a:lnTo>
                  <a:lnTo>
                    <a:pt x="4687012" y="621066"/>
                  </a:lnTo>
                  <a:lnTo>
                    <a:pt x="4625785" y="613766"/>
                  </a:lnTo>
                  <a:lnTo>
                    <a:pt x="4566611" y="605012"/>
                  </a:lnTo>
                  <a:lnTo>
                    <a:pt x="4509664" y="594866"/>
                  </a:lnTo>
                  <a:lnTo>
                    <a:pt x="4455120" y="583387"/>
                  </a:lnTo>
                  <a:lnTo>
                    <a:pt x="4403156" y="570639"/>
                  </a:lnTo>
                  <a:lnTo>
                    <a:pt x="4353944" y="556682"/>
                  </a:lnTo>
                  <a:lnTo>
                    <a:pt x="4307663" y="541578"/>
                  </a:lnTo>
                  <a:lnTo>
                    <a:pt x="4264485" y="525388"/>
                  </a:lnTo>
                  <a:lnTo>
                    <a:pt x="4224588" y="508173"/>
                  </a:lnTo>
                  <a:lnTo>
                    <a:pt x="4188146" y="489995"/>
                  </a:lnTo>
                  <a:lnTo>
                    <a:pt x="4126329" y="450993"/>
                  </a:lnTo>
                  <a:lnTo>
                    <a:pt x="4080438" y="408875"/>
                  </a:lnTo>
                  <a:lnTo>
                    <a:pt x="4051874" y="364130"/>
                  </a:lnTo>
                  <a:lnTo>
                    <a:pt x="4044529" y="340926"/>
                  </a:lnTo>
                  <a:lnTo>
                    <a:pt x="4042041" y="317249"/>
                  </a:lnTo>
                  <a:close/>
                </a:path>
                <a:path w="6114415" h="4048760" extrusionOk="0">
                  <a:moveTo>
                    <a:pt x="0" y="2339170"/>
                  </a:moveTo>
                  <a:lnTo>
                    <a:pt x="9833" y="2292292"/>
                  </a:lnTo>
                  <a:lnTo>
                    <a:pt x="38397" y="2247548"/>
                  </a:lnTo>
                  <a:lnTo>
                    <a:pt x="84289" y="2205431"/>
                  </a:lnTo>
                  <a:lnTo>
                    <a:pt x="146106" y="2166430"/>
                  </a:lnTo>
                  <a:lnTo>
                    <a:pt x="182549" y="2148251"/>
                  </a:lnTo>
                  <a:lnTo>
                    <a:pt x="222446" y="2131036"/>
                  </a:lnTo>
                  <a:lnTo>
                    <a:pt x="265624" y="2114845"/>
                  </a:lnTo>
                  <a:lnTo>
                    <a:pt x="311906" y="2099741"/>
                  </a:lnTo>
                  <a:lnTo>
                    <a:pt x="361117" y="2085783"/>
                  </a:lnTo>
                  <a:lnTo>
                    <a:pt x="413082" y="2073034"/>
                  </a:lnTo>
                  <a:lnTo>
                    <a:pt x="467625" y="2061556"/>
                  </a:lnTo>
                  <a:lnTo>
                    <a:pt x="524572" y="2051408"/>
                  </a:lnTo>
                  <a:lnTo>
                    <a:pt x="583747" y="2042654"/>
                  </a:lnTo>
                  <a:lnTo>
                    <a:pt x="644973" y="2035353"/>
                  </a:lnTo>
                  <a:lnTo>
                    <a:pt x="708077" y="2029569"/>
                  </a:lnTo>
                  <a:lnTo>
                    <a:pt x="772883" y="2025361"/>
                  </a:lnTo>
                  <a:lnTo>
                    <a:pt x="839215" y="2022791"/>
                  </a:lnTo>
                  <a:lnTo>
                    <a:pt x="906898" y="2021920"/>
                  </a:lnTo>
                  <a:lnTo>
                    <a:pt x="974582" y="2022791"/>
                  </a:lnTo>
                  <a:lnTo>
                    <a:pt x="1040914" y="2025361"/>
                  </a:lnTo>
                  <a:lnTo>
                    <a:pt x="1105720" y="2029569"/>
                  </a:lnTo>
                  <a:lnTo>
                    <a:pt x="1168825" y="2035353"/>
                  </a:lnTo>
                  <a:lnTo>
                    <a:pt x="1230052" y="2042654"/>
                  </a:lnTo>
                  <a:lnTo>
                    <a:pt x="1289227" y="2051408"/>
                  </a:lnTo>
                  <a:lnTo>
                    <a:pt x="1346173" y="2061556"/>
                  </a:lnTo>
                  <a:lnTo>
                    <a:pt x="1400717" y="2073034"/>
                  </a:lnTo>
                  <a:lnTo>
                    <a:pt x="1452682" y="2085783"/>
                  </a:lnTo>
                  <a:lnTo>
                    <a:pt x="1501893" y="2099741"/>
                  </a:lnTo>
                  <a:lnTo>
                    <a:pt x="1548175" y="2114845"/>
                  </a:lnTo>
                  <a:lnTo>
                    <a:pt x="1591352" y="2131036"/>
                  </a:lnTo>
                  <a:lnTo>
                    <a:pt x="1631249" y="2148251"/>
                  </a:lnTo>
                  <a:lnTo>
                    <a:pt x="1667691" y="2166430"/>
                  </a:lnTo>
                  <a:lnTo>
                    <a:pt x="1729508" y="2205431"/>
                  </a:lnTo>
                  <a:lnTo>
                    <a:pt x="1775399" y="2247548"/>
                  </a:lnTo>
                  <a:lnTo>
                    <a:pt x="1803963" y="2292292"/>
                  </a:lnTo>
                  <a:lnTo>
                    <a:pt x="1813796" y="2339170"/>
                  </a:lnTo>
                  <a:lnTo>
                    <a:pt x="1803963" y="2386048"/>
                  </a:lnTo>
                  <a:lnTo>
                    <a:pt x="1775399" y="2430791"/>
                  </a:lnTo>
                  <a:lnTo>
                    <a:pt x="1729508" y="2472909"/>
                  </a:lnTo>
                  <a:lnTo>
                    <a:pt x="1667691" y="2511910"/>
                  </a:lnTo>
                  <a:lnTo>
                    <a:pt x="1631249" y="2530088"/>
                  </a:lnTo>
                  <a:lnTo>
                    <a:pt x="1591352" y="2547304"/>
                  </a:lnTo>
                  <a:lnTo>
                    <a:pt x="1548175" y="2563494"/>
                  </a:lnTo>
                  <a:lnTo>
                    <a:pt x="1501893" y="2578599"/>
                  </a:lnTo>
                  <a:lnTo>
                    <a:pt x="1452682" y="2592556"/>
                  </a:lnTo>
                  <a:lnTo>
                    <a:pt x="1400717" y="2605305"/>
                  </a:lnTo>
                  <a:lnTo>
                    <a:pt x="1346173" y="2616784"/>
                  </a:lnTo>
                  <a:lnTo>
                    <a:pt x="1289227" y="2626931"/>
                  </a:lnTo>
                  <a:lnTo>
                    <a:pt x="1230052" y="2635686"/>
                  </a:lnTo>
                  <a:lnTo>
                    <a:pt x="1168825" y="2642986"/>
                  </a:lnTo>
                  <a:lnTo>
                    <a:pt x="1105720" y="2648771"/>
                  </a:lnTo>
                  <a:lnTo>
                    <a:pt x="1040914" y="2652979"/>
                  </a:lnTo>
                  <a:lnTo>
                    <a:pt x="974582" y="2655549"/>
                  </a:lnTo>
                  <a:lnTo>
                    <a:pt x="906898" y="2656419"/>
                  </a:lnTo>
                  <a:lnTo>
                    <a:pt x="839215" y="2655549"/>
                  </a:lnTo>
                  <a:lnTo>
                    <a:pt x="772883" y="2652979"/>
                  </a:lnTo>
                  <a:lnTo>
                    <a:pt x="708077" y="2648771"/>
                  </a:lnTo>
                  <a:lnTo>
                    <a:pt x="644973" y="2642986"/>
                  </a:lnTo>
                  <a:lnTo>
                    <a:pt x="583747" y="2635686"/>
                  </a:lnTo>
                  <a:lnTo>
                    <a:pt x="524572" y="2626931"/>
                  </a:lnTo>
                  <a:lnTo>
                    <a:pt x="467625" y="2616784"/>
                  </a:lnTo>
                  <a:lnTo>
                    <a:pt x="413082" y="2605305"/>
                  </a:lnTo>
                  <a:lnTo>
                    <a:pt x="361117" y="2592556"/>
                  </a:lnTo>
                  <a:lnTo>
                    <a:pt x="311906" y="2578599"/>
                  </a:lnTo>
                  <a:lnTo>
                    <a:pt x="265624" y="2563494"/>
                  </a:lnTo>
                  <a:lnTo>
                    <a:pt x="222446" y="2547304"/>
                  </a:lnTo>
                  <a:lnTo>
                    <a:pt x="182549" y="2530088"/>
                  </a:lnTo>
                  <a:lnTo>
                    <a:pt x="146106" y="2511910"/>
                  </a:lnTo>
                  <a:lnTo>
                    <a:pt x="84289" y="2472909"/>
                  </a:lnTo>
                  <a:lnTo>
                    <a:pt x="38397" y="2430791"/>
                  </a:lnTo>
                  <a:lnTo>
                    <a:pt x="9833" y="2386048"/>
                  </a:lnTo>
                  <a:lnTo>
                    <a:pt x="2487" y="2362845"/>
                  </a:lnTo>
                  <a:lnTo>
                    <a:pt x="0" y="2339170"/>
                  </a:lnTo>
                  <a:close/>
                </a:path>
                <a:path w="6114415" h="4048760" extrusionOk="0">
                  <a:moveTo>
                    <a:pt x="31499" y="1273147"/>
                  </a:moveTo>
                  <a:lnTo>
                    <a:pt x="41333" y="1226266"/>
                  </a:lnTo>
                  <a:lnTo>
                    <a:pt x="69897" y="1181521"/>
                  </a:lnTo>
                  <a:lnTo>
                    <a:pt x="115789" y="1139403"/>
                  </a:lnTo>
                  <a:lnTo>
                    <a:pt x="177606" y="1100401"/>
                  </a:lnTo>
                  <a:lnTo>
                    <a:pt x="214049" y="1082223"/>
                  </a:lnTo>
                  <a:lnTo>
                    <a:pt x="253946" y="1065008"/>
                  </a:lnTo>
                  <a:lnTo>
                    <a:pt x="297124" y="1048818"/>
                  </a:lnTo>
                  <a:lnTo>
                    <a:pt x="343406" y="1033713"/>
                  </a:lnTo>
                  <a:lnTo>
                    <a:pt x="392617" y="1019757"/>
                  </a:lnTo>
                  <a:lnTo>
                    <a:pt x="444582" y="1007008"/>
                  </a:lnTo>
                  <a:lnTo>
                    <a:pt x="499125" y="995530"/>
                  </a:lnTo>
                  <a:lnTo>
                    <a:pt x="556072" y="985384"/>
                  </a:lnTo>
                  <a:lnTo>
                    <a:pt x="615246" y="976630"/>
                  </a:lnTo>
                  <a:lnTo>
                    <a:pt x="676473" y="969330"/>
                  </a:lnTo>
                  <a:lnTo>
                    <a:pt x="739577" y="963545"/>
                  </a:lnTo>
                  <a:lnTo>
                    <a:pt x="804383" y="959337"/>
                  </a:lnTo>
                  <a:lnTo>
                    <a:pt x="870715" y="956768"/>
                  </a:lnTo>
                  <a:lnTo>
                    <a:pt x="938398" y="955898"/>
                  </a:lnTo>
                  <a:lnTo>
                    <a:pt x="1006081" y="956768"/>
                  </a:lnTo>
                  <a:lnTo>
                    <a:pt x="1072414" y="959337"/>
                  </a:lnTo>
                  <a:lnTo>
                    <a:pt x="1137220" y="963545"/>
                  </a:lnTo>
                  <a:lnTo>
                    <a:pt x="1200325" y="969330"/>
                  </a:lnTo>
                  <a:lnTo>
                    <a:pt x="1261552" y="976630"/>
                  </a:lnTo>
                  <a:lnTo>
                    <a:pt x="1320726" y="985384"/>
                  </a:lnTo>
                  <a:lnTo>
                    <a:pt x="1377673" y="995530"/>
                  </a:lnTo>
                  <a:lnTo>
                    <a:pt x="1432217" y="1007008"/>
                  </a:lnTo>
                  <a:lnTo>
                    <a:pt x="1484182" y="1019757"/>
                  </a:lnTo>
                  <a:lnTo>
                    <a:pt x="1533393" y="1033713"/>
                  </a:lnTo>
                  <a:lnTo>
                    <a:pt x="1579674" y="1048818"/>
                  </a:lnTo>
                  <a:lnTo>
                    <a:pt x="1622852" y="1065008"/>
                  </a:lnTo>
                  <a:lnTo>
                    <a:pt x="1662749" y="1082223"/>
                  </a:lnTo>
                  <a:lnTo>
                    <a:pt x="1699191" y="1100401"/>
                  </a:lnTo>
                  <a:lnTo>
                    <a:pt x="1761008" y="1139403"/>
                  </a:lnTo>
                  <a:lnTo>
                    <a:pt x="1806899" y="1181521"/>
                  </a:lnTo>
                  <a:lnTo>
                    <a:pt x="1835463" y="1226266"/>
                  </a:lnTo>
                  <a:lnTo>
                    <a:pt x="1845296" y="1273147"/>
                  </a:lnTo>
                  <a:lnTo>
                    <a:pt x="1835463" y="1320028"/>
                  </a:lnTo>
                  <a:lnTo>
                    <a:pt x="1806899" y="1364773"/>
                  </a:lnTo>
                  <a:lnTo>
                    <a:pt x="1761008" y="1406891"/>
                  </a:lnTo>
                  <a:lnTo>
                    <a:pt x="1699191" y="1445893"/>
                  </a:lnTo>
                  <a:lnTo>
                    <a:pt x="1662749" y="1464071"/>
                  </a:lnTo>
                  <a:lnTo>
                    <a:pt x="1622852" y="1481286"/>
                  </a:lnTo>
                  <a:lnTo>
                    <a:pt x="1579674" y="1497476"/>
                  </a:lnTo>
                  <a:lnTo>
                    <a:pt x="1533393" y="1512580"/>
                  </a:lnTo>
                  <a:lnTo>
                    <a:pt x="1484182" y="1526537"/>
                  </a:lnTo>
                  <a:lnTo>
                    <a:pt x="1432217" y="1539286"/>
                  </a:lnTo>
                  <a:lnTo>
                    <a:pt x="1377673" y="1550764"/>
                  </a:lnTo>
                  <a:lnTo>
                    <a:pt x="1320726" y="1560910"/>
                  </a:lnTo>
                  <a:lnTo>
                    <a:pt x="1261552" y="1569664"/>
                  </a:lnTo>
                  <a:lnTo>
                    <a:pt x="1200325" y="1576964"/>
                  </a:lnTo>
                  <a:lnTo>
                    <a:pt x="1137220" y="1582749"/>
                  </a:lnTo>
                  <a:lnTo>
                    <a:pt x="1072414" y="1586957"/>
                  </a:lnTo>
                  <a:lnTo>
                    <a:pt x="1006081" y="1589526"/>
                  </a:lnTo>
                  <a:lnTo>
                    <a:pt x="938398" y="1590396"/>
                  </a:lnTo>
                  <a:lnTo>
                    <a:pt x="870715" y="1589526"/>
                  </a:lnTo>
                  <a:lnTo>
                    <a:pt x="804383" y="1586957"/>
                  </a:lnTo>
                  <a:lnTo>
                    <a:pt x="739577" y="1582749"/>
                  </a:lnTo>
                  <a:lnTo>
                    <a:pt x="676473" y="1576964"/>
                  </a:lnTo>
                  <a:lnTo>
                    <a:pt x="615246" y="1569664"/>
                  </a:lnTo>
                  <a:lnTo>
                    <a:pt x="556072" y="1560910"/>
                  </a:lnTo>
                  <a:lnTo>
                    <a:pt x="499125" y="1550764"/>
                  </a:lnTo>
                  <a:lnTo>
                    <a:pt x="444582" y="1539286"/>
                  </a:lnTo>
                  <a:lnTo>
                    <a:pt x="392617" y="1526537"/>
                  </a:lnTo>
                  <a:lnTo>
                    <a:pt x="343406" y="1512580"/>
                  </a:lnTo>
                  <a:lnTo>
                    <a:pt x="297124" y="1497476"/>
                  </a:lnTo>
                  <a:lnTo>
                    <a:pt x="253946" y="1481286"/>
                  </a:lnTo>
                  <a:lnTo>
                    <a:pt x="214049" y="1464071"/>
                  </a:lnTo>
                  <a:lnTo>
                    <a:pt x="177606" y="1445893"/>
                  </a:lnTo>
                  <a:lnTo>
                    <a:pt x="115789" y="1406891"/>
                  </a:lnTo>
                  <a:lnTo>
                    <a:pt x="69897" y="1364773"/>
                  </a:lnTo>
                  <a:lnTo>
                    <a:pt x="41333" y="1320028"/>
                  </a:lnTo>
                  <a:lnTo>
                    <a:pt x="33987" y="1296824"/>
                  </a:lnTo>
                  <a:lnTo>
                    <a:pt x="31499" y="1273147"/>
                  </a:lnTo>
                  <a:close/>
                </a:path>
                <a:path w="6114415" h="4048760" extrusionOk="0">
                  <a:moveTo>
                    <a:pt x="64424" y="355899"/>
                  </a:moveTo>
                  <a:lnTo>
                    <a:pt x="74257" y="309018"/>
                  </a:lnTo>
                  <a:lnTo>
                    <a:pt x="102822" y="264273"/>
                  </a:lnTo>
                  <a:lnTo>
                    <a:pt x="148714" y="222154"/>
                  </a:lnTo>
                  <a:lnTo>
                    <a:pt x="210531" y="183153"/>
                  </a:lnTo>
                  <a:lnTo>
                    <a:pt x="246973" y="164975"/>
                  </a:lnTo>
                  <a:lnTo>
                    <a:pt x="286871" y="147760"/>
                  </a:lnTo>
                  <a:lnTo>
                    <a:pt x="330049" y="131570"/>
                  </a:lnTo>
                  <a:lnTo>
                    <a:pt x="376331" y="116465"/>
                  </a:lnTo>
                  <a:lnTo>
                    <a:pt x="425542" y="102508"/>
                  </a:lnTo>
                  <a:lnTo>
                    <a:pt x="477507" y="89760"/>
                  </a:lnTo>
                  <a:lnTo>
                    <a:pt x="532050" y="78282"/>
                  </a:lnTo>
                  <a:lnTo>
                    <a:pt x="588997" y="68135"/>
                  </a:lnTo>
                  <a:lnTo>
                    <a:pt x="648171" y="59381"/>
                  </a:lnTo>
                  <a:lnTo>
                    <a:pt x="709398" y="52081"/>
                  </a:lnTo>
                  <a:lnTo>
                    <a:pt x="772502" y="46297"/>
                  </a:lnTo>
                  <a:lnTo>
                    <a:pt x="837308" y="42089"/>
                  </a:lnTo>
                  <a:lnTo>
                    <a:pt x="903640" y="39520"/>
                  </a:lnTo>
                  <a:lnTo>
                    <a:pt x="971323" y="38649"/>
                  </a:lnTo>
                  <a:lnTo>
                    <a:pt x="1039006" y="39520"/>
                  </a:lnTo>
                  <a:lnTo>
                    <a:pt x="1105339" y="42089"/>
                  </a:lnTo>
                  <a:lnTo>
                    <a:pt x="1170145" y="46297"/>
                  </a:lnTo>
                  <a:lnTo>
                    <a:pt x="1233250" y="52081"/>
                  </a:lnTo>
                  <a:lnTo>
                    <a:pt x="1294477" y="59381"/>
                  </a:lnTo>
                  <a:lnTo>
                    <a:pt x="1353651" y="68135"/>
                  </a:lnTo>
                  <a:lnTo>
                    <a:pt x="1410598" y="78282"/>
                  </a:lnTo>
                  <a:lnTo>
                    <a:pt x="1465142" y="89760"/>
                  </a:lnTo>
                  <a:lnTo>
                    <a:pt x="1517107" y="102508"/>
                  </a:lnTo>
                  <a:lnTo>
                    <a:pt x="1566318" y="116465"/>
                  </a:lnTo>
                  <a:lnTo>
                    <a:pt x="1612599" y="131570"/>
                  </a:lnTo>
                  <a:lnTo>
                    <a:pt x="1655777" y="147760"/>
                  </a:lnTo>
                  <a:lnTo>
                    <a:pt x="1695674" y="164975"/>
                  </a:lnTo>
                  <a:lnTo>
                    <a:pt x="1732116" y="183153"/>
                  </a:lnTo>
                  <a:lnTo>
                    <a:pt x="1793933" y="222154"/>
                  </a:lnTo>
                  <a:lnTo>
                    <a:pt x="1839824" y="264273"/>
                  </a:lnTo>
                  <a:lnTo>
                    <a:pt x="1868388" y="309018"/>
                  </a:lnTo>
                  <a:lnTo>
                    <a:pt x="1878221" y="355899"/>
                  </a:lnTo>
                  <a:lnTo>
                    <a:pt x="1868388" y="402780"/>
                  </a:lnTo>
                  <a:lnTo>
                    <a:pt x="1839824" y="447525"/>
                  </a:lnTo>
                  <a:lnTo>
                    <a:pt x="1793933" y="489643"/>
                  </a:lnTo>
                  <a:lnTo>
                    <a:pt x="1732116" y="528644"/>
                  </a:lnTo>
                  <a:lnTo>
                    <a:pt x="1695674" y="546823"/>
                  </a:lnTo>
                  <a:lnTo>
                    <a:pt x="1655777" y="564038"/>
                  </a:lnTo>
                  <a:lnTo>
                    <a:pt x="1612599" y="580228"/>
                  </a:lnTo>
                  <a:lnTo>
                    <a:pt x="1566318" y="595332"/>
                  </a:lnTo>
                  <a:lnTo>
                    <a:pt x="1517107" y="609289"/>
                  </a:lnTo>
                  <a:lnTo>
                    <a:pt x="1465142" y="622037"/>
                  </a:lnTo>
                  <a:lnTo>
                    <a:pt x="1410598" y="633515"/>
                  </a:lnTo>
                  <a:lnTo>
                    <a:pt x="1353651" y="643662"/>
                  </a:lnTo>
                  <a:lnTo>
                    <a:pt x="1294477" y="652416"/>
                  </a:lnTo>
                  <a:lnTo>
                    <a:pt x="1233250" y="659716"/>
                  </a:lnTo>
                  <a:lnTo>
                    <a:pt x="1170145" y="665501"/>
                  </a:lnTo>
                  <a:lnTo>
                    <a:pt x="1105339" y="669708"/>
                  </a:lnTo>
                  <a:lnTo>
                    <a:pt x="1039006" y="672278"/>
                  </a:lnTo>
                  <a:lnTo>
                    <a:pt x="971323" y="673148"/>
                  </a:lnTo>
                  <a:lnTo>
                    <a:pt x="903640" y="672278"/>
                  </a:lnTo>
                  <a:lnTo>
                    <a:pt x="837308" y="669708"/>
                  </a:lnTo>
                  <a:lnTo>
                    <a:pt x="772502" y="665501"/>
                  </a:lnTo>
                  <a:lnTo>
                    <a:pt x="709398" y="659716"/>
                  </a:lnTo>
                  <a:lnTo>
                    <a:pt x="648171" y="652416"/>
                  </a:lnTo>
                  <a:lnTo>
                    <a:pt x="588997" y="643662"/>
                  </a:lnTo>
                  <a:lnTo>
                    <a:pt x="532050" y="633515"/>
                  </a:lnTo>
                  <a:lnTo>
                    <a:pt x="477507" y="622037"/>
                  </a:lnTo>
                  <a:lnTo>
                    <a:pt x="425542" y="609289"/>
                  </a:lnTo>
                  <a:lnTo>
                    <a:pt x="376331" y="595332"/>
                  </a:lnTo>
                  <a:lnTo>
                    <a:pt x="330049" y="580228"/>
                  </a:lnTo>
                  <a:lnTo>
                    <a:pt x="286871" y="564038"/>
                  </a:lnTo>
                  <a:lnTo>
                    <a:pt x="246973" y="546823"/>
                  </a:lnTo>
                  <a:lnTo>
                    <a:pt x="210531" y="528644"/>
                  </a:lnTo>
                  <a:lnTo>
                    <a:pt x="148714" y="489643"/>
                  </a:lnTo>
                  <a:lnTo>
                    <a:pt x="102822" y="447525"/>
                  </a:lnTo>
                  <a:lnTo>
                    <a:pt x="74257" y="402780"/>
                  </a:lnTo>
                  <a:lnTo>
                    <a:pt x="66912" y="379575"/>
                  </a:lnTo>
                  <a:lnTo>
                    <a:pt x="64424" y="355899"/>
                  </a:lnTo>
                  <a:close/>
                </a:path>
                <a:path w="6114415" h="4048760" extrusionOk="0">
                  <a:moveTo>
                    <a:pt x="0" y="3731392"/>
                  </a:moveTo>
                  <a:lnTo>
                    <a:pt x="9833" y="3684508"/>
                  </a:lnTo>
                  <a:lnTo>
                    <a:pt x="38397" y="3639762"/>
                  </a:lnTo>
                  <a:lnTo>
                    <a:pt x="84289" y="3597642"/>
                  </a:lnTo>
                  <a:lnTo>
                    <a:pt x="146106" y="3558641"/>
                  </a:lnTo>
                  <a:lnTo>
                    <a:pt x="182549" y="3540463"/>
                  </a:lnTo>
                  <a:lnTo>
                    <a:pt x="222446" y="3523248"/>
                  </a:lnTo>
                  <a:lnTo>
                    <a:pt x="265624" y="3507058"/>
                  </a:lnTo>
                  <a:lnTo>
                    <a:pt x="311906" y="3491954"/>
                  </a:lnTo>
                  <a:lnTo>
                    <a:pt x="361117" y="3477998"/>
                  </a:lnTo>
                  <a:lnTo>
                    <a:pt x="413082" y="3465250"/>
                  </a:lnTo>
                  <a:lnTo>
                    <a:pt x="467625" y="3453773"/>
                  </a:lnTo>
                  <a:lnTo>
                    <a:pt x="524572" y="3443627"/>
                  </a:lnTo>
                  <a:lnTo>
                    <a:pt x="583747" y="3434873"/>
                  </a:lnTo>
                  <a:lnTo>
                    <a:pt x="644973" y="3427574"/>
                  </a:lnTo>
                  <a:lnTo>
                    <a:pt x="708077" y="3421790"/>
                  </a:lnTo>
                  <a:lnTo>
                    <a:pt x="772883" y="3417582"/>
                  </a:lnTo>
                  <a:lnTo>
                    <a:pt x="839215" y="3415013"/>
                  </a:lnTo>
                  <a:lnTo>
                    <a:pt x="906898" y="3414143"/>
                  </a:lnTo>
                  <a:lnTo>
                    <a:pt x="974582" y="3415013"/>
                  </a:lnTo>
                  <a:lnTo>
                    <a:pt x="1040914" y="3417582"/>
                  </a:lnTo>
                  <a:lnTo>
                    <a:pt x="1105720" y="3421790"/>
                  </a:lnTo>
                  <a:lnTo>
                    <a:pt x="1168825" y="3427574"/>
                  </a:lnTo>
                  <a:lnTo>
                    <a:pt x="1230052" y="3434873"/>
                  </a:lnTo>
                  <a:lnTo>
                    <a:pt x="1289227" y="3443627"/>
                  </a:lnTo>
                  <a:lnTo>
                    <a:pt x="1346173" y="3453773"/>
                  </a:lnTo>
                  <a:lnTo>
                    <a:pt x="1400717" y="3465250"/>
                  </a:lnTo>
                  <a:lnTo>
                    <a:pt x="1452682" y="3477998"/>
                  </a:lnTo>
                  <a:lnTo>
                    <a:pt x="1501893" y="3491954"/>
                  </a:lnTo>
                  <a:lnTo>
                    <a:pt x="1548175" y="3507058"/>
                  </a:lnTo>
                  <a:lnTo>
                    <a:pt x="1591352" y="3523248"/>
                  </a:lnTo>
                  <a:lnTo>
                    <a:pt x="1631249" y="3540463"/>
                  </a:lnTo>
                  <a:lnTo>
                    <a:pt x="1667691" y="3558641"/>
                  </a:lnTo>
                  <a:lnTo>
                    <a:pt x="1729508" y="3597642"/>
                  </a:lnTo>
                  <a:lnTo>
                    <a:pt x="1775399" y="3639762"/>
                  </a:lnTo>
                  <a:lnTo>
                    <a:pt x="1803963" y="3684508"/>
                  </a:lnTo>
                  <a:lnTo>
                    <a:pt x="1813796" y="3731392"/>
                  </a:lnTo>
                  <a:lnTo>
                    <a:pt x="1803963" y="3778276"/>
                  </a:lnTo>
                  <a:lnTo>
                    <a:pt x="1775399" y="3823022"/>
                  </a:lnTo>
                  <a:lnTo>
                    <a:pt x="1729508" y="3865142"/>
                  </a:lnTo>
                  <a:lnTo>
                    <a:pt x="1667691" y="3904143"/>
                  </a:lnTo>
                  <a:lnTo>
                    <a:pt x="1631249" y="3922321"/>
                  </a:lnTo>
                  <a:lnTo>
                    <a:pt x="1591352" y="3939536"/>
                  </a:lnTo>
                  <a:lnTo>
                    <a:pt x="1548175" y="3955726"/>
                  </a:lnTo>
                  <a:lnTo>
                    <a:pt x="1501893" y="3970830"/>
                  </a:lnTo>
                  <a:lnTo>
                    <a:pt x="1452682" y="3984786"/>
                  </a:lnTo>
                  <a:lnTo>
                    <a:pt x="1400717" y="3997534"/>
                  </a:lnTo>
                  <a:lnTo>
                    <a:pt x="1346173" y="4009011"/>
                  </a:lnTo>
                  <a:lnTo>
                    <a:pt x="1289227" y="4019157"/>
                  </a:lnTo>
                  <a:lnTo>
                    <a:pt x="1230052" y="4027911"/>
                  </a:lnTo>
                  <a:lnTo>
                    <a:pt x="1168825" y="4035210"/>
                  </a:lnTo>
                  <a:lnTo>
                    <a:pt x="1105720" y="4040994"/>
                  </a:lnTo>
                  <a:lnTo>
                    <a:pt x="1040914" y="4045202"/>
                  </a:lnTo>
                  <a:lnTo>
                    <a:pt x="974582" y="4047771"/>
                  </a:lnTo>
                  <a:lnTo>
                    <a:pt x="906898" y="4048641"/>
                  </a:lnTo>
                  <a:lnTo>
                    <a:pt x="839215" y="4047771"/>
                  </a:lnTo>
                  <a:lnTo>
                    <a:pt x="772883" y="4045202"/>
                  </a:lnTo>
                  <a:lnTo>
                    <a:pt x="708077" y="4040994"/>
                  </a:lnTo>
                  <a:lnTo>
                    <a:pt x="644973" y="4035210"/>
                  </a:lnTo>
                  <a:lnTo>
                    <a:pt x="583747" y="4027911"/>
                  </a:lnTo>
                  <a:lnTo>
                    <a:pt x="524572" y="4019157"/>
                  </a:lnTo>
                  <a:lnTo>
                    <a:pt x="467625" y="4009011"/>
                  </a:lnTo>
                  <a:lnTo>
                    <a:pt x="413082" y="3997534"/>
                  </a:lnTo>
                  <a:lnTo>
                    <a:pt x="361117" y="3984786"/>
                  </a:lnTo>
                  <a:lnTo>
                    <a:pt x="311906" y="3970830"/>
                  </a:lnTo>
                  <a:lnTo>
                    <a:pt x="265624" y="3955726"/>
                  </a:lnTo>
                  <a:lnTo>
                    <a:pt x="222446" y="3939536"/>
                  </a:lnTo>
                  <a:lnTo>
                    <a:pt x="182549" y="3922321"/>
                  </a:lnTo>
                  <a:lnTo>
                    <a:pt x="146106" y="3904143"/>
                  </a:lnTo>
                  <a:lnTo>
                    <a:pt x="84289" y="3865142"/>
                  </a:lnTo>
                  <a:lnTo>
                    <a:pt x="38397" y="3823022"/>
                  </a:lnTo>
                  <a:lnTo>
                    <a:pt x="9833" y="3778276"/>
                  </a:lnTo>
                  <a:lnTo>
                    <a:pt x="2487" y="3755070"/>
                  </a:lnTo>
                  <a:lnTo>
                    <a:pt x="0" y="3731392"/>
                  </a:lnTo>
                  <a:close/>
                </a:path>
                <a:path w="6114415" h="4048760" extrusionOk="0">
                  <a:moveTo>
                    <a:pt x="1943596" y="3731392"/>
                  </a:moveTo>
                  <a:lnTo>
                    <a:pt x="1953429" y="3684508"/>
                  </a:lnTo>
                  <a:lnTo>
                    <a:pt x="1981992" y="3639762"/>
                  </a:lnTo>
                  <a:lnTo>
                    <a:pt x="2027884" y="3597642"/>
                  </a:lnTo>
                  <a:lnTo>
                    <a:pt x="2089700" y="3558641"/>
                  </a:lnTo>
                  <a:lnTo>
                    <a:pt x="2126142" y="3540463"/>
                  </a:lnTo>
                  <a:lnTo>
                    <a:pt x="2166040" y="3523248"/>
                  </a:lnTo>
                  <a:lnTo>
                    <a:pt x="2209217" y="3507058"/>
                  </a:lnTo>
                  <a:lnTo>
                    <a:pt x="2255499" y="3491954"/>
                  </a:lnTo>
                  <a:lnTo>
                    <a:pt x="2304710" y="3477998"/>
                  </a:lnTo>
                  <a:lnTo>
                    <a:pt x="2356675" y="3465250"/>
                  </a:lnTo>
                  <a:lnTo>
                    <a:pt x="2411218" y="3453773"/>
                  </a:lnTo>
                  <a:lnTo>
                    <a:pt x="2468165" y="3443627"/>
                  </a:lnTo>
                  <a:lnTo>
                    <a:pt x="2527340" y="3434873"/>
                  </a:lnTo>
                  <a:lnTo>
                    <a:pt x="2588567" y="3427574"/>
                  </a:lnTo>
                  <a:lnTo>
                    <a:pt x="2651671" y="3421790"/>
                  </a:lnTo>
                  <a:lnTo>
                    <a:pt x="2716477" y="3417582"/>
                  </a:lnTo>
                  <a:lnTo>
                    <a:pt x="2782810" y="3415013"/>
                  </a:lnTo>
                  <a:lnTo>
                    <a:pt x="2850494" y="3414143"/>
                  </a:lnTo>
                  <a:lnTo>
                    <a:pt x="2918178" y="3415013"/>
                  </a:lnTo>
                  <a:lnTo>
                    <a:pt x="2984510" y="3417582"/>
                  </a:lnTo>
                  <a:lnTo>
                    <a:pt x="3049317" y="3421790"/>
                  </a:lnTo>
                  <a:lnTo>
                    <a:pt x="3112421" y="3427574"/>
                  </a:lnTo>
                  <a:lnTo>
                    <a:pt x="3173648" y="3434873"/>
                  </a:lnTo>
                  <a:lnTo>
                    <a:pt x="3232823" y="3443627"/>
                  </a:lnTo>
                  <a:lnTo>
                    <a:pt x="3289769" y="3453773"/>
                  </a:lnTo>
                  <a:lnTo>
                    <a:pt x="3344313" y="3465250"/>
                  </a:lnTo>
                  <a:lnTo>
                    <a:pt x="3396278" y="3477998"/>
                  </a:lnTo>
                  <a:lnTo>
                    <a:pt x="3445489" y="3491954"/>
                  </a:lnTo>
                  <a:lnTo>
                    <a:pt x="3491771" y="3507058"/>
                  </a:lnTo>
                  <a:lnTo>
                    <a:pt x="3534948" y="3523248"/>
                  </a:lnTo>
                  <a:lnTo>
                    <a:pt x="3574845" y="3540463"/>
                  </a:lnTo>
                  <a:lnTo>
                    <a:pt x="3611287" y="3558641"/>
                  </a:lnTo>
                  <a:lnTo>
                    <a:pt x="3673104" y="3597642"/>
                  </a:lnTo>
                  <a:lnTo>
                    <a:pt x="3718995" y="3639762"/>
                  </a:lnTo>
                  <a:lnTo>
                    <a:pt x="3747559" y="3684508"/>
                  </a:lnTo>
                  <a:lnTo>
                    <a:pt x="3757392" y="3731392"/>
                  </a:lnTo>
                  <a:lnTo>
                    <a:pt x="3747559" y="3778276"/>
                  </a:lnTo>
                  <a:lnTo>
                    <a:pt x="3718995" y="3823022"/>
                  </a:lnTo>
                  <a:lnTo>
                    <a:pt x="3673104" y="3865142"/>
                  </a:lnTo>
                  <a:lnTo>
                    <a:pt x="3611287" y="3904143"/>
                  </a:lnTo>
                  <a:lnTo>
                    <a:pt x="3574845" y="3922321"/>
                  </a:lnTo>
                  <a:lnTo>
                    <a:pt x="3534948" y="3939536"/>
                  </a:lnTo>
                  <a:lnTo>
                    <a:pt x="3491771" y="3955726"/>
                  </a:lnTo>
                  <a:lnTo>
                    <a:pt x="3445489" y="3970830"/>
                  </a:lnTo>
                  <a:lnTo>
                    <a:pt x="3396278" y="3984786"/>
                  </a:lnTo>
                  <a:lnTo>
                    <a:pt x="3344313" y="3997534"/>
                  </a:lnTo>
                  <a:lnTo>
                    <a:pt x="3289769" y="4009011"/>
                  </a:lnTo>
                  <a:lnTo>
                    <a:pt x="3232823" y="4019157"/>
                  </a:lnTo>
                  <a:lnTo>
                    <a:pt x="3173648" y="4027911"/>
                  </a:lnTo>
                  <a:lnTo>
                    <a:pt x="3112421" y="4035210"/>
                  </a:lnTo>
                  <a:lnTo>
                    <a:pt x="3049317" y="4040994"/>
                  </a:lnTo>
                  <a:lnTo>
                    <a:pt x="2984510" y="4045202"/>
                  </a:lnTo>
                  <a:lnTo>
                    <a:pt x="2918178" y="4047771"/>
                  </a:lnTo>
                  <a:lnTo>
                    <a:pt x="2850494" y="4048641"/>
                  </a:lnTo>
                  <a:lnTo>
                    <a:pt x="2782810" y="4047771"/>
                  </a:lnTo>
                  <a:lnTo>
                    <a:pt x="2716477" y="4045202"/>
                  </a:lnTo>
                  <a:lnTo>
                    <a:pt x="2651671" y="4040994"/>
                  </a:lnTo>
                  <a:lnTo>
                    <a:pt x="2588567" y="4035210"/>
                  </a:lnTo>
                  <a:lnTo>
                    <a:pt x="2527340" y="4027911"/>
                  </a:lnTo>
                  <a:lnTo>
                    <a:pt x="2468165" y="4019157"/>
                  </a:lnTo>
                  <a:lnTo>
                    <a:pt x="2411218" y="4009011"/>
                  </a:lnTo>
                  <a:lnTo>
                    <a:pt x="2356675" y="3997534"/>
                  </a:lnTo>
                  <a:lnTo>
                    <a:pt x="2304710" y="3984786"/>
                  </a:lnTo>
                  <a:lnTo>
                    <a:pt x="2255499" y="3970830"/>
                  </a:lnTo>
                  <a:lnTo>
                    <a:pt x="2209217" y="3955726"/>
                  </a:lnTo>
                  <a:lnTo>
                    <a:pt x="2166040" y="3939536"/>
                  </a:lnTo>
                  <a:lnTo>
                    <a:pt x="2126142" y="3922321"/>
                  </a:lnTo>
                  <a:lnTo>
                    <a:pt x="2089700" y="3904143"/>
                  </a:lnTo>
                  <a:lnTo>
                    <a:pt x="2027884" y="3865142"/>
                  </a:lnTo>
                  <a:lnTo>
                    <a:pt x="1981992" y="3823022"/>
                  </a:lnTo>
                  <a:lnTo>
                    <a:pt x="1953429" y="3778276"/>
                  </a:lnTo>
                  <a:lnTo>
                    <a:pt x="1946083" y="3755070"/>
                  </a:lnTo>
                  <a:lnTo>
                    <a:pt x="1943596" y="3731392"/>
                  </a:lnTo>
                  <a:close/>
                </a:path>
                <a:path w="6114415" h="4048760" extrusionOk="0">
                  <a:moveTo>
                    <a:pt x="4300341" y="3731392"/>
                  </a:moveTo>
                  <a:lnTo>
                    <a:pt x="4310174" y="3684508"/>
                  </a:lnTo>
                  <a:lnTo>
                    <a:pt x="4338737" y="3639762"/>
                  </a:lnTo>
                  <a:lnTo>
                    <a:pt x="4384629" y="3597642"/>
                  </a:lnTo>
                  <a:lnTo>
                    <a:pt x="4446446" y="3558641"/>
                  </a:lnTo>
                  <a:lnTo>
                    <a:pt x="4482888" y="3540463"/>
                  </a:lnTo>
                  <a:lnTo>
                    <a:pt x="4522785" y="3523248"/>
                  </a:lnTo>
                  <a:lnTo>
                    <a:pt x="4565962" y="3507058"/>
                  </a:lnTo>
                  <a:lnTo>
                    <a:pt x="4612244" y="3491954"/>
                  </a:lnTo>
                  <a:lnTo>
                    <a:pt x="4661455" y="3477998"/>
                  </a:lnTo>
                  <a:lnTo>
                    <a:pt x="4713420" y="3465250"/>
                  </a:lnTo>
                  <a:lnTo>
                    <a:pt x="4767963" y="3453773"/>
                  </a:lnTo>
                  <a:lnTo>
                    <a:pt x="4824910" y="3443627"/>
                  </a:lnTo>
                  <a:lnTo>
                    <a:pt x="4884085" y="3434873"/>
                  </a:lnTo>
                  <a:lnTo>
                    <a:pt x="4945312" y="3427574"/>
                  </a:lnTo>
                  <a:lnTo>
                    <a:pt x="5008416" y="3421790"/>
                  </a:lnTo>
                  <a:lnTo>
                    <a:pt x="5073222" y="3417582"/>
                  </a:lnTo>
                  <a:lnTo>
                    <a:pt x="5139555" y="3415013"/>
                  </a:lnTo>
                  <a:lnTo>
                    <a:pt x="5207239" y="3414143"/>
                  </a:lnTo>
                  <a:lnTo>
                    <a:pt x="5274923" y="3415013"/>
                  </a:lnTo>
                  <a:lnTo>
                    <a:pt x="5341256" y="3417582"/>
                  </a:lnTo>
                  <a:lnTo>
                    <a:pt x="5406062" y="3421790"/>
                  </a:lnTo>
                  <a:lnTo>
                    <a:pt x="5469166" y="3427574"/>
                  </a:lnTo>
                  <a:lnTo>
                    <a:pt x="5530393" y="3434873"/>
                  </a:lnTo>
                  <a:lnTo>
                    <a:pt x="5589568" y="3443627"/>
                  </a:lnTo>
                  <a:lnTo>
                    <a:pt x="5646515" y="3453773"/>
                  </a:lnTo>
                  <a:lnTo>
                    <a:pt x="5701058" y="3465250"/>
                  </a:lnTo>
                  <a:lnTo>
                    <a:pt x="5753023" y="3477998"/>
                  </a:lnTo>
                  <a:lnTo>
                    <a:pt x="5802234" y="3491954"/>
                  </a:lnTo>
                  <a:lnTo>
                    <a:pt x="5848516" y="3507058"/>
                  </a:lnTo>
                  <a:lnTo>
                    <a:pt x="5891693" y="3523248"/>
                  </a:lnTo>
                  <a:lnTo>
                    <a:pt x="5931590" y="3540463"/>
                  </a:lnTo>
                  <a:lnTo>
                    <a:pt x="5968032" y="3558641"/>
                  </a:lnTo>
                  <a:lnTo>
                    <a:pt x="6029849" y="3597642"/>
                  </a:lnTo>
                  <a:lnTo>
                    <a:pt x="6075741" y="3639762"/>
                  </a:lnTo>
                  <a:lnTo>
                    <a:pt x="6104304" y="3684508"/>
                  </a:lnTo>
                  <a:lnTo>
                    <a:pt x="6114137" y="3731392"/>
                  </a:lnTo>
                  <a:lnTo>
                    <a:pt x="6104304" y="3778276"/>
                  </a:lnTo>
                  <a:lnTo>
                    <a:pt x="6075741" y="3823022"/>
                  </a:lnTo>
                  <a:lnTo>
                    <a:pt x="6029849" y="3865142"/>
                  </a:lnTo>
                  <a:lnTo>
                    <a:pt x="5968032" y="3904143"/>
                  </a:lnTo>
                  <a:lnTo>
                    <a:pt x="5931590" y="3922321"/>
                  </a:lnTo>
                  <a:lnTo>
                    <a:pt x="5891693" y="3939536"/>
                  </a:lnTo>
                  <a:lnTo>
                    <a:pt x="5848516" y="3955726"/>
                  </a:lnTo>
                  <a:lnTo>
                    <a:pt x="5802234" y="3970830"/>
                  </a:lnTo>
                  <a:lnTo>
                    <a:pt x="5753023" y="3984786"/>
                  </a:lnTo>
                  <a:lnTo>
                    <a:pt x="5701058" y="3997534"/>
                  </a:lnTo>
                  <a:lnTo>
                    <a:pt x="5646515" y="4009011"/>
                  </a:lnTo>
                  <a:lnTo>
                    <a:pt x="5589568" y="4019157"/>
                  </a:lnTo>
                  <a:lnTo>
                    <a:pt x="5530393" y="4027911"/>
                  </a:lnTo>
                  <a:lnTo>
                    <a:pt x="5469166" y="4035210"/>
                  </a:lnTo>
                  <a:lnTo>
                    <a:pt x="5406062" y="4040994"/>
                  </a:lnTo>
                  <a:lnTo>
                    <a:pt x="5341256" y="4045202"/>
                  </a:lnTo>
                  <a:lnTo>
                    <a:pt x="5274923" y="4047771"/>
                  </a:lnTo>
                  <a:lnTo>
                    <a:pt x="5207239" y="4048641"/>
                  </a:lnTo>
                  <a:lnTo>
                    <a:pt x="5139555" y="4047771"/>
                  </a:lnTo>
                  <a:lnTo>
                    <a:pt x="5073222" y="4045202"/>
                  </a:lnTo>
                  <a:lnTo>
                    <a:pt x="5008416" y="4040994"/>
                  </a:lnTo>
                  <a:lnTo>
                    <a:pt x="4945312" y="4035210"/>
                  </a:lnTo>
                  <a:lnTo>
                    <a:pt x="4884085" y="4027911"/>
                  </a:lnTo>
                  <a:lnTo>
                    <a:pt x="4824910" y="4019157"/>
                  </a:lnTo>
                  <a:lnTo>
                    <a:pt x="4767963" y="4009011"/>
                  </a:lnTo>
                  <a:lnTo>
                    <a:pt x="4713420" y="3997534"/>
                  </a:lnTo>
                  <a:lnTo>
                    <a:pt x="4661455" y="3984786"/>
                  </a:lnTo>
                  <a:lnTo>
                    <a:pt x="4612244" y="3970830"/>
                  </a:lnTo>
                  <a:lnTo>
                    <a:pt x="4565962" y="3955726"/>
                  </a:lnTo>
                  <a:lnTo>
                    <a:pt x="4522785" y="3939536"/>
                  </a:lnTo>
                  <a:lnTo>
                    <a:pt x="4482888" y="3922321"/>
                  </a:lnTo>
                  <a:lnTo>
                    <a:pt x="4446446" y="3904143"/>
                  </a:lnTo>
                  <a:lnTo>
                    <a:pt x="4384629" y="3865142"/>
                  </a:lnTo>
                  <a:lnTo>
                    <a:pt x="4338737" y="3823022"/>
                  </a:lnTo>
                  <a:lnTo>
                    <a:pt x="4310174" y="3778276"/>
                  </a:lnTo>
                  <a:lnTo>
                    <a:pt x="4302828" y="3755070"/>
                  </a:lnTo>
                  <a:lnTo>
                    <a:pt x="4300341" y="3731392"/>
                  </a:lnTo>
                  <a:close/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4481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«Рабочая лошадка» - </a:t>
            </a:r>
            <a:r>
              <a:rPr lang="ru-RU" dirty="0" err="1"/>
              <a:t>виртуалка</a:t>
            </a:r>
            <a:endParaRPr lang="en-US" dirty="0"/>
          </a:p>
        </p:txBody>
      </p:sp>
      <p:sp>
        <p:nvSpPr>
          <p:cNvPr id="3" name="Google Shape;178;p17">
            <a:extLst>
              <a:ext uri="{FF2B5EF4-FFF2-40B4-BE49-F238E27FC236}">
                <a16:creationId xmlns:a16="http://schemas.microsoft.com/office/drawing/2014/main" id="{274DA5D6-8193-0347-8945-A7B2F9C8CBF2}"/>
              </a:ext>
            </a:extLst>
          </p:cNvPr>
          <p:cNvSpPr txBox="1"/>
          <p:nvPr/>
        </p:nvSpPr>
        <p:spPr>
          <a:xfrm>
            <a:off x="4019678" y="1093935"/>
            <a:ext cx="4864835" cy="3995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помощью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облачной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VM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сможем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Запустить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Jupyter Notebook/Lab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265" marR="808355" lvl="0" indent="-36703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Установить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MLFLow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server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трекинга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экспериментов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265" marR="5080" lvl="0" indent="-36703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Запустить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Apache Airﬂow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образа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MarketPlace</a:t>
            </a:r>
            <a:endParaRPr lang="ru-RU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59309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провайдеров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есть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образы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машин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предустановленным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ПО</a:t>
            </a:r>
            <a:endParaRPr lang="ru-RU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22860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22860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базе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этого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сервиса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построены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многие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сервисы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более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высокого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уровня</a:t>
            </a: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179;p17">
            <a:extLst>
              <a:ext uri="{FF2B5EF4-FFF2-40B4-BE49-F238E27FC236}">
                <a16:creationId xmlns:a16="http://schemas.microsoft.com/office/drawing/2014/main" id="{C61D5096-BBE0-7B45-A1F6-3761B3B2E6C3}"/>
              </a:ext>
            </a:extLst>
          </p:cNvPr>
          <p:cNvSpPr/>
          <p:nvPr/>
        </p:nvSpPr>
        <p:spPr>
          <a:xfrm>
            <a:off x="2101367" y="4273793"/>
            <a:ext cx="435865" cy="74443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80;p17">
            <a:extLst>
              <a:ext uri="{FF2B5EF4-FFF2-40B4-BE49-F238E27FC236}">
                <a16:creationId xmlns:a16="http://schemas.microsoft.com/office/drawing/2014/main" id="{47ADA906-9458-BD45-876D-B0F3B43D9ED8}"/>
              </a:ext>
            </a:extLst>
          </p:cNvPr>
          <p:cNvSpPr/>
          <p:nvPr/>
        </p:nvSpPr>
        <p:spPr>
          <a:xfrm>
            <a:off x="645240" y="4342888"/>
            <a:ext cx="1141697" cy="42508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1;p17">
            <a:extLst>
              <a:ext uri="{FF2B5EF4-FFF2-40B4-BE49-F238E27FC236}">
                <a16:creationId xmlns:a16="http://schemas.microsoft.com/office/drawing/2014/main" id="{777C3D7A-9AC6-AA48-AD0C-27E82933A90D}"/>
              </a:ext>
            </a:extLst>
          </p:cNvPr>
          <p:cNvSpPr/>
          <p:nvPr/>
        </p:nvSpPr>
        <p:spPr>
          <a:xfrm>
            <a:off x="645240" y="1239656"/>
            <a:ext cx="3036343" cy="292378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82;p17">
            <a:extLst>
              <a:ext uri="{FF2B5EF4-FFF2-40B4-BE49-F238E27FC236}">
                <a16:creationId xmlns:a16="http://schemas.microsoft.com/office/drawing/2014/main" id="{C4F3DD90-AFD9-E84D-AE78-723F74174486}"/>
              </a:ext>
            </a:extLst>
          </p:cNvPr>
          <p:cNvSpPr/>
          <p:nvPr/>
        </p:nvSpPr>
        <p:spPr>
          <a:xfrm>
            <a:off x="2673869" y="4273793"/>
            <a:ext cx="1072922" cy="56327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6877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3E8-D861-3143-81A6-DA9CFF0D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Объектное хранилище</a:t>
            </a:r>
            <a:endParaRPr lang="en-US" dirty="0"/>
          </a:p>
        </p:txBody>
      </p:sp>
      <p:sp>
        <p:nvSpPr>
          <p:cNvPr id="8" name="Google Shape;189;p18">
            <a:extLst>
              <a:ext uri="{FF2B5EF4-FFF2-40B4-BE49-F238E27FC236}">
                <a16:creationId xmlns:a16="http://schemas.microsoft.com/office/drawing/2014/main" id="{970DABE8-2208-454C-A778-3349D36980E8}"/>
              </a:ext>
            </a:extLst>
          </p:cNvPr>
          <p:cNvSpPr/>
          <p:nvPr/>
        </p:nvSpPr>
        <p:spPr>
          <a:xfrm>
            <a:off x="422099" y="1238522"/>
            <a:ext cx="3362318" cy="275271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90;p18">
            <a:extLst>
              <a:ext uri="{FF2B5EF4-FFF2-40B4-BE49-F238E27FC236}">
                <a16:creationId xmlns:a16="http://schemas.microsoft.com/office/drawing/2014/main" id="{DAA78618-8A62-3449-81E5-428815D4A509}"/>
              </a:ext>
            </a:extLst>
          </p:cNvPr>
          <p:cNvSpPr txBox="1"/>
          <p:nvPr/>
        </p:nvSpPr>
        <p:spPr>
          <a:xfrm>
            <a:off x="4572000" y="1263580"/>
            <a:ext cx="4316095" cy="3085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Object storage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можем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получить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Масштабируемость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Безопасность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Отказоустойчивость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900" marR="0" lvl="0" indent="-367030" algn="l" rtl="0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Управление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жизненным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циклом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69265" marR="5080" lvl="0" indent="-36703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Разные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уровни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хранения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разной</a:t>
            </a:r>
            <a:r>
              <a:rPr lang="en-U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цене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235584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235584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базе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объектных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хранилищ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можно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1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строить</a:t>
            </a:r>
            <a:r>
              <a:rPr lang="en-U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Data Lake</a:t>
            </a:r>
            <a:endParaRPr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91;p18">
            <a:extLst>
              <a:ext uri="{FF2B5EF4-FFF2-40B4-BE49-F238E27FC236}">
                <a16:creationId xmlns:a16="http://schemas.microsoft.com/office/drawing/2014/main" id="{DFF225DF-20AB-4641-B6AF-F2CC39F3E33A}"/>
              </a:ext>
            </a:extLst>
          </p:cNvPr>
          <p:cNvSpPr/>
          <p:nvPr/>
        </p:nvSpPr>
        <p:spPr>
          <a:xfrm>
            <a:off x="2556741" y="4298608"/>
            <a:ext cx="1517453" cy="649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92;p18">
            <a:extLst>
              <a:ext uri="{FF2B5EF4-FFF2-40B4-BE49-F238E27FC236}">
                <a16:creationId xmlns:a16="http://schemas.microsoft.com/office/drawing/2014/main" id="{1192036C-A5DB-4146-8D0C-099F731D7D28}"/>
              </a:ext>
            </a:extLst>
          </p:cNvPr>
          <p:cNvSpPr/>
          <p:nvPr/>
        </p:nvSpPr>
        <p:spPr>
          <a:xfrm>
            <a:off x="395151" y="4220212"/>
            <a:ext cx="2161590" cy="8060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9391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D47459-09E5-7D4A-9A6A-3DA1DD47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</a:t>
            </a:r>
            <a:r>
              <a:rPr lang="ru-RU" dirty="0" err="1"/>
              <a:t>рактика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223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2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endParaRPr dirty="0"/>
          </a:p>
        </p:txBody>
      </p:sp>
      <p:sp>
        <p:nvSpPr>
          <p:cNvPr id="386" name="Google Shape;386;p62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sp>
        <p:nvSpPr>
          <p:cNvPr id="387" name="Google Shape;387;p62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62"/>
          <p:cNvPicPr preferRelativeResize="0"/>
          <p:nvPr/>
        </p:nvPicPr>
        <p:blipFill>
          <a:blip r:embed="rId3"/>
          <a:srcRect t="6397" b="6397"/>
          <a:stretch/>
        </p:blipFill>
        <p:spPr>
          <a:xfrm>
            <a:off x="1069674" y="2950614"/>
            <a:ext cx="1508400" cy="1488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" name="Google Shape;208;p48">
            <a:extLst>
              <a:ext uri="{FF2B5EF4-FFF2-40B4-BE49-F238E27FC236}">
                <a16:creationId xmlns:a16="http://schemas.microsoft.com/office/drawing/2014/main" id="{3AD9921B-818B-2E49-87DE-01818F089A2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4" name="Google Shape;208;p48">
            <a:extLst>
              <a:ext uri="{FF2B5EF4-FFF2-40B4-BE49-F238E27FC236}">
                <a16:creationId xmlns:a16="http://schemas.microsoft.com/office/drawing/2014/main" id="{A2C5D46D-0E08-6F4B-84D8-3C201E1F3D28}"/>
              </a:ext>
            </a:extLst>
          </p:cNvPr>
          <p:cNvSpPr txBox="1">
            <a:spLocks/>
          </p:cNvSpPr>
          <p:nvPr/>
        </p:nvSpPr>
        <p:spPr>
          <a:xfrm>
            <a:off x="500550" y="1454436"/>
            <a:ext cx="58563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1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ru-RU" dirty="0"/>
              <a:t>Объектные хранилища и колоночные БД</a:t>
            </a:r>
          </a:p>
        </p:txBody>
      </p:sp>
      <p:sp>
        <p:nvSpPr>
          <p:cNvPr id="9" name="Google Shape;209;p48">
            <a:extLst>
              <a:ext uri="{FF2B5EF4-FFF2-40B4-BE49-F238E27FC236}">
                <a16:creationId xmlns:a16="http://schemas.microsoft.com/office/drawing/2014/main" id="{82735051-C744-6B4E-8F1A-54264E690C87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2954</TotalTime>
  <Words>492</Words>
  <Application>Microsoft Macintosh PowerPoint</Application>
  <PresentationFormat>On-screen Show (16:9)</PresentationFormat>
  <Paragraphs>136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Courier New</vt:lpstr>
      <vt:lpstr>Apple Chancery</vt:lpstr>
      <vt:lpstr>Roboto</vt:lpstr>
      <vt:lpstr>Calibri</vt:lpstr>
      <vt:lpstr>Google Sans</vt:lpstr>
      <vt:lpstr>Светлая тема</vt:lpstr>
      <vt:lpstr>ML Advanced Docker: Деплой в Yandex cloud</vt:lpstr>
      <vt:lpstr>Проверить, идет ли запись</vt:lpstr>
      <vt:lpstr>ML Advanced Docker: Деплой в Yandex cloud</vt:lpstr>
      <vt:lpstr>Правила вебинара</vt:lpstr>
      <vt:lpstr>Карта курса</vt:lpstr>
      <vt:lpstr>Программа курса</vt:lpstr>
      <vt:lpstr>Маршрут вебинара</vt:lpstr>
      <vt:lpstr>Цели вебинара</vt:lpstr>
      <vt:lpstr>Смысл</vt:lpstr>
      <vt:lpstr>Yandex Cloud</vt:lpstr>
      <vt:lpstr>Сервисы Yandex Cloud</vt:lpstr>
      <vt:lpstr>Сервисы Yandex Cloud</vt:lpstr>
      <vt:lpstr>Yandex DataPlatform и Контейнерная разработка</vt:lpstr>
      <vt:lpstr>«Рабочая лошадка» - виртуалка</vt:lpstr>
      <vt:lpstr>Объектное хранилище</vt:lpstr>
      <vt:lpstr>Практика</vt:lpstr>
      <vt:lpstr>Приходите на следующие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Advanced Docker: Структура, применение, деплой</dc:title>
  <cp:lastModifiedBy>Стурейко Игорь Олегович</cp:lastModifiedBy>
  <cp:revision>55</cp:revision>
  <dcterms:modified xsi:type="dcterms:W3CDTF">2025-07-11T13:41:03Z</dcterms:modified>
</cp:coreProperties>
</file>